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4.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5.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6.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7.xml" ContentType="application/vnd.openxmlformats-officedocument.theme+xml"/>
  <Override PartName="/ppt/tags/tag6.xml" ContentType="application/vnd.openxmlformats-officedocument.presentationml.tags+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tags/tag7.xml" ContentType="application/vnd.openxmlformats-officedocument.presentationml.tags+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4" r:id="rId5"/>
    <p:sldMasterId id="2147483694" r:id="rId6"/>
    <p:sldMasterId id="2147483705" r:id="rId7"/>
    <p:sldMasterId id="2147483711" r:id="rId8"/>
    <p:sldMasterId id="2147483718" r:id="rId9"/>
    <p:sldMasterId id="2147483941" r:id="rId10"/>
  </p:sldMasterIdLst>
  <p:notesMasterIdLst>
    <p:notesMasterId r:id="rId43"/>
  </p:notesMasterIdLst>
  <p:handoutMasterIdLst>
    <p:handoutMasterId r:id="rId44"/>
  </p:handoutMasterIdLst>
  <p:sldIdLst>
    <p:sldId id="718" r:id="rId11"/>
    <p:sldId id="560" r:id="rId12"/>
    <p:sldId id="561" r:id="rId13"/>
    <p:sldId id="769" r:id="rId14"/>
    <p:sldId id="770" r:id="rId15"/>
    <p:sldId id="784" r:id="rId16"/>
    <p:sldId id="791" r:id="rId17"/>
    <p:sldId id="794" r:id="rId18"/>
    <p:sldId id="774" r:id="rId19"/>
    <p:sldId id="793" r:id="rId20"/>
    <p:sldId id="792" r:id="rId21"/>
    <p:sldId id="781" r:id="rId22"/>
    <p:sldId id="786" r:id="rId23"/>
    <p:sldId id="782" r:id="rId24"/>
    <p:sldId id="795" r:id="rId25"/>
    <p:sldId id="796" r:id="rId26"/>
    <p:sldId id="797" r:id="rId27"/>
    <p:sldId id="798" r:id="rId28"/>
    <p:sldId id="788" r:id="rId29"/>
    <p:sldId id="779" r:id="rId30"/>
    <p:sldId id="780" r:id="rId31"/>
    <p:sldId id="693" r:id="rId32"/>
    <p:sldId id="772" r:id="rId33"/>
    <p:sldId id="775" r:id="rId34"/>
    <p:sldId id="787" r:id="rId35"/>
    <p:sldId id="783" r:id="rId36"/>
    <p:sldId id="799" r:id="rId37"/>
    <p:sldId id="776" r:id="rId38"/>
    <p:sldId id="758" r:id="rId39"/>
    <p:sldId id="754" r:id="rId40"/>
    <p:sldId id="771" r:id="rId41"/>
    <p:sldId id="700"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uccato Jr, Larry" initials="LZ" lastIdx="14" clrIdx="3"/>
  <p:cmAuthor id="2" name="Bansal, Padam" initials="PB" lastIdx="9" clrIdx="1">
    <p:extLst>
      <p:ext uri="{19B8F6BF-5375-455C-9EA6-DF929625EA0E}">
        <p15:presenceInfo xmlns:p15="http://schemas.microsoft.com/office/powerpoint/2012/main" userId="Bansal, Padam" providerId="None"/>
      </p:ext>
    </p:extLst>
  </p:cmAuthor>
  <p:cmAuthor id="3" name="Noon, Kayla" initials="KN" lastIdx="12" clrIdx="2">
    <p:extLst>
      <p:ext uri="{19B8F6BF-5375-455C-9EA6-DF929625EA0E}">
        <p15:presenceInfo xmlns:p15="http://schemas.microsoft.com/office/powerpoint/2012/main" userId="Noon, Kayla" providerId="None"/>
      </p:ext>
    </p:extLst>
  </p:cmAuthor>
  <p:cmAuthor id="4" name="Anwar, Shahzad" initials="SA" lastIdx="1" clrIdx="4">
    <p:extLst>
      <p:ext uri="{19B8F6BF-5375-455C-9EA6-DF929625EA0E}">
        <p15:presenceInfo xmlns:p15="http://schemas.microsoft.com/office/powerpoint/2012/main" userId="Anwar, Shahzad"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26D"/>
    <a:srgbClr val="DAB000"/>
    <a:srgbClr val="B18E37"/>
    <a:srgbClr val="FFFFCC"/>
    <a:srgbClr val="C3D69B"/>
    <a:srgbClr val="85BC25"/>
    <a:srgbClr val="00D661"/>
    <a:srgbClr val="FFEEA7"/>
    <a:srgbClr val="D3EECE"/>
    <a:srgbClr val="FFE7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262" autoAdjust="0"/>
    <p:restoredTop sz="94434" autoAdjust="0"/>
  </p:normalViewPr>
  <p:slideViewPr>
    <p:cSldViewPr snapToGrid="0">
      <p:cViewPr varScale="1">
        <p:scale>
          <a:sx n="64" d="100"/>
          <a:sy n="64" d="100"/>
        </p:scale>
        <p:origin x="960" y="45"/>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53" d="100"/>
          <a:sy n="53" d="100"/>
        </p:scale>
        <p:origin x="2648" y="5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3" Type="http://schemas.openxmlformats.org/officeDocument/2006/relationships/customXml" Target="../customXml/item3.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41" Type="http://schemas.openxmlformats.org/officeDocument/2006/relationships/slide" Target="slides/slide3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tableStyles" Target="tableStyles.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slide" Target="slides/slide21.xml"/><Relationship Id="rId44"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Master" Target="slideMasters/slideMaster5.xml"/></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C638F5C-1349-424D-92E5-3C21F16472DA}" type="datetimeFigureOut">
              <a:rPr lang="en-US" smtClean="0"/>
              <a:t>2/6/2021</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76BBD6C-B631-47E5-9D5B-CBD55ED877C0}" type="slidenum">
              <a:rPr lang="en-US" smtClean="0"/>
              <a:t>‹#›</a:t>
            </a:fld>
            <a:endParaRPr lang="en-US" dirty="0"/>
          </a:p>
        </p:txBody>
      </p:sp>
    </p:spTree>
    <p:extLst>
      <p:ext uri="{BB962C8B-B14F-4D97-AF65-F5344CB8AC3E}">
        <p14:creationId xmlns:p14="http://schemas.microsoft.com/office/powerpoint/2010/main" val="23931640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206E0F-48D6-42B1-86E6-933014C8F4FB}" type="datetimeFigureOut">
              <a:rPr lang="en-US" smtClean="0"/>
              <a:t>2/6/2021</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2076A6-83D2-49CA-ACDF-90D97FB0C894}" type="slidenum">
              <a:rPr lang="en-US" smtClean="0"/>
              <a:t>‹#›</a:t>
            </a:fld>
            <a:endParaRPr lang="en-US" dirty="0"/>
          </a:p>
        </p:txBody>
      </p:sp>
    </p:spTree>
    <p:extLst>
      <p:ext uri="{BB962C8B-B14F-4D97-AF65-F5344CB8AC3E}">
        <p14:creationId xmlns:p14="http://schemas.microsoft.com/office/powerpoint/2010/main" val="3423442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notesMaster" Target="../notesMasters/notesMaster1.xml"/><Relationship Id="rId1" Type="http://schemas.openxmlformats.org/officeDocument/2006/relationships/tags" Target="../tags/tag7.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1932" rtl="0" eaLnBrk="1" fontAlgn="auto" latinLnBrk="0" hangingPunct="1">
              <a:lnSpc>
                <a:spcPct val="100000"/>
              </a:lnSpc>
              <a:spcBef>
                <a:spcPts val="0"/>
              </a:spcBef>
              <a:spcAft>
                <a:spcPts val="0"/>
              </a:spcAft>
              <a:buClrTx/>
              <a:buSzTx/>
              <a:buFontTx/>
              <a:buNone/>
              <a:tabLst/>
              <a:defRPr/>
            </a:pPr>
            <a:fld id="{F20BF320-818D-4B5C-BC07-35DF5D77146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1932"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620889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DAC39A-F22E-4746-A096-A15B7846C15C}" type="slidenum">
              <a:rPr lang="en-US" smtClean="0">
                <a:solidFill>
                  <a:prstClr val="black"/>
                </a:solidFill>
              </a:rPr>
              <a:pPr/>
              <a:t>3</a:t>
            </a:fld>
            <a:endParaRPr lang="en-US" dirty="0">
              <a:solidFill>
                <a:prstClr val="black"/>
              </a:solidFill>
            </a:endParaRPr>
          </a:p>
        </p:txBody>
      </p:sp>
    </p:spTree>
    <p:extLst>
      <p:ext uri="{BB962C8B-B14F-4D97-AF65-F5344CB8AC3E}">
        <p14:creationId xmlns:p14="http://schemas.microsoft.com/office/powerpoint/2010/main" val="194712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DAC39A-F22E-4746-A096-A15B7846C15C}" type="slidenum">
              <a:rPr lang="en-US" smtClean="0">
                <a:solidFill>
                  <a:prstClr val="black"/>
                </a:solidFill>
              </a:rPr>
              <a:pPr/>
              <a:t>4</a:t>
            </a:fld>
            <a:endParaRPr lang="en-US" dirty="0">
              <a:solidFill>
                <a:prstClr val="black"/>
              </a:solidFill>
            </a:endParaRPr>
          </a:p>
        </p:txBody>
      </p:sp>
    </p:spTree>
    <p:extLst>
      <p:ext uri="{BB962C8B-B14F-4D97-AF65-F5344CB8AC3E}">
        <p14:creationId xmlns:p14="http://schemas.microsoft.com/office/powerpoint/2010/main" val="4174609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dirty="0"/>
              <a:t>Standard scripts that are part of automation will have estimation based</a:t>
            </a:r>
            <a:r>
              <a:rPr lang="en-US" baseline="0" dirty="0"/>
              <a:t> on FTE</a:t>
            </a:r>
          </a:p>
          <a:p>
            <a:pPr marL="895335" lvl="1" indent="-285750">
              <a:buFont typeface="Arial" panose="020B0604020202020204" pitchFamily="34" charset="0"/>
              <a:buChar char="•"/>
            </a:pPr>
            <a:r>
              <a:rPr lang="en-US" baseline="0" dirty="0"/>
              <a:t>How many FTE (Tech as well as Func) we will need to manage and execute the scripts based on timeline we proposed</a:t>
            </a:r>
          </a:p>
          <a:p>
            <a:pPr marL="895335" lvl="1" indent="-285750">
              <a:buFont typeface="Arial" panose="020B0604020202020204" pitchFamily="34" charset="0"/>
              <a:buChar char="•"/>
            </a:pPr>
            <a:r>
              <a:rPr lang="en-US" baseline="0" dirty="0"/>
              <a:t>What phase will it cover</a:t>
            </a:r>
          </a:p>
          <a:p>
            <a:pPr marL="285750" lvl="0" indent="-285750">
              <a:buFont typeface="Arial" panose="020B0604020202020204" pitchFamily="34" charset="0"/>
              <a:buChar char="•"/>
            </a:pPr>
            <a:r>
              <a:rPr lang="en-US" baseline="0" dirty="0"/>
              <a:t>Custom scripts details</a:t>
            </a:r>
          </a:p>
          <a:p>
            <a:pPr marL="895335" lvl="1" indent="-285750">
              <a:buFont typeface="Arial" panose="020B0604020202020204" pitchFamily="34" charset="0"/>
              <a:buChar char="•"/>
            </a:pPr>
            <a:r>
              <a:rPr lang="en-US" baseline="0" dirty="0"/>
              <a:t>What will be manual vs. automated</a:t>
            </a:r>
          </a:p>
          <a:p>
            <a:pPr marL="895335" lvl="1" indent="-285750">
              <a:buFont typeface="Arial" panose="020B0604020202020204" pitchFamily="34" charset="0"/>
              <a:buChar char="•"/>
            </a:pPr>
            <a:r>
              <a:rPr lang="en-US" baseline="0" dirty="0"/>
              <a:t>Estimation model for automating it based on complexity</a:t>
            </a:r>
          </a:p>
          <a:p>
            <a:pPr marL="895335" lvl="1" indent="-285750">
              <a:buFont typeface="Arial" panose="020B0604020202020204" pitchFamily="34" charset="0"/>
              <a:buChar char="•"/>
            </a:pPr>
            <a:r>
              <a:rPr lang="en-US" baseline="0" dirty="0"/>
              <a:t>Resource requirement</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06771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dirty="0"/>
              <a:t>Standard scripts that are part of automation will have estimation based</a:t>
            </a:r>
            <a:r>
              <a:rPr lang="en-US" baseline="0" dirty="0"/>
              <a:t> on FTE</a:t>
            </a:r>
          </a:p>
          <a:p>
            <a:pPr marL="895335" lvl="1" indent="-285750">
              <a:buFont typeface="Arial" panose="020B0604020202020204" pitchFamily="34" charset="0"/>
              <a:buChar char="•"/>
            </a:pPr>
            <a:r>
              <a:rPr lang="en-US" baseline="0" dirty="0"/>
              <a:t>How many FTE (Tech as well as Func) we will need to manage and execute the scripts based on timeline we proposed</a:t>
            </a:r>
          </a:p>
          <a:p>
            <a:pPr marL="895335" lvl="1" indent="-285750">
              <a:buFont typeface="Arial" panose="020B0604020202020204" pitchFamily="34" charset="0"/>
              <a:buChar char="•"/>
            </a:pPr>
            <a:r>
              <a:rPr lang="en-US" baseline="0" dirty="0"/>
              <a:t>What phase will it cover</a:t>
            </a:r>
          </a:p>
          <a:p>
            <a:pPr marL="285750" lvl="0" indent="-285750">
              <a:buFont typeface="Arial" panose="020B0604020202020204" pitchFamily="34" charset="0"/>
              <a:buChar char="•"/>
            </a:pPr>
            <a:r>
              <a:rPr lang="en-US" baseline="0" dirty="0"/>
              <a:t>Custom scripts details</a:t>
            </a:r>
          </a:p>
          <a:p>
            <a:pPr marL="895335" lvl="1" indent="-285750">
              <a:buFont typeface="Arial" panose="020B0604020202020204" pitchFamily="34" charset="0"/>
              <a:buChar char="•"/>
            </a:pPr>
            <a:r>
              <a:rPr lang="en-US" baseline="0" dirty="0"/>
              <a:t>What will be manual vs. automated</a:t>
            </a:r>
          </a:p>
          <a:p>
            <a:pPr marL="895335" lvl="1" indent="-285750">
              <a:buFont typeface="Arial" panose="020B0604020202020204" pitchFamily="34" charset="0"/>
              <a:buChar char="•"/>
            </a:pPr>
            <a:r>
              <a:rPr lang="en-US" baseline="0" dirty="0"/>
              <a:t>Estimation model for automating it based on complexity</a:t>
            </a:r>
          </a:p>
          <a:p>
            <a:pPr marL="895335" lvl="1" indent="-285750">
              <a:buFont typeface="Arial" panose="020B0604020202020204" pitchFamily="34" charset="0"/>
              <a:buChar char="•"/>
            </a:pPr>
            <a:r>
              <a:rPr lang="en-US" baseline="0" dirty="0"/>
              <a:t>Resource requirement</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322225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dirty="0"/>
              <a:t>Standard scripts that are part of automation will have estimation based</a:t>
            </a:r>
            <a:r>
              <a:rPr lang="en-US" baseline="0" dirty="0"/>
              <a:t> on FTE</a:t>
            </a:r>
          </a:p>
          <a:p>
            <a:pPr marL="895335" lvl="1" indent="-285750">
              <a:buFont typeface="Arial" panose="020B0604020202020204" pitchFamily="34" charset="0"/>
              <a:buChar char="•"/>
            </a:pPr>
            <a:r>
              <a:rPr lang="en-US" baseline="0" dirty="0"/>
              <a:t>How many FTE (Tech as well as Func) we will need to manage and execute the scripts based on timeline we proposed</a:t>
            </a:r>
          </a:p>
          <a:p>
            <a:pPr marL="895335" lvl="1" indent="-285750">
              <a:buFont typeface="Arial" panose="020B0604020202020204" pitchFamily="34" charset="0"/>
              <a:buChar char="•"/>
            </a:pPr>
            <a:r>
              <a:rPr lang="en-US" baseline="0" dirty="0"/>
              <a:t>What phase will it cover</a:t>
            </a:r>
          </a:p>
          <a:p>
            <a:pPr marL="285750" lvl="0" indent="-285750">
              <a:buFont typeface="Arial" panose="020B0604020202020204" pitchFamily="34" charset="0"/>
              <a:buChar char="•"/>
            </a:pPr>
            <a:r>
              <a:rPr lang="en-US" baseline="0" dirty="0"/>
              <a:t>Custom scripts details</a:t>
            </a:r>
          </a:p>
          <a:p>
            <a:pPr marL="895335" lvl="1" indent="-285750">
              <a:buFont typeface="Arial" panose="020B0604020202020204" pitchFamily="34" charset="0"/>
              <a:buChar char="•"/>
            </a:pPr>
            <a:r>
              <a:rPr lang="en-US" baseline="0" dirty="0"/>
              <a:t>What will be manual vs. automated</a:t>
            </a:r>
          </a:p>
          <a:p>
            <a:pPr marL="895335" lvl="1" indent="-285750">
              <a:buFont typeface="Arial" panose="020B0604020202020204" pitchFamily="34" charset="0"/>
              <a:buChar char="•"/>
            </a:pPr>
            <a:r>
              <a:rPr lang="en-US" baseline="0" dirty="0"/>
              <a:t>Estimation model for automating it based on complexity</a:t>
            </a:r>
          </a:p>
          <a:p>
            <a:pPr marL="895335" lvl="1" indent="-285750">
              <a:buFont typeface="Arial" panose="020B0604020202020204" pitchFamily="34" charset="0"/>
              <a:buChar char="•"/>
            </a:pPr>
            <a:r>
              <a:rPr lang="en-US" baseline="0" dirty="0"/>
              <a:t>Resource requirement</a:t>
            </a:r>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12</a:t>
            </a:fld>
            <a:endParaRPr lang="en-US" dirty="0"/>
          </a:p>
        </p:txBody>
      </p:sp>
    </p:spTree>
    <p:extLst>
      <p:ext uri="{BB962C8B-B14F-4D97-AF65-F5344CB8AC3E}">
        <p14:creationId xmlns:p14="http://schemas.microsoft.com/office/powerpoint/2010/main" val="14998932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dirty="0"/>
              <a:t>Standard scripts that are part of automation will have estimation based</a:t>
            </a:r>
            <a:r>
              <a:rPr lang="en-US" baseline="0" dirty="0"/>
              <a:t> on FTE</a:t>
            </a:r>
          </a:p>
          <a:p>
            <a:pPr marL="895335" lvl="1" indent="-285750">
              <a:buFont typeface="Arial" panose="020B0604020202020204" pitchFamily="34" charset="0"/>
              <a:buChar char="•"/>
            </a:pPr>
            <a:r>
              <a:rPr lang="en-US" baseline="0" dirty="0"/>
              <a:t>How many FTE (Tech as well as Func) we will need to manage and execute the scripts based on timeline we proposed</a:t>
            </a:r>
          </a:p>
          <a:p>
            <a:pPr marL="895335" lvl="1" indent="-285750">
              <a:buFont typeface="Arial" panose="020B0604020202020204" pitchFamily="34" charset="0"/>
              <a:buChar char="•"/>
            </a:pPr>
            <a:r>
              <a:rPr lang="en-US" baseline="0" dirty="0"/>
              <a:t>What phase will it cover</a:t>
            </a:r>
          </a:p>
          <a:p>
            <a:pPr marL="285750" lvl="0" indent="-285750">
              <a:buFont typeface="Arial" panose="020B0604020202020204" pitchFamily="34" charset="0"/>
              <a:buChar char="•"/>
            </a:pPr>
            <a:r>
              <a:rPr lang="en-US" baseline="0" dirty="0"/>
              <a:t>Custom scripts details</a:t>
            </a:r>
          </a:p>
          <a:p>
            <a:pPr marL="895335" lvl="1" indent="-285750">
              <a:buFont typeface="Arial" panose="020B0604020202020204" pitchFamily="34" charset="0"/>
              <a:buChar char="•"/>
            </a:pPr>
            <a:r>
              <a:rPr lang="en-US" baseline="0" dirty="0"/>
              <a:t>What will be manual vs. automated</a:t>
            </a:r>
          </a:p>
          <a:p>
            <a:pPr marL="895335" lvl="1" indent="-285750">
              <a:buFont typeface="Arial" panose="020B0604020202020204" pitchFamily="34" charset="0"/>
              <a:buChar char="•"/>
            </a:pPr>
            <a:r>
              <a:rPr lang="en-US" baseline="0" dirty="0"/>
              <a:t>Estimation model for automating it based on complexity</a:t>
            </a:r>
          </a:p>
          <a:p>
            <a:pPr marL="895335" lvl="1" indent="-285750">
              <a:buFont typeface="Arial" panose="020B0604020202020204" pitchFamily="34" charset="0"/>
              <a:buChar char="•"/>
            </a:pPr>
            <a:r>
              <a:rPr lang="en-US" baseline="0" dirty="0"/>
              <a:t>Resource requirement</a:t>
            </a:r>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14</a:t>
            </a:fld>
            <a:endParaRPr lang="en-US" dirty="0"/>
          </a:p>
        </p:txBody>
      </p:sp>
    </p:spTree>
    <p:extLst>
      <p:ext uri="{BB962C8B-B14F-4D97-AF65-F5344CB8AC3E}">
        <p14:creationId xmlns:p14="http://schemas.microsoft.com/office/powerpoint/2010/main" val="24123122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dirty="0"/>
              <a:t>Standard scripts that are part of automation will have estimation based</a:t>
            </a:r>
            <a:r>
              <a:rPr lang="en-US" baseline="0" dirty="0"/>
              <a:t> on FTE</a:t>
            </a:r>
          </a:p>
          <a:p>
            <a:pPr marL="895335" lvl="1" indent="-285750">
              <a:buFont typeface="Arial" panose="020B0604020202020204" pitchFamily="34" charset="0"/>
              <a:buChar char="•"/>
            </a:pPr>
            <a:r>
              <a:rPr lang="en-US" baseline="0" dirty="0"/>
              <a:t>How many FTE (Tech as well as Func) we will need to manage and execute the scripts based on timeline we proposed</a:t>
            </a:r>
          </a:p>
          <a:p>
            <a:pPr marL="895335" lvl="1" indent="-285750">
              <a:buFont typeface="Arial" panose="020B0604020202020204" pitchFamily="34" charset="0"/>
              <a:buChar char="•"/>
            </a:pPr>
            <a:r>
              <a:rPr lang="en-US" baseline="0" dirty="0"/>
              <a:t>What phase will it cover</a:t>
            </a:r>
          </a:p>
          <a:p>
            <a:pPr marL="285750" lvl="0" indent="-285750">
              <a:buFont typeface="Arial" panose="020B0604020202020204" pitchFamily="34" charset="0"/>
              <a:buChar char="•"/>
            </a:pPr>
            <a:r>
              <a:rPr lang="en-US" baseline="0" dirty="0"/>
              <a:t>Custom scripts details</a:t>
            </a:r>
          </a:p>
          <a:p>
            <a:pPr marL="895335" lvl="1" indent="-285750">
              <a:buFont typeface="Arial" panose="020B0604020202020204" pitchFamily="34" charset="0"/>
              <a:buChar char="•"/>
            </a:pPr>
            <a:r>
              <a:rPr lang="en-US" baseline="0" dirty="0"/>
              <a:t>What will be manual vs. automated</a:t>
            </a:r>
          </a:p>
          <a:p>
            <a:pPr marL="895335" lvl="1" indent="-285750">
              <a:buFont typeface="Arial" panose="020B0604020202020204" pitchFamily="34" charset="0"/>
              <a:buChar char="•"/>
            </a:pPr>
            <a:r>
              <a:rPr lang="en-US" baseline="0" dirty="0"/>
              <a:t>Estimation model for automating it based on complexity</a:t>
            </a:r>
          </a:p>
          <a:p>
            <a:pPr marL="895335" lvl="1" indent="-285750">
              <a:buFont typeface="Arial" panose="020B0604020202020204" pitchFamily="34" charset="0"/>
              <a:buChar char="•"/>
            </a:pPr>
            <a:r>
              <a:rPr lang="en-US" baseline="0" dirty="0"/>
              <a:t>Resource requirement</a:t>
            </a:r>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16</a:t>
            </a:fld>
            <a:endParaRPr lang="en-US" dirty="0"/>
          </a:p>
        </p:txBody>
      </p:sp>
    </p:spTree>
    <p:extLst>
      <p:ext uri="{BB962C8B-B14F-4D97-AF65-F5344CB8AC3E}">
        <p14:creationId xmlns:p14="http://schemas.microsoft.com/office/powerpoint/2010/main" val="41373860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dirty="0"/>
              <a:t>Standard scripts that are part of automation will have estimation based</a:t>
            </a:r>
            <a:r>
              <a:rPr lang="en-US" baseline="0" dirty="0"/>
              <a:t> on FTE</a:t>
            </a:r>
          </a:p>
          <a:p>
            <a:pPr marL="895335" lvl="1" indent="-285750">
              <a:buFont typeface="Arial" panose="020B0604020202020204" pitchFamily="34" charset="0"/>
              <a:buChar char="•"/>
            </a:pPr>
            <a:r>
              <a:rPr lang="en-US" baseline="0" dirty="0"/>
              <a:t>How many FTE (Tech as well as Func) we will need to manage and execute the scripts based on timeline we proposed</a:t>
            </a:r>
          </a:p>
          <a:p>
            <a:pPr marL="895335" lvl="1" indent="-285750">
              <a:buFont typeface="Arial" panose="020B0604020202020204" pitchFamily="34" charset="0"/>
              <a:buChar char="•"/>
            </a:pPr>
            <a:r>
              <a:rPr lang="en-US" baseline="0" dirty="0"/>
              <a:t>What phase will it cover</a:t>
            </a:r>
          </a:p>
          <a:p>
            <a:pPr marL="285750" lvl="0" indent="-285750">
              <a:buFont typeface="Arial" panose="020B0604020202020204" pitchFamily="34" charset="0"/>
              <a:buChar char="•"/>
            </a:pPr>
            <a:r>
              <a:rPr lang="en-US" baseline="0" dirty="0"/>
              <a:t>Custom scripts details</a:t>
            </a:r>
          </a:p>
          <a:p>
            <a:pPr marL="895335" lvl="1" indent="-285750">
              <a:buFont typeface="Arial" panose="020B0604020202020204" pitchFamily="34" charset="0"/>
              <a:buChar char="•"/>
            </a:pPr>
            <a:r>
              <a:rPr lang="en-US" baseline="0" dirty="0"/>
              <a:t>What will be manual vs. automated</a:t>
            </a:r>
          </a:p>
          <a:p>
            <a:pPr marL="895335" lvl="1" indent="-285750">
              <a:buFont typeface="Arial" panose="020B0604020202020204" pitchFamily="34" charset="0"/>
              <a:buChar char="•"/>
            </a:pPr>
            <a:r>
              <a:rPr lang="en-US" baseline="0" dirty="0"/>
              <a:t>Estimation model for automating it based on complexity</a:t>
            </a:r>
          </a:p>
          <a:p>
            <a:pPr marL="895335" lvl="1" indent="-285750">
              <a:buFont typeface="Arial" panose="020B0604020202020204" pitchFamily="34" charset="0"/>
              <a:buChar char="•"/>
            </a:pPr>
            <a:r>
              <a:rPr lang="en-US" baseline="0" dirty="0"/>
              <a:t>Resource requirement</a:t>
            </a:r>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18</a:t>
            </a:fld>
            <a:endParaRPr lang="en-US" dirty="0"/>
          </a:p>
        </p:txBody>
      </p:sp>
    </p:spTree>
    <p:extLst>
      <p:ext uri="{BB962C8B-B14F-4D97-AF65-F5344CB8AC3E}">
        <p14:creationId xmlns:p14="http://schemas.microsoft.com/office/powerpoint/2010/main" val="42055359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prstClr val="black"/>
              </a:solidFill>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2391087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www.deloitte.com/us/about" TargetMode="External"/><Relationship Id="rId2" Type="http://schemas.openxmlformats.org/officeDocument/2006/relationships/hyperlink" Target="http://www.deloitte.com/about"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tags" Target="../tags/tag2.xml"/><Relationship Id="rId7" Type="http://schemas.openxmlformats.org/officeDocument/2006/relationships/slideMaster" Target="../slideMasters/slideMaster2.xml"/><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Master" Target="../slideMasters/slideMaster3.xml"/><Relationship Id="rId4" Type="http://schemas.openxmlformats.org/officeDocument/2006/relationships/image" Target="../media/image10.jpe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7.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7.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7.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1" name="Shape 39"/>
          <p:cNvSpPr/>
          <p:nvPr userDrawn="1"/>
        </p:nvSpPr>
        <p:spPr>
          <a:xfrm>
            <a:off x="509035" y="891434"/>
            <a:ext cx="6707424" cy="1145995"/>
          </a:xfrm>
          <a:custGeom>
            <a:avLst/>
            <a:gdLst/>
            <a:ahLst/>
            <a:cxnLst>
              <a:cxn ang="0">
                <a:pos x="wd2" y="hd2"/>
              </a:cxn>
              <a:cxn ang="5400000">
                <a:pos x="wd2" y="hd2"/>
              </a:cxn>
              <a:cxn ang="10800000">
                <a:pos x="wd2" y="hd2"/>
              </a:cxn>
              <a:cxn ang="16200000">
                <a:pos x="wd2" y="hd2"/>
              </a:cxn>
            </a:cxnLst>
            <a:rect l="0" t="0" r="r" b="b"/>
            <a:pathLst>
              <a:path w="21600" h="21600" extrusionOk="0">
                <a:moveTo>
                  <a:pt x="19916" y="0"/>
                </a:moveTo>
                <a:lnTo>
                  <a:pt x="0" y="0"/>
                </a:lnTo>
                <a:lnTo>
                  <a:pt x="2404" y="21600"/>
                </a:lnTo>
                <a:lnTo>
                  <a:pt x="21600" y="21600"/>
                </a:lnTo>
                <a:lnTo>
                  <a:pt x="19916" y="0"/>
                </a:lnTo>
                <a:close/>
              </a:path>
            </a:pathLst>
          </a:custGeom>
          <a:solidFill>
            <a:srgbClr val="FFFFFF"/>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2400"/>
            </a:pPr>
            <a:endParaRPr kumimoji="0" sz="2400" b="0" i="0" u="none" strike="noStrike" kern="0" cap="none" spc="0" normalizeH="0" baseline="0" noProof="0" dirty="0">
              <a:ln>
                <a:noFill/>
              </a:ln>
              <a:solidFill>
                <a:prstClr val="black"/>
              </a:solidFill>
              <a:effectLst/>
              <a:uLnTx/>
              <a:uFillTx/>
            </a:endParaRPr>
          </a:p>
        </p:txBody>
      </p:sp>
      <p:grpSp>
        <p:nvGrpSpPr>
          <p:cNvPr id="39" name="Group 38"/>
          <p:cNvGrpSpPr>
            <a:grpSpLocks noChangeAspect="1"/>
          </p:cNvGrpSpPr>
          <p:nvPr userDrawn="1"/>
        </p:nvGrpSpPr>
        <p:grpSpPr>
          <a:xfrm>
            <a:off x="89196" y="6495927"/>
            <a:ext cx="2033894" cy="285845"/>
            <a:chOff x="398463" y="404813"/>
            <a:chExt cx="1627187" cy="307976"/>
          </a:xfrm>
          <a:solidFill>
            <a:sysClr val="windowText" lastClr="000000"/>
          </a:solidFill>
        </p:grpSpPr>
        <p:sp>
          <p:nvSpPr>
            <p:cNvPr id="40" name="Oval 5"/>
            <p:cNvSpPr>
              <a:spLocks noChangeArrowheads="1"/>
            </p:cNvSpPr>
            <p:nvPr userDrawn="1"/>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4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4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4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4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4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4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4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4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4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grpSp>
      <p:pic>
        <p:nvPicPr>
          <p:cNvPr id="18" name="Pictur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3122" y="111470"/>
            <a:ext cx="2029968" cy="571229"/>
          </a:xfrm>
          <a:prstGeom prst="rect">
            <a:avLst/>
          </a:prstGeom>
        </p:spPr>
      </p:pic>
      <p:pic>
        <p:nvPicPr>
          <p:cNvPr id="19" name="Picture 18"/>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881644" y="891434"/>
            <a:ext cx="8310356" cy="5966565"/>
          </a:xfrm>
          <a:prstGeom prst="rect">
            <a:avLst/>
          </a:prstGeom>
        </p:spPr>
      </p:pic>
    </p:spTree>
    <p:extLst>
      <p:ext uri="{BB962C8B-B14F-4D97-AF65-F5344CB8AC3E}">
        <p14:creationId xmlns:p14="http://schemas.microsoft.com/office/powerpoint/2010/main" val="3147740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5696" y="225978"/>
            <a:ext cx="10960608" cy="338328"/>
          </a:xfrm>
          <a:prstGeom prst="rect">
            <a:avLst/>
          </a:prstGeom>
        </p:spPr>
        <p:txBody>
          <a:bodyPr/>
          <a:lstStyle>
            <a:lvl1pPr>
              <a:defRPr sz="2000">
                <a:solidFill>
                  <a:srgbClr val="002060"/>
                </a:solidFill>
                <a:latin typeface="+mn-lt"/>
                <a:cs typeface="Arial"/>
              </a:defRPr>
            </a:lvl1pPr>
          </a:lstStyle>
          <a:p>
            <a:r>
              <a:rPr lang="en-US" dirty="0"/>
              <a:t>Click to edit Master title style</a:t>
            </a:r>
          </a:p>
        </p:txBody>
      </p:sp>
      <p:sp>
        <p:nvSpPr>
          <p:cNvPr id="3" name="Content Placeholder 2"/>
          <p:cNvSpPr>
            <a:spLocks noGrp="1"/>
          </p:cNvSpPr>
          <p:nvPr>
            <p:ph idx="1" hasCustomPrompt="1"/>
          </p:nvPr>
        </p:nvSpPr>
        <p:spPr>
          <a:xfrm>
            <a:off x="609600" y="1829732"/>
            <a:ext cx="10972800" cy="4254984"/>
          </a:xfrm>
          <a:prstGeom prst="rect">
            <a:avLst/>
          </a:prstGeom>
        </p:spPr>
        <p:txBody>
          <a:bodyPr/>
          <a:lstStyle>
            <a:lvl1pPr>
              <a:defRPr sz="2000" b="0">
                <a:solidFill>
                  <a:schemeClr val="tx1"/>
                </a:solidFill>
                <a:latin typeface="+mn-lt"/>
                <a:cs typeface="Arial"/>
              </a:defRPr>
            </a:lvl1pPr>
            <a:lvl2pPr marL="457130" indent="-223802">
              <a:buFont typeface="Arial" pitchFamily="34" charset="0"/>
              <a:buChar char="•"/>
              <a:defRPr sz="1600" b="1">
                <a:solidFill>
                  <a:schemeClr val="tx1"/>
                </a:solidFill>
                <a:latin typeface="+mn-lt"/>
                <a:cs typeface="Arial"/>
              </a:defRPr>
            </a:lvl2pPr>
            <a:lvl3pPr marL="457133" indent="0">
              <a:buClr>
                <a:srgbClr val="1074AC"/>
              </a:buClr>
              <a:buFont typeface="Lucida Grande"/>
              <a:buNone/>
              <a:defRPr sz="1400" b="0">
                <a:solidFill>
                  <a:schemeClr val="tx1"/>
                </a:solidFill>
                <a:latin typeface="+mn-lt"/>
                <a:cs typeface="Arial"/>
              </a:defRPr>
            </a:lvl3pPr>
            <a:lvl4pPr>
              <a:defRPr sz="1400">
                <a:solidFill>
                  <a:schemeClr val="tx1"/>
                </a:solidFill>
                <a:latin typeface="+mn-lt"/>
                <a:cs typeface="Arial"/>
              </a:defRPr>
            </a:lvl4pPr>
            <a:lvl5pPr>
              <a:defRPr sz="1200">
                <a:solidFill>
                  <a:schemeClr val="tx1"/>
                </a:solidFill>
                <a:latin typeface="+mn-lt"/>
                <a:cs typeface="Aria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0"/>
          </p:nvPr>
        </p:nvSpPr>
        <p:spPr>
          <a:xfrm>
            <a:off x="615696" y="588908"/>
            <a:ext cx="10960608" cy="566928"/>
          </a:xfrm>
          <a:prstGeom prst="rect">
            <a:avLst/>
          </a:prstGeom>
        </p:spPr>
        <p:txBody>
          <a:bodyPr/>
          <a:lstStyle>
            <a:lvl1pPr>
              <a:defRPr lang="en-US" sz="1600" b="0" kern="1200" dirty="0" smtClean="0">
                <a:solidFill>
                  <a:srgbClr val="85BC25"/>
                </a:solidFill>
                <a:latin typeface="+mn-lt"/>
                <a:ea typeface="+mn-ea"/>
                <a:cs typeface="Arial" panose="020B0604020202020204" pitchFamily="34" charset="0"/>
              </a:defRPr>
            </a:lvl1pPr>
          </a:lstStyle>
          <a:p>
            <a:pPr lvl="0"/>
            <a:r>
              <a:rPr lang="en-US" dirty="0"/>
              <a:t>Click to edit Master text styles</a:t>
            </a:r>
          </a:p>
        </p:txBody>
      </p:sp>
      <p:sp>
        <p:nvSpPr>
          <p:cNvPr id="20" name="Footer Placeholder 4"/>
          <p:cNvSpPr>
            <a:spLocks noGrp="1"/>
          </p:cNvSpPr>
          <p:nvPr>
            <p:ph type="ftr" sz="quarter" idx="3"/>
          </p:nvPr>
        </p:nvSpPr>
        <p:spPr>
          <a:xfrm>
            <a:off x="609601" y="6084717"/>
            <a:ext cx="10966704" cy="741536"/>
          </a:xfrm>
          <a:prstGeom prst="rect">
            <a:avLst/>
          </a:prstGeom>
          <a:solidFill>
            <a:schemeClr val="accent1">
              <a:lumMod val="20000"/>
              <a:lumOff val="80000"/>
            </a:schemeClr>
          </a:solidFill>
        </p:spPr>
        <p:txBody>
          <a:bodyPr anchor="ctr"/>
          <a:lstStyle>
            <a:lvl1pPr algn="ctr">
              <a:defRPr sz="800">
                <a:solidFill>
                  <a:schemeClr val="tx1"/>
                </a:solidFill>
              </a:defRPr>
            </a:lvl1pPr>
          </a:lstStyle>
          <a:p>
            <a:r>
              <a:rPr lang="en-US" dirty="0"/>
              <a:t>HGV Cloud Implementation Project</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00668" y="6455485"/>
            <a:ext cx="1019005" cy="367611"/>
          </a:xfrm>
          <a:prstGeom prst="rect">
            <a:avLst/>
          </a:prstGeom>
        </p:spPr>
      </p:pic>
      <p:grpSp>
        <p:nvGrpSpPr>
          <p:cNvPr id="7" name="Group 6"/>
          <p:cNvGrpSpPr>
            <a:grpSpLocks noChangeAspect="1"/>
          </p:cNvGrpSpPr>
          <p:nvPr userDrawn="1"/>
        </p:nvGrpSpPr>
        <p:grpSpPr>
          <a:xfrm>
            <a:off x="10166782" y="286924"/>
            <a:ext cx="1315790" cy="184922"/>
            <a:chOff x="398463" y="404813"/>
            <a:chExt cx="1627187" cy="307976"/>
          </a:xfrm>
          <a:solidFill>
            <a:sysClr val="windowText" lastClr="000000"/>
          </a:solidFill>
        </p:grpSpPr>
        <p:sp>
          <p:nvSpPr>
            <p:cNvPr id="8" name="Oval 5"/>
            <p:cNvSpPr>
              <a:spLocks noChangeArrowheads="1"/>
            </p:cNvSpPr>
            <p:nvPr userDrawn="1"/>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9"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1"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3"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4"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grpSp>
    </p:spTree>
    <p:extLst>
      <p:ext uri="{BB962C8B-B14F-4D97-AF65-F5344CB8AC3E}">
        <p14:creationId xmlns:p14="http://schemas.microsoft.com/office/powerpoint/2010/main" val="3644554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00B0F0"/>
        </a:solidFill>
        <a:effectLst/>
      </p:bgPr>
    </p:bg>
    <p:spTree>
      <p:nvGrpSpPr>
        <p:cNvPr id="1" name=""/>
        <p:cNvGrpSpPr/>
        <p:nvPr/>
      </p:nvGrpSpPr>
      <p:grpSpPr>
        <a:xfrm>
          <a:off x="0" y="0"/>
          <a:ext cx="0" cy="0"/>
          <a:chOff x="0" y="0"/>
          <a:chExt cx="0" cy="0"/>
        </a:xfrm>
      </p:grpSpPr>
      <p:sp>
        <p:nvSpPr>
          <p:cNvPr id="19" name="Title 1"/>
          <p:cNvSpPr>
            <a:spLocks noGrp="1"/>
          </p:cNvSpPr>
          <p:nvPr>
            <p:ph type="ctrTitle"/>
          </p:nvPr>
        </p:nvSpPr>
        <p:spPr>
          <a:xfrm>
            <a:off x="2672676" y="2511972"/>
            <a:ext cx="7122966" cy="914400"/>
          </a:xfrm>
          <a:prstGeom prst="rect">
            <a:avLst/>
          </a:prstGeom>
        </p:spPr>
        <p:txBody>
          <a:bodyPr anchor="b">
            <a:noAutofit/>
          </a:bodyPr>
          <a:lstStyle>
            <a:lvl1pPr algn="l">
              <a:defRPr sz="4400">
                <a:solidFill>
                  <a:schemeClr val="bg1"/>
                </a:solidFill>
              </a:defRPr>
            </a:lvl1pPr>
          </a:lstStyle>
          <a:p>
            <a:r>
              <a:rPr lang="en-US" dirty="0"/>
              <a:t>Click to edit Master title style</a:t>
            </a:r>
          </a:p>
        </p:txBody>
      </p:sp>
      <p:sp>
        <p:nvSpPr>
          <p:cNvPr id="4" name="Copyright"/>
          <p:cNvSpPr txBox="1"/>
          <p:nvPr userDrawn="1"/>
        </p:nvSpPr>
        <p:spPr>
          <a:xfrm>
            <a:off x="239838" y="6513661"/>
            <a:ext cx="5368448" cy="100306"/>
          </a:xfrm>
          <a:prstGeom prst="rect">
            <a:avLst/>
          </a:prstGeom>
          <a:noFill/>
        </p:spPr>
        <p:txBody>
          <a:bodyPr vert="horz" wrap="square" lIns="0" tIns="0" rIns="0" bIns="0" rtlCol="0" anchor="t">
            <a:noAutofit/>
          </a:bodyPr>
          <a:lstStyle/>
          <a:p>
            <a:pPr marL="0" indent="0" algn="l" defTabSz="1222218" rtl="0" eaLnBrk="1" latinLnBrk="0" hangingPunct="1">
              <a:spcBef>
                <a:spcPts val="802"/>
              </a:spcBef>
              <a:buSzPct val="100000"/>
              <a:buFont typeface="Arial"/>
              <a:buNone/>
            </a:pPr>
            <a:r>
              <a:rPr lang="en-US" sz="652" b="0" noProof="0" dirty="0">
                <a:solidFill>
                  <a:schemeClr val="bg1"/>
                </a:solidFill>
                <a:latin typeface="+mn-lt"/>
              </a:rPr>
              <a:t>Copyright © 2018 Deloitte Development LLC. All rights reserved.</a:t>
            </a:r>
          </a:p>
        </p:txBody>
      </p:sp>
      <p:sp>
        <p:nvSpPr>
          <p:cNvPr id="5" name="Slide Number Placeholder 5"/>
          <p:cNvSpPr txBox="1">
            <a:spLocks/>
          </p:cNvSpPr>
          <p:nvPr userDrawn="1"/>
        </p:nvSpPr>
        <p:spPr>
          <a:xfrm>
            <a:off x="11666742" y="6488400"/>
            <a:ext cx="172692" cy="187798"/>
          </a:xfrm>
          <a:prstGeom prst="rect">
            <a:avLst/>
          </a:prstGeom>
        </p:spPr>
        <p:txBody>
          <a:bodyPr vert="horz" lIns="0" tIns="0" rIns="0" bIns="0" rtlCol="0" anchor="ctr" anchorCtr="0"/>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endParaRPr kumimoji="0" lang="en-US" sz="902"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743396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4" name="Text Placeholder 3"/>
          <p:cNvSpPr txBox="1">
            <a:spLocks/>
          </p:cNvSpPr>
          <p:nvPr userDrawn="1"/>
        </p:nvSpPr>
        <p:spPr bwMode="gray">
          <a:xfrm>
            <a:off x="536448" y="5375078"/>
            <a:ext cx="6583680" cy="1152144"/>
          </a:xfrm>
          <a:prstGeom prst="rect">
            <a:avLst/>
          </a:prstGeom>
        </p:spPr>
        <p:txBody>
          <a:bodyPr vert="horz" lIns="0" tIns="0" rIns="0" bIns="0" rtlCol="0" anchor="b" anchorCtr="0">
            <a:noAutofit/>
          </a:bodyPr>
          <a:lstStyle>
            <a:lvl1pPr marL="0" indent="0" algn="l" defTabSz="914400" rtl="0" eaLnBrk="1" latinLnBrk="0" hangingPunct="1">
              <a:lnSpc>
                <a:spcPts val="800"/>
              </a:lnSpc>
              <a:spcBef>
                <a:spcPts val="400"/>
              </a:spcBef>
              <a:spcAft>
                <a:spcPts val="400"/>
              </a:spcAft>
              <a:buSzPct val="100000"/>
              <a:buFont typeface="Arial" panose="020B0604020202020204" pitchFamily="34" charset="0"/>
              <a:buNone/>
              <a:defRPr sz="700" b="0" kern="1200">
                <a:solidFill>
                  <a:schemeClr val="tx2"/>
                </a:solidFill>
                <a:latin typeface="+mn-lt"/>
                <a:ea typeface="+mn-ea"/>
                <a:cs typeface="+mn-cs"/>
              </a:defRPr>
            </a:lvl1pPr>
            <a:lvl2pPr marL="203200" indent="-203200" algn="l" defTabSz="914400" rtl="0" eaLnBrk="1" latinLnBrk="0" hangingPunct="1">
              <a:spcBef>
                <a:spcPts val="600"/>
              </a:spcBef>
              <a:buClrTx/>
              <a:buSzPct val="100000"/>
              <a:buFont typeface="Arial"/>
              <a:buChar char="•"/>
              <a:defRPr lang="en-US" sz="1800" kern="1200" dirty="0" smtClean="0">
                <a:solidFill>
                  <a:schemeClr val="tx2"/>
                </a:solidFill>
                <a:latin typeface="+mn-lt"/>
                <a:ea typeface="+mn-ea"/>
                <a:cs typeface="+mn-cs"/>
              </a:defRPr>
            </a:lvl2pPr>
            <a:lvl3pPr marL="431800" indent="-203200" algn="l" defTabSz="914400" rtl="0" eaLnBrk="1" latinLnBrk="0" hangingPunct="1">
              <a:spcBef>
                <a:spcPts val="600"/>
              </a:spcBef>
              <a:buClrTx/>
              <a:buSzPct val="100000"/>
              <a:buFont typeface="Arial"/>
              <a:buChar char="−"/>
              <a:defRPr lang="en-US" sz="1800" kern="1200" dirty="0" smtClean="0">
                <a:solidFill>
                  <a:schemeClr val="tx2"/>
                </a:solidFill>
                <a:latin typeface="+mn-lt"/>
                <a:ea typeface="+mn-ea"/>
                <a:cs typeface="+mn-cs"/>
              </a:defRPr>
            </a:lvl3pPr>
            <a:lvl4pPr marL="660400" indent="-203200" algn="l" defTabSz="914400" rtl="0" eaLnBrk="1" latinLnBrk="0" hangingPunct="1">
              <a:spcBef>
                <a:spcPts val="600"/>
              </a:spcBef>
              <a:buClrTx/>
              <a:buSzPct val="100000"/>
              <a:buFont typeface="Arial"/>
              <a:buChar char="◦"/>
              <a:defRPr lang="en-US" sz="1600" kern="1200" baseline="0" dirty="0" smtClean="0">
                <a:solidFill>
                  <a:schemeClr val="tx2"/>
                </a:solidFill>
                <a:latin typeface="+mn-lt"/>
                <a:ea typeface="+mn-ea"/>
                <a:cs typeface="+mn-cs"/>
              </a:defRPr>
            </a:lvl4pPr>
            <a:lvl5pPr marL="889000" indent="-203200" algn="l" defTabSz="798513" rtl="0" eaLnBrk="1" latinLnBrk="0" hangingPunct="1">
              <a:spcBef>
                <a:spcPts val="600"/>
              </a:spcBef>
              <a:buClrTx/>
              <a:buSzPct val="100000"/>
              <a:buFont typeface="Arial"/>
              <a:buChar char="−"/>
              <a:tabLst/>
              <a:defRPr lang="en-US" sz="1600" kern="1200" baseline="0" dirty="0" smtClean="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ts val="800"/>
              </a:lnSpc>
              <a:spcBef>
                <a:spcPts val="400"/>
              </a:spcBef>
              <a:spcAft>
                <a:spcPts val="400"/>
              </a:spcAft>
              <a:buClrTx/>
              <a:buSzPct val="100000"/>
              <a:buFont typeface="Arial" panose="020B0604020202020204" pitchFamily="34" charset="0"/>
              <a:buNone/>
              <a:tabLst/>
              <a:defRPr/>
            </a:pPr>
            <a:r>
              <a:rPr kumimoji="0" lang="en-US" sz="700" b="1" i="0" u="none" strike="noStrike" kern="1200" cap="none" spc="0" normalizeH="0" baseline="0" noProof="0" dirty="0">
                <a:ln>
                  <a:noFill/>
                </a:ln>
                <a:solidFill>
                  <a:srgbClr val="313131"/>
                </a:solidFill>
                <a:effectLst/>
                <a:uLnTx/>
                <a:uFillTx/>
                <a:latin typeface="Arial"/>
                <a:ea typeface="+mn-ea"/>
                <a:cs typeface="+mn-cs"/>
              </a:rPr>
              <a:t>About Deloitte</a:t>
            </a:r>
            <a:br>
              <a:rPr kumimoji="0" lang="en-US" sz="700" b="0" i="0" u="none" strike="noStrike" kern="1200" cap="none" spc="0" normalizeH="0" baseline="0" noProof="0" dirty="0">
                <a:ln>
                  <a:noFill/>
                </a:ln>
                <a:solidFill>
                  <a:srgbClr val="313131"/>
                </a:solidFill>
                <a:effectLst/>
                <a:uLnTx/>
                <a:uFillTx/>
                <a:latin typeface="Arial"/>
                <a:ea typeface="+mn-ea"/>
                <a:cs typeface="+mn-cs"/>
              </a:rPr>
            </a:br>
            <a:r>
              <a:rPr kumimoji="0" lang="en-US" sz="700" b="0" i="0" u="none" strike="noStrike" kern="1200" cap="none" spc="0" normalizeH="0" baseline="0" noProof="0" dirty="0">
                <a:ln>
                  <a:noFill/>
                </a:ln>
                <a:solidFill>
                  <a:srgbClr val="313131"/>
                </a:solidFill>
                <a:effectLst/>
                <a:uLnTx/>
                <a:uFillTx/>
                <a:latin typeface="Arial"/>
                <a:ea typeface="+mn-ea"/>
                <a:cs typeface="+mn-cs"/>
              </a:rPr>
              <a:t>Deloitte refers to one or more of Deloitte Touche Tohmatsu Limited, a UK private company limited by guarantee, and its network of member firms, each of which is a legally separate and independent entity. Please see </a:t>
            </a:r>
            <a:r>
              <a:rPr kumimoji="0" lang="en-US" sz="700" b="0" i="0" u="none" strike="noStrike" kern="1200" cap="none" spc="0" normalizeH="0" baseline="0" noProof="0" dirty="0">
                <a:ln>
                  <a:noFill/>
                </a:ln>
                <a:solidFill>
                  <a:srgbClr val="313131"/>
                </a:solidFill>
                <a:effectLst/>
                <a:uLnTx/>
                <a:uFillTx/>
                <a:latin typeface="Arial"/>
                <a:ea typeface="+mn-ea"/>
                <a:cs typeface="+mn-cs"/>
                <a:hlinkClick r:id="rId2"/>
              </a:rPr>
              <a:t>www.deloitte.com/about</a:t>
            </a:r>
            <a:r>
              <a:rPr kumimoji="0" lang="en-US" sz="700" b="0" i="0" u="none" strike="noStrike" kern="1200" cap="none" spc="0" normalizeH="0" baseline="0" noProof="0" dirty="0">
                <a:ln>
                  <a:noFill/>
                </a:ln>
                <a:solidFill>
                  <a:srgbClr val="313131"/>
                </a:solidFill>
                <a:effectLst/>
                <a:uLnTx/>
                <a:uFillTx/>
                <a:latin typeface="Arial"/>
                <a:ea typeface="+mn-ea"/>
                <a:cs typeface="+mn-cs"/>
              </a:rPr>
              <a:t> for a detailed description of the legal structure of Deloitte Touche Tohmatsu Limited and its member firms. Please see </a:t>
            </a:r>
            <a:r>
              <a:rPr kumimoji="0" lang="en-US" sz="700" b="0" i="0" u="none" strike="noStrike" kern="1200" cap="none" spc="0" normalizeH="0" baseline="0" noProof="0" dirty="0">
                <a:ln>
                  <a:noFill/>
                </a:ln>
                <a:solidFill>
                  <a:srgbClr val="313131"/>
                </a:solidFill>
                <a:effectLst/>
                <a:uLnTx/>
                <a:uFillTx/>
                <a:latin typeface="Arial"/>
                <a:ea typeface="+mn-ea"/>
                <a:cs typeface="+mn-cs"/>
                <a:hlinkClick r:id="rId3"/>
              </a:rPr>
              <a:t>www.deloitte.com/us/about</a:t>
            </a:r>
            <a:r>
              <a:rPr kumimoji="0" lang="en-US" sz="700" b="0" i="0" u="none" strike="noStrike" kern="1200" cap="none" spc="0" normalizeH="0" baseline="0" noProof="0" dirty="0">
                <a:ln>
                  <a:noFill/>
                </a:ln>
                <a:solidFill>
                  <a:srgbClr val="313131"/>
                </a:solidFill>
                <a:effectLst/>
                <a:uLnTx/>
                <a:uFillTx/>
                <a:latin typeface="Arial"/>
                <a:ea typeface="+mn-ea"/>
                <a:cs typeface="+mn-cs"/>
              </a:rPr>
              <a:t> for a detailed description of the legal structure of Deloitte LLP and its subsidiaries. Certain services may not be available to attest clients under the rules and regulations of public accounting.  </a:t>
            </a:r>
          </a:p>
          <a:p>
            <a:pPr marL="0" marR="0" lvl="0" indent="0" algn="l" defTabSz="914400" rtl="0" eaLnBrk="1" fontAlgn="auto" latinLnBrk="0" hangingPunct="1">
              <a:lnSpc>
                <a:spcPts val="800"/>
              </a:lnSpc>
              <a:spcBef>
                <a:spcPts val="400"/>
              </a:spcBef>
              <a:spcAft>
                <a:spcPts val="400"/>
              </a:spcAft>
              <a:buClrTx/>
              <a:buSzPct val="100000"/>
              <a:buFont typeface="Arial" panose="020B0604020202020204" pitchFamily="34" charset="0"/>
              <a:buNone/>
              <a:tabLst/>
              <a:defRPr/>
            </a:pPr>
            <a:r>
              <a:rPr kumimoji="0" lang="en-US" sz="700" b="0" i="0" u="none" strike="noStrike" kern="1200" cap="none" spc="0" normalizeH="0" baseline="0" noProof="0" dirty="0">
                <a:ln>
                  <a:noFill/>
                </a:ln>
                <a:solidFill>
                  <a:srgbClr val="313131"/>
                </a:solidFill>
                <a:effectLst/>
                <a:uLnTx/>
                <a:uFillTx/>
                <a:latin typeface="Arial"/>
                <a:ea typeface="+mn-ea"/>
                <a:cs typeface="+mn-cs"/>
              </a:rPr>
              <a:t>Copyright © 2016 Deloitte Development LLC. All rights reserved.</a:t>
            </a:r>
            <a:br>
              <a:rPr kumimoji="0" lang="en-US" sz="700" b="0" i="0" u="none" strike="noStrike" kern="1200" cap="none" spc="0" normalizeH="0" baseline="0" noProof="0" dirty="0">
                <a:ln>
                  <a:noFill/>
                </a:ln>
                <a:solidFill>
                  <a:srgbClr val="313131"/>
                </a:solidFill>
                <a:effectLst/>
                <a:uLnTx/>
                <a:uFillTx/>
                <a:latin typeface="Arial"/>
                <a:ea typeface="+mn-ea"/>
                <a:cs typeface="+mn-cs"/>
              </a:rPr>
            </a:br>
            <a:r>
              <a:rPr kumimoji="0" lang="en-US" sz="700" b="0" i="0" u="none" strike="noStrike" kern="1200" cap="none" spc="0" normalizeH="0" baseline="0" noProof="0" dirty="0">
                <a:ln>
                  <a:noFill/>
                </a:ln>
                <a:solidFill>
                  <a:srgbClr val="313131"/>
                </a:solidFill>
                <a:effectLst/>
                <a:uLnTx/>
                <a:uFillTx/>
                <a:latin typeface="Arial"/>
                <a:ea typeface="+mn-ea"/>
                <a:cs typeface="+mn-cs"/>
              </a:rPr>
              <a:t>Member of Deloitte Touche Tohmatsu Limited</a:t>
            </a:r>
          </a:p>
        </p:txBody>
      </p:sp>
      <p:grpSp>
        <p:nvGrpSpPr>
          <p:cNvPr id="35" name="Group 34"/>
          <p:cNvGrpSpPr>
            <a:grpSpLocks noChangeAspect="1"/>
          </p:cNvGrpSpPr>
          <p:nvPr userDrawn="1"/>
        </p:nvGrpSpPr>
        <p:grpSpPr>
          <a:xfrm>
            <a:off x="3950802" y="3127514"/>
            <a:ext cx="4290399" cy="602975"/>
            <a:chOff x="398463" y="404813"/>
            <a:chExt cx="1627187" cy="307976"/>
          </a:xfrm>
          <a:solidFill>
            <a:sysClr val="windowText" lastClr="000000"/>
          </a:solidFill>
        </p:grpSpPr>
        <p:sp>
          <p:nvSpPr>
            <p:cNvPr id="36" name="Oval 5"/>
            <p:cNvSpPr>
              <a:spLocks noChangeArrowheads="1"/>
            </p:cNvSpPr>
            <p:nvPr userDrawn="1"/>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37"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38"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39"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40"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4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4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4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4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4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grpSp>
    </p:spTree>
    <p:extLst>
      <p:ext uri="{BB962C8B-B14F-4D97-AF65-F5344CB8AC3E}">
        <p14:creationId xmlns:p14="http://schemas.microsoft.com/office/powerpoint/2010/main" val="27795099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3" name="Title 1"/>
          <p:cNvSpPr>
            <a:spLocks noGrp="1"/>
          </p:cNvSpPr>
          <p:nvPr>
            <p:ph type="title"/>
          </p:nvPr>
        </p:nvSpPr>
        <p:spPr>
          <a:xfrm>
            <a:off x="412500" y="366779"/>
            <a:ext cx="10972800" cy="606426"/>
          </a:xfrm>
        </p:spPr>
        <p:txBody>
          <a:bodyPr>
            <a:noAutofit/>
          </a:bodyPr>
          <a:lstStyle>
            <a:lvl1pPr algn="l" defTabSz="1214962" rtl="0" eaLnBrk="1" latinLnBrk="0" hangingPunct="1">
              <a:lnSpc>
                <a:spcPct val="100000"/>
              </a:lnSpc>
              <a:spcBef>
                <a:spcPct val="0"/>
              </a:spcBef>
              <a:buNone/>
              <a:defRPr lang="en-US" sz="3208" b="0" kern="1200" dirty="0">
                <a:solidFill>
                  <a:schemeClr val="tx1"/>
                </a:solidFill>
                <a:latin typeface="+mj-lt"/>
                <a:ea typeface="+mj-ea"/>
                <a:cs typeface="Arial" panose="020B0604020202020204" pitchFamily="34" charset="0"/>
              </a:defRPr>
            </a:lvl1pPr>
          </a:lstStyle>
          <a:p>
            <a:r>
              <a:rPr lang="en-US" dirty="0"/>
              <a:t>Click to edit Master title style</a:t>
            </a:r>
          </a:p>
        </p:txBody>
      </p:sp>
      <p:sp>
        <p:nvSpPr>
          <p:cNvPr id="4" name="Content Placeholder 2"/>
          <p:cNvSpPr>
            <a:spLocks noGrp="1"/>
          </p:cNvSpPr>
          <p:nvPr>
            <p:ph idx="1"/>
          </p:nvPr>
        </p:nvSpPr>
        <p:spPr>
          <a:xfrm>
            <a:off x="458334" y="871100"/>
            <a:ext cx="10972800" cy="409575"/>
          </a:xfrm>
        </p:spPr>
        <p:txBody>
          <a:bodyPr>
            <a:noAutofit/>
          </a:bodyPr>
          <a:lstStyle>
            <a:lvl1pPr marL="0" indent="0" algn="l" defTabSz="1214962" rtl="0" eaLnBrk="1" latinLnBrk="0" hangingPunct="1">
              <a:spcBef>
                <a:spcPct val="20000"/>
              </a:spcBef>
              <a:buFont typeface="Arial" pitchFamily="34" charset="0"/>
              <a:buNone/>
              <a:defRPr lang="en-US" sz="1404" b="0" kern="1200" dirty="0" smtClean="0">
                <a:solidFill>
                  <a:schemeClr val="tx1"/>
                </a:solidFill>
                <a:latin typeface="+mn-lt"/>
                <a:ea typeface="+mn-ea"/>
                <a:cs typeface="Arial" panose="020B0604020202020204" pitchFamily="34" charset="0"/>
              </a:defRPr>
            </a:lvl1pPr>
            <a:lvl2pPr marL="303741" indent="-303741" algn="l" defTabSz="1214962" rtl="0" eaLnBrk="1" latinLnBrk="0" hangingPunct="1">
              <a:spcBef>
                <a:spcPct val="20000"/>
              </a:spcBef>
              <a:buFont typeface="Arial" pitchFamily="34" charset="0"/>
              <a:buChar char="•"/>
              <a:defRPr lang="en-US" sz="2707" kern="1200" dirty="0" smtClean="0">
                <a:solidFill>
                  <a:schemeClr val="tx1"/>
                </a:solidFill>
                <a:latin typeface="+mn-lt"/>
                <a:ea typeface="+mn-ea"/>
                <a:cs typeface="+mn-cs"/>
              </a:defRPr>
            </a:lvl2pPr>
            <a:lvl3pPr marL="833176" indent="-455603">
              <a:defRPr lang="en-US" sz="2707" kern="1200" dirty="0" smtClean="0">
                <a:solidFill>
                  <a:schemeClr val="tx1"/>
                </a:solidFill>
                <a:latin typeface="+mn-lt"/>
                <a:ea typeface="+mn-ea"/>
                <a:cs typeface="+mn-cs"/>
              </a:defRPr>
            </a:lvl3pPr>
            <a:lvl4pPr marL="1292998" indent="-455603">
              <a:defRPr/>
            </a:lvl4pPr>
          </a:lstStyle>
          <a:p>
            <a:pPr lvl="0"/>
            <a:r>
              <a:rPr lang="en-US" dirty="0"/>
              <a:t>Click to edit Master text styles</a:t>
            </a:r>
          </a:p>
        </p:txBody>
      </p:sp>
      <p:sp>
        <p:nvSpPr>
          <p:cNvPr id="5" name="Copyright"/>
          <p:cNvSpPr txBox="1"/>
          <p:nvPr userDrawn="1"/>
        </p:nvSpPr>
        <p:spPr>
          <a:xfrm>
            <a:off x="4851425" y="6575892"/>
            <a:ext cx="5368448" cy="100306"/>
          </a:xfrm>
          <a:prstGeom prst="rect">
            <a:avLst/>
          </a:prstGeom>
          <a:noFill/>
        </p:spPr>
        <p:txBody>
          <a:bodyPr vert="horz" wrap="square" lIns="0" tIns="0" rIns="0" bIns="0" rtlCol="0" anchor="t">
            <a:noAutofit/>
          </a:bodyPr>
          <a:lstStyle/>
          <a:p>
            <a:pPr marL="0" indent="0" algn="l" defTabSz="1222218" rtl="0" eaLnBrk="1" latinLnBrk="0" hangingPunct="1">
              <a:spcBef>
                <a:spcPts val="802"/>
              </a:spcBef>
              <a:buSzPct val="100000"/>
              <a:buFont typeface="Arial"/>
              <a:buNone/>
            </a:pPr>
            <a:r>
              <a:rPr lang="en-US" sz="652" b="0" noProof="0" dirty="0">
                <a:solidFill>
                  <a:schemeClr val="tx1"/>
                </a:solidFill>
                <a:latin typeface="+mn-lt"/>
              </a:rPr>
              <a:t>Copyright © 2018 Deloitte Development LLC. All rights reserved.</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15175" y="6274779"/>
            <a:ext cx="1019005" cy="367611"/>
          </a:xfrm>
          <a:prstGeom prst="rect">
            <a:avLst/>
          </a:prstGeom>
        </p:spPr>
      </p:pic>
      <p:grpSp>
        <p:nvGrpSpPr>
          <p:cNvPr id="8" name="Group 7"/>
          <p:cNvGrpSpPr>
            <a:grpSpLocks noChangeAspect="1"/>
          </p:cNvGrpSpPr>
          <p:nvPr userDrawn="1"/>
        </p:nvGrpSpPr>
        <p:grpSpPr>
          <a:xfrm>
            <a:off x="483429" y="6333544"/>
            <a:ext cx="2033894" cy="285845"/>
            <a:chOff x="398463" y="404813"/>
            <a:chExt cx="1627187" cy="307976"/>
          </a:xfrm>
          <a:solidFill>
            <a:sysClr val="windowText" lastClr="000000"/>
          </a:solidFill>
        </p:grpSpPr>
        <p:sp>
          <p:nvSpPr>
            <p:cNvPr id="9" name="Oval 8"/>
            <p:cNvSpPr>
              <a:spLocks noChangeArrowheads="1"/>
            </p:cNvSpPr>
            <p:nvPr userDrawn="1"/>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0" name="Freeform 9"/>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1" name="Rectangle 10"/>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2" name="Freeform 11"/>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3" name="Rectangle 12"/>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4" name="Rectangle 13"/>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5" name="Freeform 14"/>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6" name="Freeform 15"/>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7" name="Freeform 16"/>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sp>
          <p:nvSpPr>
            <p:cNvPr id="18" name="Freeform 17"/>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defRPr/>
              </a:pPr>
              <a:endParaRPr lang="en-GB" sz="1950" kern="0" dirty="0">
                <a:solidFill>
                  <a:prstClr val="white"/>
                </a:solidFill>
                <a:latin typeface="Verdana"/>
              </a:endParaRPr>
            </a:p>
          </p:txBody>
        </p:sp>
      </p:grpSp>
    </p:spTree>
    <p:extLst>
      <p:ext uri="{BB962C8B-B14F-4D97-AF65-F5344CB8AC3E}">
        <p14:creationId xmlns:p14="http://schemas.microsoft.com/office/powerpoint/2010/main" val="295828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590521908"/>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5" name="Group 998"/>
          <p:cNvGrpSpPr>
            <a:grpSpLocks/>
          </p:cNvGrpSpPr>
          <p:nvPr>
            <p:custDataLst>
              <p:tags r:id="rId2"/>
            </p:custDataLst>
          </p:nvPr>
        </p:nvGrpSpPr>
        <p:grpSpPr bwMode="auto">
          <a:xfrm>
            <a:off x="622300" y="1303338"/>
            <a:ext cx="10905067" cy="19050"/>
            <a:chOff x="290" y="806"/>
            <a:chExt cx="5152" cy="12"/>
          </a:xfrm>
        </p:grpSpPr>
        <p:sp>
          <p:nvSpPr>
            <p:cNvPr id="6" name="Oval 999"/>
            <p:cNvSpPr>
              <a:spLocks noChangeArrowheads="1"/>
            </p:cNvSpPr>
            <p:nvPr userDrawn="1"/>
          </p:nvSpPr>
          <p:spPr bwMode="auto">
            <a:xfrm>
              <a:off x="29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7" name="Oval 1000"/>
            <p:cNvSpPr>
              <a:spLocks noChangeArrowheads="1"/>
            </p:cNvSpPr>
            <p:nvPr userDrawn="1"/>
          </p:nvSpPr>
          <p:spPr bwMode="auto">
            <a:xfrm>
              <a:off x="35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8" name="Oval 1001"/>
            <p:cNvSpPr>
              <a:spLocks noChangeArrowheads="1"/>
            </p:cNvSpPr>
            <p:nvPr userDrawn="1"/>
          </p:nvSpPr>
          <p:spPr bwMode="auto">
            <a:xfrm>
              <a:off x="41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9" name="Oval 1002"/>
            <p:cNvSpPr>
              <a:spLocks noChangeArrowheads="1"/>
            </p:cNvSpPr>
            <p:nvPr userDrawn="1"/>
          </p:nvSpPr>
          <p:spPr bwMode="auto">
            <a:xfrm>
              <a:off x="47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 name="Oval 1003"/>
            <p:cNvSpPr>
              <a:spLocks noChangeArrowheads="1"/>
            </p:cNvSpPr>
            <p:nvPr userDrawn="1"/>
          </p:nvSpPr>
          <p:spPr bwMode="auto">
            <a:xfrm>
              <a:off x="53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 name="Oval 1004"/>
            <p:cNvSpPr>
              <a:spLocks noChangeArrowheads="1"/>
            </p:cNvSpPr>
            <p:nvPr userDrawn="1"/>
          </p:nvSpPr>
          <p:spPr bwMode="auto">
            <a:xfrm>
              <a:off x="60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2" name="Oval 1005"/>
            <p:cNvSpPr>
              <a:spLocks noChangeArrowheads="1"/>
            </p:cNvSpPr>
            <p:nvPr userDrawn="1"/>
          </p:nvSpPr>
          <p:spPr bwMode="auto">
            <a:xfrm>
              <a:off x="66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3" name="Oval 1006"/>
            <p:cNvSpPr>
              <a:spLocks noChangeArrowheads="1"/>
            </p:cNvSpPr>
            <p:nvPr userDrawn="1"/>
          </p:nvSpPr>
          <p:spPr bwMode="auto">
            <a:xfrm>
              <a:off x="72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4" name="Oval 1007"/>
            <p:cNvSpPr>
              <a:spLocks noChangeArrowheads="1"/>
            </p:cNvSpPr>
            <p:nvPr userDrawn="1"/>
          </p:nvSpPr>
          <p:spPr bwMode="auto">
            <a:xfrm>
              <a:off x="78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5" name="Oval 1008"/>
            <p:cNvSpPr>
              <a:spLocks noChangeArrowheads="1"/>
            </p:cNvSpPr>
            <p:nvPr userDrawn="1"/>
          </p:nvSpPr>
          <p:spPr bwMode="auto">
            <a:xfrm>
              <a:off x="84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6" name="Oval 1009"/>
            <p:cNvSpPr>
              <a:spLocks noChangeArrowheads="1"/>
            </p:cNvSpPr>
            <p:nvPr userDrawn="1"/>
          </p:nvSpPr>
          <p:spPr bwMode="auto">
            <a:xfrm>
              <a:off x="91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7" name="Oval 1010"/>
            <p:cNvSpPr>
              <a:spLocks noChangeArrowheads="1"/>
            </p:cNvSpPr>
            <p:nvPr userDrawn="1"/>
          </p:nvSpPr>
          <p:spPr bwMode="auto">
            <a:xfrm>
              <a:off x="97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8" name="Oval 1011"/>
            <p:cNvSpPr>
              <a:spLocks noChangeArrowheads="1"/>
            </p:cNvSpPr>
            <p:nvPr userDrawn="1"/>
          </p:nvSpPr>
          <p:spPr bwMode="auto">
            <a:xfrm>
              <a:off x="103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9" name="Oval 1012"/>
            <p:cNvSpPr>
              <a:spLocks noChangeArrowheads="1"/>
            </p:cNvSpPr>
            <p:nvPr userDrawn="1"/>
          </p:nvSpPr>
          <p:spPr bwMode="auto">
            <a:xfrm>
              <a:off x="109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20" name="Oval 1013"/>
            <p:cNvSpPr>
              <a:spLocks noChangeArrowheads="1"/>
            </p:cNvSpPr>
            <p:nvPr userDrawn="1"/>
          </p:nvSpPr>
          <p:spPr bwMode="auto">
            <a:xfrm>
              <a:off x="115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21" name="Oval 1014"/>
            <p:cNvSpPr>
              <a:spLocks noChangeArrowheads="1"/>
            </p:cNvSpPr>
            <p:nvPr userDrawn="1"/>
          </p:nvSpPr>
          <p:spPr bwMode="auto">
            <a:xfrm>
              <a:off x="122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22" name="Oval 1015"/>
            <p:cNvSpPr>
              <a:spLocks noChangeArrowheads="1"/>
            </p:cNvSpPr>
            <p:nvPr userDrawn="1"/>
          </p:nvSpPr>
          <p:spPr bwMode="auto">
            <a:xfrm>
              <a:off x="128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23" name="Oval 1016"/>
            <p:cNvSpPr>
              <a:spLocks noChangeArrowheads="1"/>
            </p:cNvSpPr>
            <p:nvPr userDrawn="1"/>
          </p:nvSpPr>
          <p:spPr bwMode="auto">
            <a:xfrm>
              <a:off x="134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24" name="Oval 1017"/>
            <p:cNvSpPr>
              <a:spLocks noChangeArrowheads="1"/>
            </p:cNvSpPr>
            <p:nvPr userDrawn="1"/>
          </p:nvSpPr>
          <p:spPr bwMode="auto">
            <a:xfrm>
              <a:off x="140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25" name="Oval 1018"/>
            <p:cNvSpPr>
              <a:spLocks noChangeArrowheads="1"/>
            </p:cNvSpPr>
            <p:nvPr userDrawn="1"/>
          </p:nvSpPr>
          <p:spPr bwMode="auto">
            <a:xfrm>
              <a:off x="146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26" name="Oval 1019"/>
            <p:cNvSpPr>
              <a:spLocks noChangeArrowheads="1"/>
            </p:cNvSpPr>
            <p:nvPr userDrawn="1"/>
          </p:nvSpPr>
          <p:spPr bwMode="auto">
            <a:xfrm>
              <a:off x="152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27" name="Oval 1020"/>
            <p:cNvSpPr>
              <a:spLocks noChangeArrowheads="1"/>
            </p:cNvSpPr>
            <p:nvPr userDrawn="1"/>
          </p:nvSpPr>
          <p:spPr bwMode="auto">
            <a:xfrm>
              <a:off x="158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28" name="Oval 1021"/>
            <p:cNvSpPr>
              <a:spLocks noChangeArrowheads="1"/>
            </p:cNvSpPr>
            <p:nvPr userDrawn="1"/>
          </p:nvSpPr>
          <p:spPr bwMode="auto">
            <a:xfrm>
              <a:off x="164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29" name="Oval 1022"/>
            <p:cNvSpPr>
              <a:spLocks noChangeArrowheads="1"/>
            </p:cNvSpPr>
            <p:nvPr userDrawn="1"/>
          </p:nvSpPr>
          <p:spPr bwMode="auto">
            <a:xfrm>
              <a:off x="170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30" name="Oval 1023"/>
            <p:cNvSpPr>
              <a:spLocks noChangeArrowheads="1"/>
            </p:cNvSpPr>
            <p:nvPr userDrawn="1"/>
          </p:nvSpPr>
          <p:spPr bwMode="auto">
            <a:xfrm>
              <a:off x="177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31" name="Oval 1024"/>
            <p:cNvSpPr>
              <a:spLocks noChangeArrowheads="1"/>
            </p:cNvSpPr>
            <p:nvPr userDrawn="1"/>
          </p:nvSpPr>
          <p:spPr bwMode="auto">
            <a:xfrm>
              <a:off x="183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32" name="Oval 1025"/>
            <p:cNvSpPr>
              <a:spLocks noChangeArrowheads="1"/>
            </p:cNvSpPr>
            <p:nvPr userDrawn="1"/>
          </p:nvSpPr>
          <p:spPr bwMode="auto">
            <a:xfrm>
              <a:off x="189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33" name="Oval 1026"/>
            <p:cNvSpPr>
              <a:spLocks noChangeArrowheads="1"/>
            </p:cNvSpPr>
            <p:nvPr userDrawn="1"/>
          </p:nvSpPr>
          <p:spPr bwMode="auto">
            <a:xfrm>
              <a:off x="195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34" name="Oval 1027"/>
            <p:cNvSpPr>
              <a:spLocks noChangeArrowheads="1"/>
            </p:cNvSpPr>
            <p:nvPr userDrawn="1"/>
          </p:nvSpPr>
          <p:spPr bwMode="auto">
            <a:xfrm>
              <a:off x="201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35" name="Oval 1028"/>
            <p:cNvSpPr>
              <a:spLocks noChangeArrowheads="1"/>
            </p:cNvSpPr>
            <p:nvPr userDrawn="1"/>
          </p:nvSpPr>
          <p:spPr bwMode="auto">
            <a:xfrm>
              <a:off x="207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36" name="Oval 1029"/>
            <p:cNvSpPr>
              <a:spLocks noChangeArrowheads="1"/>
            </p:cNvSpPr>
            <p:nvPr userDrawn="1"/>
          </p:nvSpPr>
          <p:spPr bwMode="auto">
            <a:xfrm>
              <a:off x="213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37" name="Oval 1030"/>
            <p:cNvSpPr>
              <a:spLocks noChangeArrowheads="1"/>
            </p:cNvSpPr>
            <p:nvPr userDrawn="1"/>
          </p:nvSpPr>
          <p:spPr bwMode="auto">
            <a:xfrm>
              <a:off x="219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38" name="Oval 1031"/>
            <p:cNvSpPr>
              <a:spLocks noChangeArrowheads="1"/>
            </p:cNvSpPr>
            <p:nvPr userDrawn="1"/>
          </p:nvSpPr>
          <p:spPr bwMode="auto">
            <a:xfrm>
              <a:off x="225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39" name="Oval 1032"/>
            <p:cNvSpPr>
              <a:spLocks noChangeArrowheads="1"/>
            </p:cNvSpPr>
            <p:nvPr userDrawn="1"/>
          </p:nvSpPr>
          <p:spPr bwMode="auto">
            <a:xfrm>
              <a:off x="231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40" name="Oval 1033"/>
            <p:cNvSpPr>
              <a:spLocks noChangeArrowheads="1"/>
            </p:cNvSpPr>
            <p:nvPr userDrawn="1"/>
          </p:nvSpPr>
          <p:spPr bwMode="auto">
            <a:xfrm>
              <a:off x="238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41" name="Oval 1034"/>
            <p:cNvSpPr>
              <a:spLocks noChangeArrowheads="1"/>
            </p:cNvSpPr>
            <p:nvPr userDrawn="1"/>
          </p:nvSpPr>
          <p:spPr bwMode="auto">
            <a:xfrm>
              <a:off x="244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42" name="Oval 1035"/>
            <p:cNvSpPr>
              <a:spLocks noChangeArrowheads="1"/>
            </p:cNvSpPr>
            <p:nvPr userDrawn="1"/>
          </p:nvSpPr>
          <p:spPr bwMode="auto">
            <a:xfrm>
              <a:off x="250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43" name="Oval 1036"/>
            <p:cNvSpPr>
              <a:spLocks noChangeArrowheads="1"/>
            </p:cNvSpPr>
            <p:nvPr userDrawn="1"/>
          </p:nvSpPr>
          <p:spPr bwMode="auto">
            <a:xfrm>
              <a:off x="256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44" name="Oval 1037"/>
            <p:cNvSpPr>
              <a:spLocks noChangeArrowheads="1"/>
            </p:cNvSpPr>
            <p:nvPr userDrawn="1"/>
          </p:nvSpPr>
          <p:spPr bwMode="auto">
            <a:xfrm>
              <a:off x="262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45" name="Oval 1038"/>
            <p:cNvSpPr>
              <a:spLocks noChangeArrowheads="1"/>
            </p:cNvSpPr>
            <p:nvPr userDrawn="1"/>
          </p:nvSpPr>
          <p:spPr bwMode="auto">
            <a:xfrm>
              <a:off x="268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46" name="Oval 1039"/>
            <p:cNvSpPr>
              <a:spLocks noChangeArrowheads="1"/>
            </p:cNvSpPr>
            <p:nvPr userDrawn="1"/>
          </p:nvSpPr>
          <p:spPr bwMode="auto">
            <a:xfrm>
              <a:off x="274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47" name="Oval 1040"/>
            <p:cNvSpPr>
              <a:spLocks noChangeArrowheads="1"/>
            </p:cNvSpPr>
            <p:nvPr userDrawn="1"/>
          </p:nvSpPr>
          <p:spPr bwMode="auto">
            <a:xfrm>
              <a:off x="280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48" name="Oval 1041"/>
            <p:cNvSpPr>
              <a:spLocks noChangeArrowheads="1"/>
            </p:cNvSpPr>
            <p:nvPr userDrawn="1"/>
          </p:nvSpPr>
          <p:spPr bwMode="auto">
            <a:xfrm>
              <a:off x="286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49" name="Oval 1042"/>
            <p:cNvSpPr>
              <a:spLocks noChangeArrowheads="1"/>
            </p:cNvSpPr>
            <p:nvPr userDrawn="1"/>
          </p:nvSpPr>
          <p:spPr bwMode="auto">
            <a:xfrm>
              <a:off x="292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50" name="Oval 1043"/>
            <p:cNvSpPr>
              <a:spLocks noChangeArrowheads="1"/>
            </p:cNvSpPr>
            <p:nvPr userDrawn="1"/>
          </p:nvSpPr>
          <p:spPr bwMode="auto">
            <a:xfrm>
              <a:off x="299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51" name="Oval 1044"/>
            <p:cNvSpPr>
              <a:spLocks noChangeArrowheads="1"/>
            </p:cNvSpPr>
            <p:nvPr userDrawn="1"/>
          </p:nvSpPr>
          <p:spPr bwMode="auto">
            <a:xfrm>
              <a:off x="305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52" name="Oval 1045"/>
            <p:cNvSpPr>
              <a:spLocks noChangeArrowheads="1"/>
            </p:cNvSpPr>
            <p:nvPr userDrawn="1"/>
          </p:nvSpPr>
          <p:spPr bwMode="auto">
            <a:xfrm>
              <a:off x="311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53" name="Oval 1046"/>
            <p:cNvSpPr>
              <a:spLocks noChangeArrowheads="1"/>
            </p:cNvSpPr>
            <p:nvPr userDrawn="1"/>
          </p:nvSpPr>
          <p:spPr bwMode="auto">
            <a:xfrm>
              <a:off x="317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54" name="Oval 1047"/>
            <p:cNvSpPr>
              <a:spLocks noChangeArrowheads="1"/>
            </p:cNvSpPr>
            <p:nvPr userDrawn="1"/>
          </p:nvSpPr>
          <p:spPr bwMode="auto">
            <a:xfrm>
              <a:off x="323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55" name="Oval 1048"/>
            <p:cNvSpPr>
              <a:spLocks noChangeArrowheads="1"/>
            </p:cNvSpPr>
            <p:nvPr userDrawn="1"/>
          </p:nvSpPr>
          <p:spPr bwMode="auto">
            <a:xfrm>
              <a:off x="329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56" name="Oval 1049"/>
            <p:cNvSpPr>
              <a:spLocks noChangeArrowheads="1"/>
            </p:cNvSpPr>
            <p:nvPr userDrawn="1"/>
          </p:nvSpPr>
          <p:spPr bwMode="auto">
            <a:xfrm>
              <a:off x="335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57" name="Oval 1050"/>
            <p:cNvSpPr>
              <a:spLocks noChangeArrowheads="1"/>
            </p:cNvSpPr>
            <p:nvPr userDrawn="1"/>
          </p:nvSpPr>
          <p:spPr bwMode="auto">
            <a:xfrm>
              <a:off x="341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58" name="Oval 1051"/>
            <p:cNvSpPr>
              <a:spLocks noChangeArrowheads="1"/>
            </p:cNvSpPr>
            <p:nvPr userDrawn="1"/>
          </p:nvSpPr>
          <p:spPr bwMode="auto">
            <a:xfrm>
              <a:off x="347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59" name="Oval 1052"/>
            <p:cNvSpPr>
              <a:spLocks noChangeArrowheads="1"/>
            </p:cNvSpPr>
            <p:nvPr userDrawn="1"/>
          </p:nvSpPr>
          <p:spPr bwMode="auto">
            <a:xfrm>
              <a:off x="353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60" name="Oval 1053"/>
            <p:cNvSpPr>
              <a:spLocks noChangeArrowheads="1"/>
            </p:cNvSpPr>
            <p:nvPr userDrawn="1"/>
          </p:nvSpPr>
          <p:spPr bwMode="auto">
            <a:xfrm>
              <a:off x="360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61" name="Oval 1054"/>
            <p:cNvSpPr>
              <a:spLocks noChangeArrowheads="1"/>
            </p:cNvSpPr>
            <p:nvPr userDrawn="1"/>
          </p:nvSpPr>
          <p:spPr bwMode="auto">
            <a:xfrm>
              <a:off x="366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62" name="Oval 1055"/>
            <p:cNvSpPr>
              <a:spLocks noChangeArrowheads="1"/>
            </p:cNvSpPr>
            <p:nvPr userDrawn="1"/>
          </p:nvSpPr>
          <p:spPr bwMode="auto">
            <a:xfrm>
              <a:off x="372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63" name="Oval 1056"/>
            <p:cNvSpPr>
              <a:spLocks noChangeArrowheads="1"/>
            </p:cNvSpPr>
            <p:nvPr userDrawn="1"/>
          </p:nvSpPr>
          <p:spPr bwMode="auto">
            <a:xfrm>
              <a:off x="378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64" name="Oval 1057"/>
            <p:cNvSpPr>
              <a:spLocks noChangeArrowheads="1"/>
            </p:cNvSpPr>
            <p:nvPr userDrawn="1"/>
          </p:nvSpPr>
          <p:spPr bwMode="auto">
            <a:xfrm>
              <a:off x="384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65" name="Oval 1058"/>
            <p:cNvSpPr>
              <a:spLocks noChangeArrowheads="1"/>
            </p:cNvSpPr>
            <p:nvPr userDrawn="1"/>
          </p:nvSpPr>
          <p:spPr bwMode="auto">
            <a:xfrm>
              <a:off x="390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66" name="Oval 1059"/>
            <p:cNvSpPr>
              <a:spLocks noChangeArrowheads="1"/>
            </p:cNvSpPr>
            <p:nvPr userDrawn="1"/>
          </p:nvSpPr>
          <p:spPr bwMode="auto">
            <a:xfrm>
              <a:off x="396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67" name="Oval 1060"/>
            <p:cNvSpPr>
              <a:spLocks noChangeArrowheads="1"/>
            </p:cNvSpPr>
            <p:nvPr userDrawn="1"/>
          </p:nvSpPr>
          <p:spPr bwMode="auto">
            <a:xfrm>
              <a:off x="402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68" name="Oval 1061"/>
            <p:cNvSpPr>
              <a:spLocks noChangeArrowheads="1"/>
            </p:cNvSpPr>
            <p:nvPr userDrawn="1"/>
          </p:nvSpPr>
          <p:spPr bwMode="auto">
            <a:xfrm>
              <a:off x="408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69" name="Oval 1062"/>
            <p:cNvSpPr>
              <a:spLocks noChangeArrowheads="1"/>
            </p:cNvSpPr>
            <p:nvPr userDrawn="1"/>
          </p:nvSpPr>
          <p:spPr bwMode="auto">
            <a:xfrm>
              <a:off x="414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70" name="Oval 1063"/>
            <p:cNvSpPr>
              <a:spLocks noChangeArrowheads="1"/>
            </p:cNvSpPr>
            <p:nvPr userDrawn="1"/>
          </p:nvSpPr>
          <p:spPr bwMode="auto">
            <a:xfrm>
              <a:off x="421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71" name="Oval 1064"/>
            <p:cNvSpPr>
              <a:spLocks noChangeArrowheads="1"/>
            </p:cNvSpPr>
            <p:nvPr userDrawn="1"/>
          </p:nvSpPr>
          <p:spPr bwMode="auto">
            <a:xfrm>
              <a:off x="427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72" name="Oval 1065"/>
            <p:cNvSpPr>
              <a:spLocks noChangeArrowheads="1"/>
            </p:cNvSpPr>
            <p:nvPr userDrawn="1"/>
          </p:nvSpPr>
          <p:spPr bwMode="auto">
            <a:xfrm>
              <a:off x="433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73" name="Oval 1066"/>
            <p:cNvSpPr>
              <a:spLocks noChangeArrowheads="1"/>
            </p:cNvSpPr>
            <p:nvPr userDrawn="1"/>
          </p:nvSpPr>
          <p:spPr bwMode="auto">
            <a:xfrm>
              <a:off x="439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74" name="Oval 1067"/>
            <p:cNvSpPr>
              <a:spLocks noChangeArrowheads="1"/>
            </p:cNvSpPr>
            <p:nvPr userDrawn="1"/>
          </p:nvSpPr>
          <p:spPr bwMode="auto">
            <a:xfrm>
              <a:off x="445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75" name="Oval 1068"/>
            <p:cNvSpPr>
              <a:spLocks noChangeArrowheads="1"/>
            </p:cNvSpPr>
            <p:nvPr userDrawn="1"/>
          </p:nvSpPr>
          <p:spPr bwMode="auto">
            <a:xfrm>
              <a:off x="451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76" name="Oval 1069"/>
            <p:cNvSpPr>
              <a:spLocks noChangeArrowheads="1"/>
            </p:cNvSpPr>
            <p:nvPr userDrawn="1"/>
          </p:nvSpPr>
          <p:spPr bwMode="auto">
            <a:xfrm>
              <a:off x="457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77" name="Oval 1070"/>
            <p:cNvSpPr>
              <a:spLocks noChangeArrowheads="1"/>
            </p:cNvSpPr>
            <p:nvPr userDrawn="1"/>
          </p:nvSpPr>
          <p:spPr bwMode="auto">
            <a:xfrm>
              <a:off x="463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78" name="Oval 1071"/>
            <p:cNvSpPr>
              <a:spLocks noChangeArrowheads="1"/>
            </p:cNvSpPr>
            <p:nvPr userDrawn="1"/>
          </p:nvSpPr>
          <p:spPr bwMode="auto">
            <a:xfrm>
              <a:off x="469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79" name="Oval 1072"/>
            <p:cNvSpPr>
              <a:spLocks noChangeArrowheads="1"/>
            </p:cNvSpPr>
            <p:nvPr userDrawn="1"/>
          </p:nvSpPr>
          <p:spPr bwMode="auto">
            <a:xfrm>
              <a:off x="475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80" name="Oval 1073"/>
            <p:cNvSpPr>
              <a:spLocks noChangeArrowheads="1"/>
            </p:cNvSpPr>
            <p:nvPr userDrawn="1"/>
          </p:nvSpPr>
          <p:spPr bwMode="auto">
            <a:xfrm>
              <a:off x="482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81" name="Oval 1074"/>
            <p:cNvSpPr>
              <a:spLocks noChangeArrowheads="1"/>
            </p:cNvSpPr>
            <p:nvPr userDrawn="1"/>
          </p:nvSpPr>
          <p:spPr bwMode="auto">
            <a:xfrm>
              <a:off x="488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82" name="Oval 1075"/>
            <p:cNvSpPr>
              <a:spLocks noChangeArrowheads="1"/>
            </p:cNvSpPr>
            <p:nvPr userDrawn="1"/>
          </p:nvSpPr>
          <p:spPr bwMode="auto">
            <a:xfrm>
              <a:off x="494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83" name="Oval 1076"/>
            <p:cNvSpPr>
              <a:spLocks noChangeArrowheads="1"/>
            </p:cNvSpPr>
            <p:nvPr userDrawn="1"/>
          </p:nvSpPr>
          <p:spPr bwMode="auto">
            <a:xfrm>
              <a:off x="500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84" name="Oval 1077"/>
            <p:cNvSpPr>
              <a:spLocks noChangeArrowheads="1"/>
            </p:cNvSpPr>
            <p:nvPr userDrawn="1"/>
          </p:nvSpPr>
          <p:spPr bwMode="auto">
            <a:xfrm>
              <a:off x="506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85" name="Oval 1078"/>
            <p:cNvSpPr>
              <a:spLocks noChangeArrowheads="1"/>
            </p:cNvSpPr>
            <p:nvPr userDrawn="1"/>
          </p:nvSpPr>
          <p:spPr bwMode="auto">
            <a:xfrm>
              <a:off x="512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86" name="Oval 1079"/>
            <p:cNvSpPr>
              <a:spLocks noChangeArrowheads="1"/>
            </p:cNvSpPr>
            <p:nvPr userDrawn="1"/>
          </p:nvSpPr>
          <p:spPr bwMode="auto">
            <a:xfrm>
              <a:off x="518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87" name="Oval 1080"/>
            <p:cNvSpPr>
              <a:spLocks noChangeArrowheads="1"/>
            </p:cNvSpPr>
            <p:nvPr userDrawn="1"/>
          </p:nvSpPr>
          <p:spPr bwMode="auto">
            <a:xfrm>
              <a:off x="524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88" name="Oval 1081"/>
            <p:cNvSpPr>
              <a:spLocks noChangeArrowheads="1"/>
            </p:cNvSpPr>
            <p:nvPr userDrawn="1"/>
          </p:nvSpPr>
          <p:spPr bwMode="auto">
            <a:xfrm>
              <a:off x="530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89" name="Oval 1082"/>
            <p:cNvSpPr>
              <a:spLocks noChangeArrowheads="1"/>
            </p:cNvSpPr>
            <p:nvPr userDrawn="1"/>
          </p:nvSpPr>
          <p:spPr bwMode="auto">
            <a:xfrm>
              <a:off x="536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90" name="Oval 1083"/>
            <p:cNvSpPr>
              <a:spLocks noChangeArrowheads="1"/>
            </p:cNvSpPr>
            <p:nvPr userDrawn="1"/>
          </p:nvSpPr>
          <p:spPr bwMode="auto">
            <a:xfrm>
              <a:off x="543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grpSp>
      <p:grpSp>
        <p:nvGrpSpPr>
          <p:cNvPr id="91" name="Group 1084"/>
          <p:cNvGrpSpPr>
            <a:grpSpLocks/>
          </p:cNvGrpSpPr>
          <p:nvPr>
            <p:custDataLst>
              <p:tags r:id="rId3"/>
            </p:custDataLst>
          </p:nvPr>
        </p:nvGrpSpPr>
        <p:grpSpPr bwMode="auto">
          <a:xfrm>
            <a:off x="622300" y="3321050"/>
            <a:ext cx="10905067" cy="19050"/>
            <a:chOff x="290" y="806"/>
            <a:chExt cx="5152" cy="12"/>
          </a:xfrm>
        </p:grpSpPr>
        <p:sp>
          <p:nvSpPr>
            <p:cNvPr id="92" name="Oval 1085"/>
            <p:cNvSpPr>
              <a:spLocks noChangeArrowheads="1"/>
            </p:cNvSpPr>
            <p:nvPr userDrawn="1"/>
          </p:nvSpPr>
          <p:spPr bwMode="auto">
            <a:xfrm>
              <a:off x="29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93" name="Oval 1086"/>
            <p:cNvSpPr>
              <a:spLocks noChangeArrowheads="1"/>
            </p:cNvSpPr>
            <p:nvPr userDrawn="1"/>
          </p:nvSpPr>
          <p:spPr bwMode="auto">
            <a:xfrm>
              <a:off x="35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94" name="Oval 1087"/>
            <p:cNvSpPr>
              <a:spLocks noChangeArrowheads="1"/>
            </p:cNvSpPr>
            <p:nvPr userDrawn="1"/>
          </p:nvSpPr>
          <p:spPr bwMode="auto">
            <a:xfrm>
              <a:off x="41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95" name="Oval 1088"/>
            <p:cNvSpPr>
              <a:spLocks noChangeArrowheads="1"/>
            </p:cNvSpPr>
            <p:nvPr userDrawn="1"/>
          </p:nvSpPr>
          <p:spPr bwMode="auto">
            <a:xfrm>
              <a:off x="47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96" name="Oval 1089"/>
            <p:cNvSpPr>
              <a:spLocks noChangeArrowheads="1"/>
            </p:cNvSpPr>
            <p:nvPr userDrawn="1"/>
          </p:nvSpPr>
          <p:spPr bwMode="auto">
            <a:xfrm>
              <a:off x="53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97" name="Oval 1090"/>
            <p:cNvSpPr>
              <a:spLocks noChangeArrowheads="1"/>
            </p:cNvSpPr>
            <p:nvPr userDrawn="1"/>
          </p:nvSpPr>
          <p:spPr bwMode="auto">
            <a:xfrm>
              <a:off x="60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98" name="Oval 1091"/>
            <p:cNvSpPr>
              <a:spLocks noChangeArrowheads="1"/>
            </p:cNvSpPr>
            <p:nvPr userDrawn="1"/>
          </p:nvSpPr>
          <p:spPr bwMode="auto">
            <a:xfrm>
              <a:off x="66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99" name="Oval 1092"/>
            <p:cNvSpPr>
              <a:spLocks noChangeArrowheads="1"/>
            </p:cNvSpPr>
            <p:nvPr userDrawn="1"/>
          </p:nvSpPr>
          <p:spPr bwMode="auto">
            <a:xfrm>
              <a:off x="72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0" name="Oval 1093"/>
            <p:cNvSpPr>
              <a:spLocks noChangeArrowheads="1"/>
            </p:cNvSpPr>
            <p:nvPr userDrawn="1"/>
          </p:nvSpPr>
          <p:spPr bwMode="auto">
            <a:xfrm>
              <a:off x="78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1" name="Oval 1094"/>
            <p:cNvSpPr>
              <a:spLocks noChangeArrowheads="1"/>
            </p:cNvSpPr>
            <p:nvPr userDrawn="1"/>
          </p:nvSpPr>
          <p:spPr bwMode="auto">
            <a:xfrm>
              <a:off x="84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2" name="Oval 1095"/>
            <p:cNvSpPr>
              <a:spLocks noChangeArrowheads="1"/>
            </p:cNvSpPr>
            <p:nvPr userDrawn="1"/>
          </p:nvSpPr>
          <p:spPr bwMode="auto">
            <a:xfrm>
              <a:off x="91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3" name="Oval 1096"/>
            <p:cNvSpPr>
              <a:spLocks noChangeArrowheads="1"/>
            </p:cNvSpPr>
            <p:nvPr userDrawn="1"/>
          </p:nvSpPr>
          <p:spPr bwMode="auto">
            <a:xfrm>
              <a:off x="97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4" name="Oval 1097"/>
            <p:cNvSpPr>
              <a:spLocks noChangeArrowheads="1"/>
            </p:cNvSpPr>
            <p:nvPr userDrawn="1"/>
          </p:nvSpPr>
          <p:spPr bwMode="auto">
            <a:xfrm>
              <a:off x="103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5" name="Oval 1098"/>
            <p:cNvSpPr>
              <a:spLocks noChangeArrowheads="1"/>
            </p:cNvSpPr>
            <p:nvPr userDrawn="1"/>
          </p:nvSpPr>
          <p:spPr bwMode="auto">
            <a:xfrm>
              <a:off x="109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6" name="Oval 1099"/>
            <p:cNvSpPr>
              <a:spLocks noChangeArrowheads="1"/>
            </p:cNvSpPr>
            <p:nvPr userDrawn="1"/>
          </p:nvSpPr>
          <p:spPr bwMode="auto">
            <a:xfrm>
              <a:off x="115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7" name="Oval 1100"/>
            <p:cNvSpPr>
              <a:spLocks noChangeArrowheads="1"/>
            </p:cNvSpPr>
            <p:nvPr userDrawn="1"/>
          </p:nvSpPr>
          <p:spPr bwMode="auto">
            <a:xfrm>
              <a:off x="122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8" name="Oval 1101"/>
            <p:cNvSpPr>
              <a:spLocks noChangeArrowheads="1"/>
            </p:cNvSpPr>
            <p:nvPr userDrawn="1"/>
          </p:nvSpPr>
          <p:spPr bwMode="auto">
            <a:xfrm>
              <a:off x="128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9" name="Oval 1102"/>
            <p:cNvSpPr>
              <a:spLocks noChangeArrowheads="1"/>
            </p:cNvSpPr>
            <p:nvPr userDrawn="1"/>
          </p:nvSpPr>
          <p:spPr bwMode="auto">
            <a:xfrm>
              <a:off x="134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0" name="Oval 1103"/>
            <p:cNvSpPr>
              <a:spLocks noChangeArrowheads="1"/>
            </p:cNvSpPr>
            <p:nvPr userDrawn="1"/>
          </p:nvSpPr>
          <p:spPr bwMode="auto">
            <a:xfrm>
              <a:off x="140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1" name="Oval 1104"/>
            <p:cNvSpPr>
              <a:spLocks noChangeArrowheads="1"/>
            </p:cNvSpPr>
            <p:nvPr userDrawn="1"/>
          </p:nvSpPr>
          <p:spPr bwMode="auto">
            <a:xfrm>
              <a:off x="146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2" name="Oval 1105"/>
            <p:cNvSpPr>
              <a:spLocks noChangeArrowheads="1"/>
            </p:cNvSpPr>
            <p:nvPr userDrawn="1"/>
          </p:nvSpPr>
          <p:spPr bwMode="auto">
            <a:xfrm>
              <a:off x="152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3" name="Oval 1106"/>
            <p:cNvSpPr>
              <a:spLocks noChangeArrowheads="1"/>
            </p:cNvSpPr>
            <p:nvPr userDrawn="1"/>
          </p:nvSpPr>
          <p:spPr bwMode="auto">
            <a:xfrm>
              <a:off x="158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4" name="Oval 1107"/>
            <p:cNvSpPr>
              <a:spLocks noChangeArrowheads="1"/>
            </p:cNvSpPr>
            <p:nvPr userDrawn="1"/>
          </p:nvSpPr>
          <p:spPr bwMode="auto">
            <a:xfrm>
              <a:off x="164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5" name="Oval 1108"/>
            <p:cNvSpPr>
              <a:spLocks noChangeArrowheads="1"/>
            </p:cNvSpPr>
            <p:nvPr userDrawn="1"/>
          </p:nvSpPr>
          <p:spPr bwMode="auto">
            <a:xfrm>
              <a:off x="170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6" name="Oval 1109"/>
            <p:cNvSpPr>
              <a:spLocks noChangeArrowheads="1"/>
            </p:cNvSpPr>
            <p:nvPr userDrawn="1"/>
          </p:nvSpPr>
          <p:spPr bwMode="auto">
            <a:xfrm>
              <a:off x="177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7" name="Oval 1110"/>
            <p:cNvSpPr>
              <a:spLocks noChangeArrowheads="1"/>
            </p:cNvSpPr>
            <p:nvPr userDrawn="1"/>
          </p:nvSpPr>
          <p:spPr bwMode="auto">
            <a:xfrm>
              <a:off x="183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8" name="Oval 1111"/>
            <p:cNvSpPr>
              <a:spLocks noChangeArrowheads="1"/>
            </p:cNvSpPr>
            <p:nvPr userDrawn="1"/>
          </p:nvSpPr>
          <p:spPr bwMode="auto">
            <a:xfrm>
              <a:off x="189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9" name="Oval 1112"/>
            <p:cNvSpPr>
              <a:spLocks noChangeArrowheads="1"/>
            </p:cNvSpPr>
            <p:nvPr userDrawn="1"/>
          </p:nvSpPr>
          <p:spPr bwMode="auto">
            <a:xfrm>
              <a:off x="195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20" name="Oval 1113"/>
            <p:cNvSpPr>
              <a:spLocks noChangeArrowheads="1"/>
            </p:cNvSpPr>
            <p:nvPr userDrawn="1"/>
          </p:nvSpPr>
          <p:spPr bwMode="auto">
            <a:xfrm>
              <a:off x="201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21" name="Oval 1114"/>
            <p:cNvSpPr>
              <a:spLocks noChangeArrowheads="1"/>
            </p:cNvSpPr>
            <p:nvPr userDrawn="1"/>
          </p:nvSpPr>
          <p:spPr bwMode="auto">
            <a:xfrm>
              <a:off x="207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22" name="Oval 1115"/>
            <p:cNvSpPr>
              <a:spLocks noChangeArrowheads="1"/>
            </p:cNvSpPr>
            <p:nvPr userDrawn="1"/>
          </p:nvSpPr>
          <p:spPr bwMode="auto">
            <a:xfrm>
              <a:off x="213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23" name="Oval 1116"/>
            <p:cNvSpPr>
              <a:spLocks noChangeArrowheads="1"/>
            </p:cNvSpPr>
            <p:nvPr userDrawn="1"/>
          </p:nvSpPr>
          <p:spPr bwMode="auto">
            <a:xfrm>
              <a:off x="219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24" name="Oval 1117"/>
            <p:cNvSpPr>
              <a:spLocks noChangeArrowheads="1"/>
            </p:cNvSpPr>
            <p:nvPr userDrawn="1"/>
          </p:nvSpPr>
          <p:spPr bwMode="auto">
            <a:xfrm>
              <a:off x="225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25" name="Oval 1118"/>
            <p:cNvSpPr>
              <a:spLocks noChangeArrowheads="1"/>
            </p:cNvSpPr>
            <p:nvPr userDrawn="1"/>
          </p:nvSpPr>
          <p:spPr bwMode="auto">
            <a:xfrm>
              <a:off x="231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26" name="Oval 1119"/>
            <p:cNvSpPr>
              <a:spLocks noChangeArrowheads="1"/>
            </p:cNvSpPr>
            <p:nvPr userDrawn="1"/>
          </p:nvSpPr>
          <p:spPr bwMode="auto">
            <a:xfrm>
              <a:off x="238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27" name="Oval 1120"/>
            <p:cNvSpPr>
              <a:spLocks noChangeArrowheads="1"/>
            </p:cNvSpPr>
            <p:nvPr userDrawn="1"/>
          </p:nvSpPr>
          <p:spPr bwMode="auto">
            <a:xfrm>
              <a:off x="244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28" name="Oval 1121"/>
            <p:cNvSpPr>
              <a:spLocks noChangeArrowheads="1"/>
            </p:cNvSpPr>
            <p:nvPr userDrawn="1"/>
          </p:nvSpPr>
          <p:spPr bwMode="auto">
            <a:xfrm>
              <a:off x="250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29" name="Oval 1122"/>
            <p:cNvSpPr>
              <a:spLocks noChangeArrowheads="1"/>
            </p:cNvSpPr>
            <p:nvPr userDrawn="1"/>
          </p:nvSpPr>
          <p:spPr bwMode="auto">
            <a:xfrm>
              <a:off x="256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30" name="Oval 1123"/>
            <p:cNvSpPr>
              <a:spLocks noChangeArrowheads="1"/>
            </p:cNvSpPr>
            <p:nvPr userDrawn="1"/>
          </p:nvSpPr>
          <p:spPr bwMode="auto">
            <a:xfrm>
              <a:off x="262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31" name="Oval 1124"/>
            <p:cNvSpPr>
              <a:spLocks noChangeArrowheads="1"/>
            </p:cNvSpPr>
            <p:nvPr userDrawn="1"/>
          </p:nvSpPr>
          <p:spPr bwMode="auto">
            <a:xfrm>
              <a:off x="268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32" name="Oval 1125"/>
            <p:cNvSpPr>
              <a:spLocks noChangeArrowheads="1"/>
            </p:cNvSpPr>
            <p:nvPr userDrawn="1"/>
          </p:nvSpPr>
          <p:spPr bwMode="auto">
            <a:xfrm>
              <a:off x="274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33" name="Oval 1126"/>
            <p:cNvSpPr>
              <a:spLocks noChangeArrowheads="1"/>
            </p:cNvSpPr>
            <p:nvPr userDrawn="1"/>
          </p:nvSpPr>
          <p:spPr bwMode="auto">
            <a:xfrm>
              <a:off x="280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34" name="Oval 1127"/>
            <p:cNvSpPr>
              <a:spLocks noChangeArrowheads="1"/>
            </p:cNvSpPr>
            <p:nvPr userDrawn="1"/>
          </p:nvSpPr>
          <p:spPr bwMode="auto">
            <a:xfrm>
              <a:off x="286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35" name="Oval 1128"/>
            <p:cNvSpPr>
              <a:spLocks noChangeArrowheads="1"/>
            </p:cNvSpPr>
            <p:nvPr userDrawn="1"/>
          </p:nvSpPr>
          <p:spPr bwMode="auto">
            <a:xfrm>
              <a:off x="292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36" name="Oval 1129"/>
            <p:cNvSpPr>
              <a:spLocks noChangeArrowheads="1"/>
            </p:cNvSpPr>
            <p:nvPr userDrawn="1"/>
          </p:nvSpPr>
          <p:spPr bwMode="auto">
            <a:xfrm>
              <a:off x="299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37" name="Oval 1130"/>
            <p:cNvSpPr>
              <a:spLocks noChangeArrowheads="1"/>
            </p:cNvSpPr>
            <p:nvPr userDrawn="1"/>
          </p:nvSpPr>
          <p:spPr bwMode="auto">
            <a:xfrm>
              <a:off x="305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38" name="Oval 1131"/>
            <p:cNvSpPr>
              <a:spLocks noChangeArrowheads="1"/>
            </p:cNvSpPr>
            <p:nvPr userDrawn="1"/>
          </p:nvSpPr>
          <p:spPr bwMode="auto">
            <a:xfrm>
              <a:off x="311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39" name="Oval 1132"/>
            <p:cNvSpPr>
              <a:spLocks noChangeArrowheads="1"/>
            </p:cNvSpPr>
            <p:nvPr userDrawn="1"/>
          </p:nvSpPr>
          <p:spPr bwMode="auto">
            <a:xfrm>
              <a:off x="317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40" name="Oval 1133"/>
            <p:cNvSpPr>
              <a:spLocks noChangeArrowheads="1"/>
            </p:cNvSpPr>
            <p:nvPr userDrawn="1"/>
          </p:nvSpPr>
          <p:spPr bwMode="auto">
            <a:xfrm>
              <a:off x="323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41" name="Oval 1134"/>
            <p:cNvSpPr>
              <a:spLocks noChangeArrowheads="1"/>
            </p:cNvSpPr>
            <p:nvPr userDrawn="1"/>
          </p:nvSpPr>
          <p:spPr bwMode="auto">
            <a:xfrm>
              <a:off x="329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42" name="Oval 1135"/>
            <p:cNvSpPr>
              <a:spLocks noChangeArrowheads="1"/>
            </p:cNvSpPr>
            <p:nvPr userDrawn="1"/>
          </p:nvSpPr>
          <p:spPr bwMode="auto">
            <a:xfrm>
              <a:off x="335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43" name="Oval 1136"/>
            <p:cNvSpPr>
              <a:spLocks noChangeArrowheads="1"/>
            </p:cNvSpPr>
            <p:nvPr userDrawn="1"/>
          </p:nvSpPr>
          <p:spPr bwMode="auto">
            <a:xfrm>
              <a:off x="341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44" name="Oval 1137"/>
            <p:cNvSpPr>
              <a:spLocks noChangeArrowheads="1"/>
            </p:cNvSpPr>
            <p:nvPr userDrawn="1"/>
          </p:nvSpPr>
          <p:spPr bwMode="auto">
            <a:xfrm>
              <a:off x="347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45" name="Oval 1138"/>
            <p:cNvSpPr>
              <a:spLocks noChangeArrowheads="1"/>
            </p:cNvSpPr>
            <p:nvPr userDrawn="1"/>
          </p:nvSpPr>
          <p:spPr bwMode="auto">
            <a:xfrm>
              <a:off x="353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46" name="Oval 1139"/>
            <p:cNvSpPr>
              <a:spLocks noChangeArrowheads="1"/>
            </p:cNvSpPr>
            <p:nvPr userDrawn="1"/>
          </p:nvSpPr>
          <p:spPr bwMode="auto">
            <a:xfrm>
              <a:off x="360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47" name="Oval 1140"/>
            <p:cNvSpPr>
              <a:spLocks noChangeArrowheads="1"/>
            </p:cNvSpPr>
            <p:nvPr userDrawn="1"/>
          </p:nvSpPr>
          <p:spPr bwMode="auto">
            <a:xfrm>
              <a:off x="366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48" name="Oval 1141"/>
            <p:cNvSpPr>
              <a:spLocks noChangeArrowheads="1"/>
            </p:cNvSpPr>
            <p:nvPr userDrawn="1"/>
          </p:nvSpPr>
          <p:spPr bwMode="auto">
            <a:xfrm>
              <a:off x="372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49" name="Oval 1142"/>
            <p:cNvSpPr>
              <a:spLocks noChangeArrowheads="1"/>
            </p:cNvSpPr>
            <p:nvPr userDrawn="1"/>
          </p:nvSpPr>
          <p:spPr bwMode="auto">
            <a:xfrm>
              <a:off x="378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50" name="Oval 1143"/>
            <p:cNvSpPr>
              <a:spLocks noChangeArrowheads="1"/>
            </p:cNvSpPr>
            <p:nvPr userDrawn="1"/>
          </p:nvSpPr>
          <p:spPr bwMode="auto">
            <a:xfrm>
              <a:off x="384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51" name="Oval 1144"/>
            <p:cNvSpPr>
              <a:spLocks noChangeArrowheads="1"/>
            </p:cNvSpPr>
            <p:nvPr userDrawn="1"/>
          </p:nvSpPr>
          <p:spPr bwMode="auto">
            <a:xfrm>
              <a:off x="390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52" name="Oval 1145"/>
            <p:cNvSpPr>
              <a:spLocks noChangeArrowheads="1"/>
            </p:cNvSpPr>
            <p:nvPr userDrawn="1"/>
          </p:nvSpPr>
          <p:spPr bwMode="auto">
            <a:xfrm>
              <a:off x="396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53" name="Oval 1146"/>
            <p:cNvSpPr>
              <a:spLocks noChangeArrowheads="1"/>
            </p:cNvSpPr>
            <p:nvPr userDrawn="1"/>
          </p:nvSpPr>
          <p:spPr bwMode="auto">
            <a:xfrm>
              <a:off x="402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54" name="Oval 1147"/>
            <p:cNvSpPr>
              <a:spLocks noChangeArrowheads="1"/>
            </p:cNvSpPr>
            <p:nvPr userDrawn="1"/>
          </p:nvSpPr>
          <p:spPr bwMode="auto">
            <a:xfrm>
              <a:off x="408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55" name="Oval 1148"/>
            <p:cNvSpPr>
              <a:spLocks noChangeArrowheads="1"/>
            </p:cNvSpPr>
            <p:nvPr userDrawn="1"/>
          </p:nvSpPr>
          <p:spPr bwMode="auto">
            <a:xfrm>
              <a:off x="414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56" name="Oval 1149"/>
            <p:cNvSpPr>
              <a:spLocks noChangeArrowheads="1"/>
            </p:cNvSpPr>
            <p:nvPr userDrawn="1"/>
          </p:nvSpPr>
          <p:spPr bwMode="auto">
            <a:xfrm>
              <a:off x="421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57" name="Oval 1150"/>
            <p:cNvSpPr>
              <a:spLocks noChangeArrowheads="1"/>
            </p:cNvSpPr>
            <p:nvPr userDrawn="1"/>
          </p:nvSpPr>
          <p:spPr bwMode="auto">
            <a:xfrm>
              <a:off x="427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58" name="Oval 1151"/>
            <p:cNvSpPr>
              <a:spLocks noChangeArrowheads="1"/>
            </p:cNvSpPr>
            <p:nvPr userDrawn="1"/>
          </p:nvSpPr>
          <p:spPr bwMode="auto">
            <a:xfrm>
              <a:off x="433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59" name="Oval 1152"/>
            <p:cNvSpPr>
              <a:spLocks noChangeArrowheads="1"/>
            </p:cNvSpPr>
            <p:nvPr userDrawn="1"/>
          </p:nvSpPr>
          <p:spPr bwMode="auto">
            <a:xfrm>
              <a:off x="439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60" name="Oval 1153"/>
            <p:cNvSpPr>
              <a:spLocks noChangeArrowheads="1"/>
            </p:cNvSpPr>
            <p:nvPr userDrawn="1"/>
          </p:nvSpPr>
          <p:spPr bwMode="auto">
            <a:xfrm>
              <a:off x="445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61" name="Oval 1154"/>
            <p:cNvSpPr>
              <a:spLocks noChangeArrowheads="1"/>
            </p:cNvSpPr>
            <p:nvPr userDrawn="1"/>
          </p:nvSpPr>
          <p:spPr bwMode="auto">
            <a:xfrm>
              <a:off x="451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62" name="Oval 1155"/>
            <p:cNvSpPr>
              <a:spLocks noChangeArrowheads="1"/>
            </p:cNvSpPr>
            <p:nvPr userDrawn="1"/>
          </p:nvSpPr>
          <p:spPr bwMode="auto">
            <a:xfrm>
              <a:off x="457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63" name="Oval 1156"/>
            <p:cNvSpPr>
              <a:spLocks noChangeArrowheads="1"/>
            </p:cNvSpPr>
            <p:nvPr userDrawn="1"/>
          </p:nvSpPr>
          <p:spPr bwMode="auto">
            <a:xfrm>
              <a:off x="463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64" name="Oval 1157"/>
            <p:cNvSpPr>
              <a:spLocks noChangeArrowheads="1"/>
            </p:cNvSpPr>
            <p:nvPr userDrawn="1"/>
          </p:nvSpPr>
          <p:spPr bwMode="auto">
            <a:xfrm>
              <a:off x="469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65" name="Oval 1158"/>
            <p:cNvSpPr>
              <a:spLocks noChangeArrowheads="1"/>
            </p:cNvSpPr>
            <p:nvPr userDrawn="1"/>
          </p:nvSpPr>
          <p:spPr bwMode="auto">
            <a:xfrm>
              <a:off x="475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66" name="Oval 1159"/>
            <p:cNvSpPr>
              <a:spLocks noChangeArrowheads="1"/>
            </p:cNvSpPr>
            <p:nvPr userDrawn="1"/>
          </p:nvSpPr>
          <p:spPr bwMode="auto">
            <a:xfrm>
              <a:off x="482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67" name="Oval 1160"/>
            <p:cNvSpPr>
              <a:spLocks noChangeArrowheads="1"/>
            </p:cNvSpPr>
            <p:nvPr userDrawn="1"/>
          </p:nvSpPr>
          <p:spPr bwMode="auto">
            <a:xfrm>
              <a:off x="488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68" name="Oval 1161"/>
            <p:cNvSpPr>
              <a:spLocks noChangeArrowheads="1"/>
            </p:cNvSpPr>
            <p:nvPr userDrawn="1"/>
          </p:nvSpPr>
          <p:spPr bwMode="auto">
            <a:xfrm>
              <a:off x="494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69" name="Oval 1162"/>
            <p:cNvSpPr>
              <a:spLocks noChangeArrowheads="1"/>
            </p:cNvSpPr>
            <p:nvPr userDrawn="1"/>
          </p:nvSpPr>
          <p:spPr bwMode="auto">
            <a:xfrm>
              <a:off x="500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70" name="Oval 1163"/>
            <p:cNvSpPr>
              <a:spLocks noChangeArrowheads="1"/>
            </p:cNvSpPr>
            <p:nvPr userDrawn="1"/>
          </p:nvSpPr>
          <p:spPr bwMode="auto">
            <a:xfrm>
              <a:off x="506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71" name="Oval 1164"/>
            <p:cNvSpPr>
              <a:spLocks noChangeArrowheads="1"/>
            </p:cNvSpPr>
            <p:nvPr userDrawn="1"/>
          </p:nvSpPr>
          <p:spPr bwMode="auto">
            <a:xfrm>
              <a:off x="512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72" name="Oval 1165"/>
            <p:cNvSpPr>
              <a:spLocks noChangeArrowheads="1"/>
            </p:cNvSpPr>
            <p:nvPr userDrawn="1"/>
          </p:nvSpPr>
          <p:spPr bwMode="auto">
            <a:xfrm>
              <a:off x="518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73" name="Oval 1166"/>
            <p:cNvSpPr>
              <a:spLocks noChangeArrowheads="1"/>
            </p:cNvSpPr>
            <p:nvPr userDrawn="1"/>
          </p:nvSpPr>
          <p:spPr bwMode="auto">
            <a:xfrm>
              <a:off x="524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74" name="Oval 1167"/>
            <p:cNvSpPr>
              <a:spLocks noChangeArrowheads="1"/>
            </p:cNvSpPr>
            <p:nvPr userDrawn="1"/>
          </p:nvSpPr>
          <p:spPr bwMode="auto">
            <a:xfrm>
              <a:off x="530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75" name="Oval 1168"/>
            <p:cNvSpPr>
              <a:spLocks noChangeArrowheads="1"/>
            </p:cNvSpPr>
            <p:nvPr userDrawn="1"/>
          </p:nvSpPr>
          <p:spPr bwMode="auto">
            <a:xfrm>
              <a:off x="536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76" name="Oval 1169"/>
            <p:cNvSpPr>
              <a:spLocks noChangeArrowheads="1"/>
            </p:cNvSpPr>
            <p:nvPr userDrawn="1"/>
          </p:nvSpPr>
          <p:spPr bwMode="auto">
            <a:xfrm>
              <a:off x="543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grpSp>
      <p:sp>
        <p:nvSpPr>
          <p:cNvPr id="177" name="Text Box 813"/>
          <p:cNvSpPr txBox="1">
            <a:spLocks noChangeArrowheads="1"/>
          </p:cNvSpPr>
          <p:nvPr>
            <p:custDataLst>
              <p:tags r:id="rId4"/>
            </p:custDataLst>
          </p:nvPr>
        </p:nvSpPr>
        <p:spPr bwMode="auto">
          <a:xfrm>
            <a:off x="4872567" y="4511675"/>
            <a:ext cx="2058577" cy="769441"/>
          </a:xfrm>
          <a:prstGeom prst="rect">
            <a:avLst/>
          </a:prstGeom>
          <a:noFill/>
          <a:ln>
            <a:noFill/>
          </a:ln>
        </p:spPr>
        <p:txBody>
          <a:bodyPr wrap="none">
            <a:spAutoFit/>
          </a:bodyPr>
          <a:lstStyle>
            <a:lvl1pPr>
              <a:defRPr sz="1200" b="1">
                <a:solidFill>
                  <a:schemeClr val="tx1"/>
                </a:solidFill>
                <a:latin typeface="Verdana" charset="0"/>
                <a:ea typeface="ＭＳ Ｐゴシック" charset="0"/>
                <a:cs typeface="ＭＳ Ｐゴシック" charset="0"/>
              </a:defRPr>
            </a:lvl1pPr>
            <a:lvl2pPr marL="742950" indent="-285750">
              <a:defRPr sz="1200" b="1">
                <a:solidFill>
                  <a:schemeClr val="tx1"/>
                </a:solidFill>
                <a:latin typeface="Verdana" charset="0"/>
                <a:ea typeface="ＭＳ Ｐゴシック" charset="0"/>
              </a:defRPr>
            </a:lvl2pPr>
            <a:lvl3pPr marL="1143000" indent="-228600">
              <a:defRPr sz="1200" b="1">
                <a:solidFill>
                  <a:schemeClr val="tx1"/>
                </a:solidFill>
                <a:latin typeface="Verdana" charset="0"/>
                <a:ea typeface="ＭＳ Ｐゴシック" charset="0"/>
              </a:defRPr>
            </a:lvl3pPr>
            <a:lvl4pPr marL="1600200" indent="-228600">
              <a:defRPr sz="1200" b="1">
                <a:solidFill>
                  <a:schemeClr val="tx1"/>
                </a:solidFill>
                <a:latin typeface="Verdana" charset="0"/>
                <a:ea typeface="ＭＳ Ｐゴシック" charset="0"/>
              </a:defRPr>
            </a:lvl4pPr>
            <a:lvl5pPr marL="2057400" indent="-228600">
              <a:defRPr sz="1200" b="1">
                <a:solidFill>
                  <a:schemeClr val="tx1"/>
                </a:solidFill>
                <a:latin typeface="Verdana" charset="0"/>
                <a:ea typeface="ＭＳ Ｐゴシック" charset="0"/>
              </a:defRPr>
            </a:lvl5pPr>
            <a:lvl6pPr marL="2514600" indent="-228600" algn="ctr" eaLnBrk="0" fontAlgn="base" hangingPunct="0">
              <a:spcBef>
                <a:spcPct val="50000"/>
              </a:spcBef>
              <a:spcAft>
                <a:spcPct val="0"/>
              </a:spcAft>
              <a:defRPr sz="1200" b="1">
                <a:solidFill>
                  <a:schemeClr val="tx1"/>
                </a:solidFill>
                <a:latin typeface="Verdana" charset="0"/>
                <a:ea typeface="ＭＳ Ｐゴシック" charset="0"/>
              </a:defRPr>
            </a:lvl6pPr>
            <a:lvl7pPr marL="2971800" indent="-228600" algn="ctr" eaLnBrk="0" fontAlgn="base" hangingPunct="0">
              <a:spcBef>
                <a:spcPct val="50000"/>
              </a:spcBef>
              <a:spcAft>
                <a:spcPct val="0"/>
              </a:spcAft>
              <a:defRPr sz="1200" b="1">
                <a:solidFill>
                  <a:schemeClr val="tx1"/>
                </a:solidFill>
                <a:latin typeface="Verdana" charset="0"/>
                <a:ea typeface="ＭＳ Ｐゴシック" charset="0"/>
              </a:defRPr>
            </a:lvl7pPr>
            <a:lvl8pPr marL="3429000" indent="-228600" algn="ctr" eaLnBrk="0" fontAlgn="base" hangingPunct="0">
              <a:spcBef>
                <a:spcPct val="50000"/>
              </a:spcBef>
              <a:spcAft>
                <a:spcPct val="0"/>
              </a:spcAft>
              <a:defRPr sz="1200" b="1">
                <a:solidFill>
                  <a:schemeClr val="tx1"/>
                </a:solidFill>
                <a:latin typeface="Verdana" charset="0"/>
                <a:ea typeface="ＭＳ Ｐゴシック" charset="0"/>
              </a:defRPr>
            </a:lvl8pPr>
            <a:lvl9pPr marL="3886200" indent="-228600" algn="ctr" eaLnBrk="0" fontAlgn="base" hangingPunct="0">
              <a:spcBef>
                <a:spcPct val="50000"/>
              </a:spcBef>
              <a:spcAft>
                <a:spcPct val="0"/>
              </a:spcAft>
              <a:defRPr sz="1200" b="1">
                <a:solidFill>
                  <a:schemeClr val="tx1"/>
                </a:solidFill>
                <a:latin typeface="Verdana" charset="0"/>
                <a:ea typeface="ＭＳ Ｐゴシック" charset="0"/>
              </a:defRPr>
            </a:lvl9pPr>
          </a:lstStyle>
          <a:p>
            <a:pPr>
              <a:defRPr/>
            </a:pPr>
            <a:r>
              <a:rPr lang="en-US" sz="4400" b="0" dirty="0">
                <a:solidFill>
                  <a:schemeClr val="bg1"/>
                </a:solidFill>
              </a:rPr>
              <a:t>people</a:t>
            </a:r>
          </a:p>
        </p:txBody>
      </p:sp>
      <p:graphicFrame>
        <p:nvGraphicFramePr>
          <p:cNvPr id="178" name="Rectangle 773" hidden="1"/>
          <p:cNvGraphicFramePr>
            <a:graphicFrameLocks/>
          </p:cNvGraphicFramePr>
          <p:nvPr>
            <p:custDataLst>
              <p:tags r:id="rId5"/>
            </p:custDataLst>
          </p:nvPr>
        </p:nvGraphicFramePr>
        <p:xfrm>
          <a:off x="0" y="0"/>
          <a:ext cx="211667" cy="158750"/>
        </p:xfrm>
        <a:graphic>
          <a:graphicData uri="http://schemas.openxmlformats.org/presentationml/2006/ole">
            <mc:AlternateContent xmlns:mc="http://schemas.openxmlformats.org/markup-compatibility/2006">
              <mc:Choice xmlns:v="urn:schemas-microsoft-com:vml" Requires="v">
                <p:oleObj spid="_x0000_s24828" r:id="rId8" imgW="0" imgH="0" progId="">
                  <p:embed/>
                </p:oleObj>
              </mc:Choice>
              <mc:Fallback>
                <p:oleObj r:id="rId8" imgW="0" imgH="0" progId="">
                  <p:embed/>
                  <p:pic>
                    <p:nvPicPr>
                      <p:cNvPr id="178" name="Rectangle 773"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211667" cy="15875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856" name="Rectangle 808"/>
          <p:cNvSpPr>
            <a:spLocks noGrp="1" noChangeArrowheads="1"/>
          </p:cNvSpPr>
          <p:nvPr>
            <p:ph type="ctrTitle" sz="quarter"/>
          </p:nvPr>
        </p:nvSpPr>
        <p:spPr>
          <a:xfrm>
            <a:off x="615951" y="1851025"/>
            <a:ext cx="10960100" cy="681038"/>
          </a:xfrm>
        </p:spPr>
        <p:txBody>
          <a:bodyPr/>
          <a:lstStyle>
            <a:lvl1pPr>
              <a:defRPr sz="3400" b="0"/>
            </a:lvl1pPr>
          </a:lstStyle>
          <a:p>
            <a:r>
              <a:rPr lang="en-US"/>
              <a:t>Click to edit Master title style</a:t>
            </a:r>
          </a:p>
        </p:txBody>
      </p:sp>
      <p:sp>
        <p:nvSpPr>
          <p:cNvPr id="2857" name="Rectangle 809"/>
          <p:cNvSpPr>
            <a:spLocks noGrp="1" noChangeArrowheads="1"/>
          </p:cNvSpPr>
          <p:nvPr>
            <p:ph type="subTitle" sz="quarter" idx="1"/>
          </p:nvPr>
        </p:nvSpPr>
        <p:spPr>
          <a:xfrm>
            <a:off x="615951" y="1458914"/>
            <a:ext cx="10957983" cy="388937"/>
          </a:xfrm>
        </p:spPr>
        <p:txBody>
          <a:bodyPr tIns="0" bIns="0"/>
          <a:lstStyle>
            <a:lvl1pPr marL="0" indent="0">
              <a:buFont typeface="Times" pitchFamily="-64" charset="0"/>
              <a:buNone/>
              <a:defRPr sz="2400">
                <a:solidFill>
                  <a:srgbClr val="2F5EBF"/>
                </a:solidFill>
              </a:defRPr>
            </a:lvl1pPr>
          </a:lstStyle>
          <a:p>
            <a:r>
              <a:rPr lang="en-US"/>
              <a:t>Click to edit Master subtitle style</a:t>
            </a:r>
          </a:p>
        </p:txBody>
      </p:sp>
      <p:sp>
        <p:nvSpPr>
          <p:cNvPr id="179" name="Rectangle 810"/>
          <p:cNvSpPr>
            <a:spLocks noGrp="1" noChangeArrowheads="1"/>
          </p:cNvSpPr>
          <p:nvPr>
            <p:ph type="dt" sz="quarter" idx="10"/>
            <p:custDataLst>
              <p:tags r:id="rId6"/>
            </p:custDataLst>
          </p:nvPr>
        </p:nvSpPr>
        <p:spPr>
          <a:xfrm>
            <a:off x="4828117" y="6475413"/>
            <a:ext cx="2540000" cy="201612"/>
          </a:xfrm>
          <a:prstGeom prst="rect">
            <a:avLst/>
          </a:prstGeom>
        </p:spPr>
        <p:txBody>
          <a:bodyPr anchor="t"/>
          <a:lstStyle>
            <a:lvl1pPr algn="ctr">
              <a:defRPr sz="1200" smtClean="0"/>
            </a:lvl1pPr>
          </a:lstStyle>
          <a:p>
            <a:pPr>
              <a:defRPr/>
            </a:pPr>
            <a:endParaRPr lang="en-US" dirty="0"/>
          </a:p>
        </p:txBody>
      </p:sp>
      <p:sp>
        <p:nvSpPr>
          <p:cNvPr id="182" name="Slide Number Placeholder 92"/>
          <p:cNvSpPr txBox="1">
            <a:spLocks/>
          </p:cNvSpPr>
          <p:nvPr/>
        </p:nvSpPr>
        <p:spPr>
          <a:xfrm>
            <a:off x="428729" y="6356351"/>
            <a:ext cx="756976"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0" fontAlgn="base" latinLnBrk="0" hangingPunct="0">
              <a:lnSpc>
                <a:spcPct val="100000"/>
              </a:lnSpc>
              <a:spcBef>
                <a:spcPct val="50000"/>
              </a:spcBef>
              <a:spcAft>
                <a:spcPct val="0"/>
              </a:spcAft>
              <a:buClrTx/>
              <a:buSzTx/>
              <a:buFontTx/>
              <a:buNone/>
              <a:tabLst/>
              <a:defRPr/>
            </a:pPr>
            <a:fld id="{6A207B81-95F2-4522-AEB4-D31AB157406D}" type="slidenum">
              <a:rPr kumimoji="0" lang="en-US" sz="1200" b="1" i="0" u="none" strike="noStrike" kern="1200" cap="none" spc="0" normalizeH="0" baseline="0" noProof="0" smtClean="0">
                <a:ln>
                  <a:noFill/>
                </a:ln>
                <a:solidFill>
                  <a:schemeClr val="tx1">
                    <a:tint val="75000"/>
                  </a:schemeClr>
                </a:solidFill>
                <a:effectLst/>
                <a:uLnTx/>
                <a:uFillTx/>
                <a:latin typeface="Verdana" pitchFamily="34" charset="0"/>
                <a:ea typeface="ＭＳ Ｐゴシック" pitchFamily="34" charset="-128"/>
                <a:cs typeface="+mn-cs"/>
              </a:rPr>
              <a:pPr marL="0" marR="0" lvl="0" indent="0" algn="r" defTabSz="914400" rtl="0" eaLnBrk="0" fontAlgn="base" latinLnBrk="0" hangingPunct="0">
                <a:lnSpc>
                  <a:spcPct val="100000"/>
                </a:lnSpc>
                <a:spcBef>
                  <a:spcPct val="50000"/>
                </a:spcBef>
                <a:spcAft>
                  <a:spcPct val="0"/>
                </a:spcAft>
                <a:buClrTx/>
                <a:buSzTx/>
                <a:buFontTx/>
                <a:buNone/>
                <a:tabLst/>
                <a:defRPr/>
              </a:pPr>
              <a:t>‹#›</a:t>
            </a:fld>
            <a:endParaRPr kumimoji="0" lang="en-US" sz="1200" b="1" i="0" u="none" strike="noStrike" kern="1200" cap="none" spc="0" normalizeH="0" baseline="0" noProof="0" dirty="0">
              <a:ln>
                <a:noFill/>
              </a:ln>
              <a:solidFill>
                <a:schemeClr val="tx1">
                  <a:tint val="75000"/>
                </a:schemeClr>
              </a:solidFill>
              <a:effectLst/>
              <a:uLnTx/>
              <a:uFillTx/>
              <a:latin typeface="Verdana" pitchFamily="34" charset="0"/>
              <a:ea typeface="ＭＳ Ｐゴシック" pitchFamily="34" charset="-128"/>
              <a:cs typeface="+mn-cs"/>
            </a:endParaRPr>
          </a:p>
        </p:txBody>
      </p:sp>
    </p:spTree>
    <p:extLst>
      <p:ext uri="{BB962C8B-B14F-4D97-AF65-F5344CB8AC3E}">
        <p14:creationId xmlns:p14="http://schemas.microsoft.com/office/powerpoint/2010/main" val="246815250"/>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
          <p:cNvSpPr>
            <a:spLocks noGrp="1" noChangeArrowheads="1"/>
          </p:cNvSpPr>
          <p:nvPr>
            <p:ph type="dt" sz="half" idx="10"/>
          </p:nvPr>
        </p:nvSpPr>
        <p:spPr>
          <a:xfrm>
            <a:off x="603252" y="6542088"/>
            <a:ext cx="2849033" cy="201612"/>
          </a:xfrm>
          <a:prstGeom prst="rect">
            <a:avLst/>
          </a:prstGeom>
          <a:ln/>
        </p:spPr>
        <p:txBody>
          <a:bodyPr/>
          <a:lstStyle>
            <a:lvl1pPr>
              <a:defRPr/>
            </a:lvl1pPr>
          </a:lstStyle>
          <a:p>
            <a:pPr>
              <a:defRPr/>
            </a:pPr>
            <a:endParaRPr lang="en-US" dirty="0"/>
          </a:p>
        </p:txBody>
      </p:sp>
      <p:sp>
        <p:nvSpPr>
          <p:cNvPr id="5" name="Slide Number Placeholder 92"/>
          <p:cNvSpPr txBox="1">
            <a:spLocks/>
          </p:cNvSpPr>
          <p:nvPr/>
        </p:nvSpPr>
        <p:spPr>
          <a:xfrm>
            <a:off x="0" y="6492876"/>
            <a:ext cx="756976"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0" fontAlgn="base" latinLnBrk="0" hangingPunct="0">
              <a:lnSpc>
                <a:spcPct val="100000"/>
              </a:lnSpc>
              <a:spcBef>
                <a:spcPct val="50000"/>
              </a:spcBef>
              <a:spcAft>
                <a:spcPct val="0"/>
              </a:spcAft>
              <a:buClrTx/>
              <a:buSzTx/>
              <a:buFontTx/>
              <a:buNone/>
              <a:tabLst/>
              <a:defRPr/>
            </a:pPr>
            <a:fld id="{6A207B81-95F2-4522-AEB4-D31AB157406D}" type="slidenum">
              <a:rPr kumimoji="0" lang="en-US" sz="1050" b="1" i="0" u="none" strike="noStrike" kern="1200" cap="none" spc="0" normalizeH="0" baseline="0" noProof="0" smtClean="0">
                <a:ln>
                  <a:noFill/>
                </a:ln>
                <a:solidFill>
                  <a:schemeClr val="tx1">
                    <a:tint val="75000"/>
                  </a:schemeClr>
                </a:solidFill>
                <a:effectLst/>
                <a:uLnTx/>
                <a:uFillTx/>
                <a:latin typeface="+mn-lt"/>
                <a:ea typeface="ＭＳ Ｐゴシック" pitchFamily="34" charset="-128"/>
                <a:cs typeface="+mn-cs"/>
              </a:rPr>
              <a:pPr marL="0" marR="0" lvl="0" indent="0" algn="r" defTabSz="914400" rtl="0" eaLnBrk="0" fontAlgn="base" latinLnBrk="0" hangingPunct="0">
                <a:lnSpc>
                  <a:spcPct val="100000"/>
                </a:lnSpc>
                <a:spcBef>
                  <a:spcPct val="50000"/>
                </a:spcBef>
                <a:spcAft>
                  <a:spcPct val="0"/>
                </a:spcAft>
                <a:buClrTx/>
                <a:buSzTx/>
                <a:buFontTx/>
                <a:buNone/>
                <a:tabLst/>
                <a:defRPr/>
              </a:pPr>
              <a:t>‹#›</a:t>
            </a:fld>
            <a:endParaRPr kumimoji="0" lang="en-US" sz="1200" b="1" i="0" u="none" strike="noStrike" kern="1200" cap="none" spc="0" normalizeH="0" baseline="0" noProof="0" dirty="0">
              <a:ln>
                <a:noFill/>
              </a:ln>
              <a:solidFill>
                <a:schemeClr val="tx1">
                  <a:tint val="75000"/>
                </a:schemeClr>
              </a:solidFill>
              <a:effectLst/>
              <a:uLnTx/>
              <a:uFillTx/>
              <a:latin typeface="+mn-lt"/>
              <a:ea typeface="ＭＳ Ｐゴシック" pitchFamily="34" charset="-128"/>
              <a:cs typeface="+mn-cs"/>
            </a:endParaRPr>
          </a:p>
        </p:txBody>
      </p:sp>
    </p:spTree>
    <p:extLst>
      <p:ext uri="{BB962C8B-B14F-4D97-AF65-F5344CB8AC3E}">
        <p14:creationId xmlns:p14="http://schemas.microsoft.com/office/powerpoint/2010/main" val="191401637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
        <p:nvSpPr>
          <p:cNvPr id="4" name="Rectangle 10"/>
          <p:cNvSpPr>
            <a:spLocks noGrp="1" noChangeArrowheads="1"/>
          </p:cNvSpPr>
          <p:nvPr>
            <p:ph type="dt" sz="half" idx="10"/>
          </p:nvPr>
        </p:nvSpPr>
        <p:spPr>
          <a:xfrm>
            <a:off x="603252" y="6542088"/>
            <a:ext cx="2849033" cy="201612"/>
          </a:xfrm>
          <a:prstGeom prst="rect">
            <a:avLst/>
          </a:prstGeom>
          <a:ln/>
        </p:spPr>
        <p:txBody>
          <a:bodyPr/>
          <a:lstStyle>
            <a:lvl1pPr>
              <a:defRPr/>
            </a:lvl1pPr>
          </a:lstStyle>
          <a:p>
            <a:pPr>
              <a:defRPr/>
            </a:pPr>
            <a:endParaRPr lang="en-US" dirty="0"/>
          </a:p>
        </p:txBody>
      </p:sp>
      <p:sp>
        <p:nvSpPr>
          <p:cNvPr id="5" name="Slide Number Placeholder 92"/>
          <p:cNvSpPr txBox="1">
            <a:spLocks/>
          </p:cNvSpPr>
          <p:nvPr/>
        </p:nvSpPr>
        <p:spPr>
          <a:xfrm>
            <a:off x="428729" y="6356351"/>
            <a:ext cx="756976"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0" fontAlgn="base" latinLnBrk="0" hangingPunct="0">
              <a:lnSpc>
                <a:spcPct val="100000"/>
              </a:lnSpc>
              <a:spcBef>
                <a:spcPct val="50000"/>
              </a:spcBef>
              <a:spcAft>
                <a:spcPct val="0"/>
              </a:spcAft>
              <a:buClrTx/>
              <a:buSzTx/>
              <a:buFontTx/>
              <a:buNone/>
              <a:tabLst/>
              <a:defRPr/>
            </a:pPr>
            <a:fld id="{6A207B81-95F2-4522-AEB4-D31AB157406D}" type="slidenum">
              <a:rPr kumimoji="0" lang="en-US" sz="1200" b="1" i="0" u="none" strike="noStrike" kern="1200" cap="none" spc="0" normalizeH="0" baseline="0" noProof="0" smtClean="0">
                <a:ln>
                  <a:noFill/>
                </a:ln>
                <a:solidFill>
                  <a:schemeClr val="tx1">
                    <a:tint val="75000"/>
                  </a:schemeClr>
                </a:solidFill>
                <a:effectLst/>
                <a:uLnTx/>
                <a:uFillTx/>
                <a:latin typeface="Verdana" pitchFamily="34" charset="0"/>
                <a:ea typeface="ＭＳ Ｐゴシック" pitchFamily="34" charset="-128"/>
                <a:cs typeface="+mn-cs"/>
              </a:rPr>
              <a:pPr marL="0" marR="0" lvl="0" indent="0" algn="r" defTabSz="914400" rtl="0" eaLnBrk="0" fontAlgn="base" latinLnBrk="0" hangingPunct="0">
                <a:lnSpc>
                  <a:spcPct val="100000"/>
                </a:lnSpc>
                <a:spcBef>
                  <a:spcPct val="50000"/>
                </a:spcBef>
                <a:spcAft>
                  <a:spcPct val="0"/>
                </a:spcAft>
                <a:buClrTx/>
                <a:buSzTx/>
                <a:buFontTx/>
                <a:buNone/>
                <a:tabLst/>
                <a:defRPr/>
              </a:pPr>
              <a:t>‹#›</a:t>
            </a:fld>
            <a:endParaRPr kumimoji="0" lang="en-US" sz="1200" b="1" i="0" u="none" strike="noStrike" kern="1200" cap="none" spc="0" normalizeH="0" baseline="0" noProof="0" dirty="0">
              <a:ln>
                <a:noFill/>
              </a:ln>
              <a:solidFill>
                <a:schemeClr val="tx1">
                  <a:tint val="75000"/>
                </a:schemeClr>
              </a:solidFill>
              <a:effectLst/>
              <a:uLnTx/>
              <a:uFillTx/>
              <a:latin typeface="Verdana" pitchFamily="34" charset="0"/>
              <a:ea typeface="ＭＳ Ｐゴシック" pitchFamily="34" charset="-128"/>
              <a:cs typeface="+mn-cs"/>
            </a:endParaRPr>
          </a:p>
        </p:txBody>
      </p:sp>
    </p:spTree>
    <p:extLst>
      <p:ext uri="{BB962C8B-B14F-4D97-AF65-F5344CB8AC3E}">
        <p14:creationId xmlns:p14="http://schemas.microsoft.com/office/powerpoint/2010/main" val="392283346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436688"/>
            <a:ext cx="5380567" cy="47291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3367" y="1436688"/>
            <a:ext cx="5380567" cy="47291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
          <p:cNvSpPr>
            <a:spLocks noGrp="1" noChangeArrowheads="1"/>
          </p:cNvSpPr>
          <p:nvPr>
            <p:ph type="dt" sz="half" idx="10"/>
          </p:nvPr>
        </p:nvSpPr>
        <p:spPr>
          <a:xfrm>
            <a:off x="603252" y="6542088"/>
            <a:ext cx="2849033" cy="201612"/>
          </a:xfrm>
          <a:prstGeom prst="rect">
            <a:avLst/>
          </a:prstGeom>
          <a:ln/>
        </p:spPr>
        <p:txBody>
          <a:bodyPr/>
          <a:lstStyle>
            <a:lvl1pPr>
              <a:defRPr/>
            </a:lvl1pPr>
          </a:lstStyle>
          <a:p>
            <a:pPr>
              <a:defRPr/>
            </a:pPr>
            <a:endParaRPr lang="en-US" dirty="0"/>
          </a:p>
        </p:txBody>
      </p:sp>
      <p:sp>
        <p:nvSpPr>
          <p:cNvPr id="6" name="Slide Number Placeholder 92"/>
          <p:cNvSpPr txBox="1">
            <a:spLocks/>
          </p:cNvSpPr>
          <p:nvPr/>
        </p:nvSpPr>
        <p:spPr>
          <a:xfrm>
            <a:off x="428729" y="6356351"/>
            <a:ext cx="756976"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0" fontAlgn="base" latinLnBrk="0" hangingPunct="0">
              <a:lnSpc>
                <a:spcPct val="100000"/>
              </a:lnSpc>
              <a:spcBef>
                <a:spcPct val="50000"/>
              </a:spcBef>
              <a:spcAft>
                <a:spcPct val="0"/>
              </a:spcAft>
              <a:buClrTx/>
              <a:buSzTx/>
              <a:buFontTx/>
              <a:buNone/>
              <a:tabLst/>
              <a:defRPr/>
            </a:pPr>
            <a:fld id="{6A207B81-95F2-4522-AEB4-D31AB157406D}" type="slidenum">
              <a:rPr kumimoji="0" lang="en-US" sz="1200" b="1" i="0" u="none" strike="noStrike" kern="1200" cap="none" spc="0" normalizeH="0" baseline="0" noProof="0" smtClean="0">
                <a:ln>
                  <a:noFill/>
                </a:ln>
                <a:solidFill>
                  <a:schemeClr val="tx1">
                    <a:tint val="75000"/>
                  </a:schemeClr>
                </a:solidFill>
                <a:effectLst/>
                <a:uLnTx/>
                <a:uFillTx/>
                <a:latin typeface="Verdana" pitchFamily="34" charset="0"/>
                <a:ea typeface="ＭＳ Ｐゴシック" pitchFamily="34" charset="-128"/>
                <a:cs typeface="+mn-cs"/>
              </a:rPr>
              <a:pPr marL="0" marR="0" lvl="0" indent="0" algn="r" defTabSz="914400" rtl="0" eaLnBrk="0" fontAlgn="base" latinLnBrk="0" hangingPunct="0">
                <a:lnSpc>
                  <a:spcPct val="100000"/>
                </a:lnSpc>
                <a:spcBef>
                  <a:spcPct val="50000"/>
                </a:spcBef>
                <a:spcAft>
                  <a:spcPct val="0"/>
                </a:spcAft>
                <a:buClrTx/>
                <a:buSzTx/>
                <a:buFontTx/>
                <a:buNone/>
                <a:tabLst/>
                <a:defRPr/>
              </a:pPr>
              <a:t>‹#›</a:t>
            </a:fld>
            <a:endParaRPr kumimoji="0" lang="en-US" sz="1200" b="1" i="0" u="none" strike="noStrike" kern="1200" cap="none" spc="0" normalizeH="0" baseline="0" noProof="0" dirty="0">
              <a:ln>
                <a:noFill/>
              </a:ln>
              <a:solidFill>
                <a:schemeClr val="tx1">
                  <a:tint val="75000"/>
                </a:schemeClr>
              </a:solidFill>
              <a:effectLst/>
              <a:uLnTx/>
              <a:uFillTx/>
              <a:latin typeface="Verdana" pitchFamily="34" charset="0"/>
              <a:ea typeface="ＭＳ Ｐゴシック" pitchFamily="34" charset="-128"/>
              <a:cs typeface="+mn-cs"/>
            </a:endParaRPr>
          </a:p>
        </p:txBody>
      </p:sp>
    </p:spTree>
    <p:extLst>
      <p:ext uri="{BB962C8B-B14F-4D97-AF65-F5344CB8AC3E}">
        <p14:creationId xmlns:p14="http://schemas.microsoft.com/office/powerpoint/2010/main" val="27303349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
          <p:cNvSpPr>
            <a:spLocks noGrp="1" noChangeArrowheads="1"/>
          </p:cNvSpPr>
          <p:nvPr>
            <p:ph type="dt" sz="half" idx="10"/>
          </p:nvPr>
        </p:nvSpPr>
        <p:spPr>
          <a:xfrm>
            <a:off x="603252" y="6542088"/>
            <a:ext cx="2849033" cy="201612"/>
          </a:xfrm>
          <a:prstGeom prst="rect">
            <a:avLst/>
          </a:prstGeom>
          <a:ln/>
        </p:spPr>
        <p:txBody>
          <a:bodyPr/>
          <a:lstStyle>
            <a:lvl1pPr>
              <a:defRPr/>
            </a:lvl1pPr>
          </a:lstStyle>
          <a:p>
            <a:pPr>
              <a:defRPr/>
            </a:pPr>
            <a:endParaRPr lang="en-US" dirty="0"/>
          </a:p>
        </p:txBody>
      </p:sp>
      <p:sp>
        <p:nvSpPr>
          <p:cNvPr id="8" name="Slide Number Placeholder 92"/>
          <p:cNvSpPr txBox="1">
            <a:spLocks/>
          </p:cNvSpPr>
          <p:nvPr/>
        </p:nvSpPr>
        <p:spPr>
          <a:xfrm>
            <a:off x="428729" y="6356351"/>
            <a:ext cx="756976"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0" fontAlgn="base" latinLnBrk="0" hangingPunct="0">
              <a:lnSpc>
                <a:spcPct val="100000"/>
              </a:lnSpc>
              <a:spcBef>
                <a:spcPct val="50000"/>
              </a:spcBef>
              <a:spcAft>
                <a:spcPct val="0"/>
              </a:spcAft>
              <a:buClrTx/>
              <a:buSzTx/>
              <a:buFontTx/>
              <a:buNone/>
              <a:tabLst/>
              <a:defRPr/>
            </a:pPr>
            <a:fld id="{6A207B81-95F2-4522-AEB4-D31AB157406D}" type="slidenum">
              <a:rPr kumimoji="0" lang="en-US" sz="1200" b="1" i="0" u="none" strike="noStrike" kern="1200" cap="none" spc="0" normalizeH="0" baseline="0" noProof="0" smtClean="0">
                <a:ln>
                  <a:noFill/>
                </a:ln>
                <a:solidFill>
                  <a:schemeClr val="tx1">
                    <a:tint val="75000"/>
                  </a:schemeClr>
                </a:solidFill>
                <a:effectLst/>
                <a:uLnTx/>
                <a:uFillTx/>
                <a:latin typeface="Verdana" pitchFamily="34" charset="0"/>
                <a:ea typeface="ＭＳ Ｐゴシック" pitchFamily="34" charset="-128"/>
                <a:cs typeface="+mn-cs"/>
              </a:rPr>
              <a:pPr marL="0" marR="0" lvl="0" indent="0" algn="r" defTabSz="914400" rtl="0" eaLnBrk="0" fontAlgn="base" latinLnBrk="0" hangingPunct="0">
                <a:lnSpc>
                  <a:spcPct val="100000"/>
                </a:lnSpc>
                <a:spcBef>
                  <a:spcPct val="50000"/>
                </a:spcBef>
                <a:spcAft>
                  <a:spcPct val="0"/>
                </a:spcAft>
                <a:buClrTx/>
                <a:buSzTx/>
                <a:buFontTx/>
                <a:buNone/>
                <a:tabLst/>
                <a:defRPr/>
              </a:pPr>
              <a:t>‹#›</a:t>
            </a:fld>
            <a:endParaRPr kumimoji="0" lang="en-US" sz="1200" b="1" i="0" u="none" strike="noStrike" kern="1200" cap="none" spc="0" normalizeH="0" baseline="0" noProof="0" dirty="0">
              <a:ln>
                <a:noFill/>
              </a:ln>
              <a:solidFill>
                <a:schemeClr val="tx1">
                  <a:tint val="75000"/>
                </a:schemeClr>
              </a:solidFill>
              <a:effectLst/>
              <a:uLnTx/>
              <a:uFillTx/>
              <a:latin typeface="Verdana" pitchFamily="34" charset="0"/>
              <a:ea typeface="ＭＳ Ｐゴシック" pitchFamily="34" charset="-128"/>
              <a:cs typeface="+mn-cs"/>
            </a:endParaRPr>
          </a:p>
        </p:txBody>
      </p:sp>
    </p:spTree>
    <p:extLst>
      <p:ext uri="{BB962C8B-B14F-4D97-AF65-F5344CB8AC3E}">
        <p14:creationId xmlns:p14="http://schemas.microsoft.com/office/powerpoint/2010/main" val="329849556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
          <p:cNvSpPr>
            <a:spLocks noGrp="1" noChangeArrowheads="1"/>
          </p:cNvSpPr>
          <p:nvPr>
            <p:ph type="dt" sz="half" idx="10"/>
          </p:nvPr>
        </p:nvSpPr>
        <p:spPr>
          <a:xfrm>
            <a:off x="603252" y="6542088"/>
            <a:ext cx="2849033" cy="201612"/>
          </a:xfrm>
          <a:prstGeom prst="rect">
            <a:avLst/>
          </a:prstGeom>
          <a:ln/>
        </p:spPr>
        <p:txBody>
          <a:bodyPr/>
          <a:lstStyle>
            <a:lvl1pPr>
              <a:defRPr/>
            </a:lvl1pPr>
          </a:lstStyle>
          <a:p>
            <a:pPr>
              <a:defRPr/>
            </a:pPr>
            <a:endParaRPr lang="en-US" dirty="0"/>
          </a:p>
        </p:txBody>
      </p:sp>
      <p:sp>
        <p:nvSpPr>
          <p:cNvPr id="4" name="Slide Number Placeholder 92"/>
          <p:cNvSpPr txBox="1">
            <a:spLocks/>
          </p:cNvSpPr>
          <p:nvPr/>
        </p:nvSpPr>
        <p:spPr>
          <a:xfrm>
            <a:off x="428729" y="6356351"/>
            <a:ext cx="756976"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0" fontAlgn="base" latinLnBrk="0" hangingPunct="0">
              <a:lnSpc>
                <a:spcPct val="100000"/>
              </a:lnSpc>
              <a:spcBef>
                <a:spcPct val="50000"/>
              </a:spcBef>
              <a:spcAft>
                <a:spcPct val="0"/>
              </a:spcAft>
              <a:buClrTx/>
              <a:buSzTx/>
              <a:buFontTx/>
              <a:buNone/>
              <a:tabLst/>
              <a:defRPr/>
            </a:pPr>
            <a:fld id="{6A207B81-95F2-4522-AEB4-D31AB157406D}" type="slidenum">
              <a:rPr kumimoji="0" lang="en-US" sz="1200" b="1" i="0" u="none" strike="noStrike" kern="1200" cap="none" spc="0" normalizeH="0" baseline="0" noProof="0" smtClean="0">
                <a:ln>
                  <a:noFill/>
                </a:ln>
                <a:solidFill>
                  <a:schemeClr val="tx1">
                    <a:tint val="75000"/>
                  </a:schemeClr>
                </a:solidFill>
                <a:effectLst/>
                <a:uLnTx/>
                <a:uFillTx/>
                <a:latin typeface="Verdana" pitchFamily="34" charset="0"/>
                <a:ea typeface="ＭＳ Ｐゴシック" pitchFamily="34" charset="-128"/>
                <a:cs typeface="+mn-cs"/>
              </a:rPr>
              <a:pPr marL="0" marR="0" lvl="0" indent="0" algn="r" defTabSz="914400" rtl="0" eaLnBrk="0" fontAlgn="base" latinLnBrk="0" hangingPunct="0">
                <a:lnSpc>
                  <a:spcPct val="100000"/>
                </a:lnSpc>
                <a:spcBef>
                  <a:spcPct val="50000"/>
                </a:spcBef>
                <a:spcAft>
                  <a:spcPct val="0"/>
                </a:spcAft>
                <a:buClrTx/>
                <a:buSzTx/>
                <a:buFontTx/>
                <a:buNone/>
                <a:tabLst/>
                <a:defRPr/>
              </a:pPr>
              <a:t>‹#›</a:t>
            </a:fld>
            <a:endParaRPr kumimoji="0" lang="en-US" sz="1200" b="1" i="0" u="none" strike="noStrike" kern="1200" cap="none" spc="0" normalizeH="0" baseline="0" noProof="0" dirty="0">
              <a:ln>
                <a:noFill/>
              </a:ln>
              <a:solidFill>
                <a:schemeClr val="tx1">
                  <a:tint val="75000"/>
                </a:schemeClr>
              </a:solidFill>
              <a:effectLst/>
              <a:uLnTx/>
              <a:uFillTx/>
              <a:latin typeface="Verdana" pitchFamily="34" charset="0"/>
              <a:ea typeface="ＭＳ Ｐゴシック" pitchFamily="34" charset="-128"/>
              <a:cs typeface="+mn-cs"/>
            </a:endParaRPr>
          </a:p>
        </p:txBody>
      </p:sp>
    </p:spTree>
    <p:extLst>
      <p:ext uri="{BB962C8B-B14F-4D97-AF65-F5344CB8AC3E}">
        <p14:creationId xmlns:p14="http://schemas.microsoft.com/office/powerpoint/2010/main" val="49859752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
          <p:cNvSpPr>
            <a:spLocks noGrp="1" noChangeArrowheads="1"/>
          </p:cNvSpPr>
          <p:nvPr>
            <p:ph type="dt" sz="half" idx="10"/>
          </p:nvPr>
        </p:nvSpPr>
        <p:spPr>
          <a:xfrm>
            <a:off x="603252" y="6542088"/>
            <a:ext cx="2849033" cy="201612"/>
          </a:xfrm>
          <a:prstGeom prst="rect">
            <a:avLst/>
          </a:prstGeom>
          <a:ln/>
        </p:spPr>
        <p:txBody>
          <a:bodyPr/>
          <a:lstStyle>
            <a:lvl1pPr>
              <a:defRPr/>
            </a:lvl1pPr>
          </a:lstStyle>
          <a:p>
            <a:pPr>
              <a:defRPr/>
            </a:pPr>
            <a:endParaRPr lang="en-US" dirty="0"/>
          </a:p>
        </p:txBody>
      </p:sp>
      <p:sp>
        <p:nvSpPr>
          <p:cNvPr id="3" name="Slide Number Placeholder 92"/>
          <p:cNvSpPr txBox="1">
            <a:spLocks/>
          </p:cNvSpPr>
          <p:nvPr/>
        </p:nvSpPr>
        <p:spPr>
          <a:xfrm>
            <a:off x="428729" y="6356351"/>
            <a:ext cx="756976"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0" fontAlgn="base" latinLnBrk="0" hangingPunct="0">
              <a:lnSpc>
                <a:spcPct val="100000"/>
              </a:lnSpc>
              <a:spcBef>
                <a:spcPct val="50000"/>
              </a:spcBef>
              <a:spcAft>
                <a:spcPct val="0"/>
              </a:spcAft>
              <a:buClrTx/>
              <a:buSzTx/>
              <a:buFontTx/>
              <a:buNone/>
              <a:tabLst/>
              <a:defRPr/>
            </a:pPr>
            <a:fld id="{6A207B81-95F2-4522-AEB4-D31AB157406D}" type="slidenum">
              <a:rPr kumimoji="0" lang="en-US" sz="1200" b="1" i="0" u="none" strike="noStrike" kern="1200" cap="none" spc="0" normalizeH="0" baseline="0" noProof="0" smtClean="0">
                <a:ln>
                  <a:noFill/>
                </a:ln>
                <a:solidFill>
                  <a:schemeClr val="tx1">
                    <a:tint val="75000"/>
                  </a:schemeClr>
                </a:solidFill>
                <a:effectLst/>
                <a:uLnTx/>
                <a:uFillTx/>
                <a:latin typeface="Verdana" pitchFamily="34" charset="0"/>
                <a:ea typeface="ＭＳ Ｐゴシック" pitchFamily="34" charset="-128"/>
                <a:cs typeface="+mn-cs"/>
              </a:rPr>
              <a:pPr marL="0" marR="0" lvl="0" indent="0" algn="r" defTabSz="914400" rtl="0" eaLnBrk="0" fontAlgn="base" latinLnBrk="0" hangingPunct="0">
                <a:lnSpc>
                  <a:spcPct val="100000"/>
                </a:lnSpc>
                <a:spcBef>
                  <a:spcPct val="50000"/>
                </a:spcBef>
                <a:spcAft>
                  <a:spcPct val="0"/>
                </a:spcAft>
                <a:buClrTx/>
                <a:buSzTx/>
                <a:buFontTx/>
                <a:buNone/>
                <a:tabLst/>
                <a:defRPr/>
              </a:pPr>
              <a:t>‹#›</a:t>
            </a:fld>
            <a:endParaRPr kumimoji="0" lang="en-US" sz="1200" b="1" i="0" u="none" strike="noStrike" kern="1200" cap="none" spc="0" normalizeH="0" baseline="0" noProof="0" dirty="0">
              <a:ln>
                <a:noFill/>
              </a:ln>
              <a:solidFill>
                <a:schemeClr val="tx1">
                  <a:tint val="75000"/>
                </a:schemeClr>
              </a:solidFill>
              <a:effectLst/>
              <a:uLnTx/>
              <a:uFillTx/>
              <a:latin typeface="Verdana" pitchFamily="34" charset="0"/>
              <a:ea typeface="ＭＳ Ｐゴシック" pitchFamily="34" charset="-128"/>
              <a:cs typeface="+mn-cs"/>
            </a:endParaRPr>
          </a:p>
        </p:txBody>
      </p:sp>
    </p:spTree>
    <p:extLst>
      <p:ext uri="{BB962C8B-B14F-4D97-AF65-F5344CB8AC3E}">
        <p14:creationId xmlns:p14="http://schemas.microsoft.com/office/powerpoint/2010/main" val="65136652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
          <p:cNvSpPr>
            <a:spLocks noGrp="1" noChangeArrowheads="1"/>
          </p:cNvSpPr>
          <p:nvPr>
            <p:ph type="dt" sz="half" idx="10"/>
          </p:nvPr>
        </p:nvSpPr>
        <p:spPr>
          <a:xfrm>
            <a:off x="603252" y="6542088"/>
            <a:ext cx="2849033" cy="201612"/>
          </a:xfrm>
          <a:prstGeom prst="rect">
            <a:avLst/>
          </a:prstGeom>
          <a:ln/>
        </p:spPr>
        <p:txBody>
          <a:bodyPr/>
          <a:lstStyle>
            <a:lvl1pPr>
              <a:defRPr/>
            </a:lvl1pPr>
          </a:lstStyle>
          <a:p>
            <a:pPr>
              <a:defRPr/>
            </a:pPr>
            <a:endParaRPr lang="en-US" dirty="0"/>
          </a:p>
        </p:txBody>
      </p:sp>
      <p:sp>
        <p:nvSpPr>
          <p:cNvPr id="6" name="Slide Number Placeholder 92"/>
          <p:cNvSpPr txBox="1">
            <a:spLocks/>
          </p:cNvSpPr>
          <p:nvPr/>
        </p:nvSpPr>
        <p:spPr>
          <a:xfrm>
            <a:off x="428729" y="6356351"/>
            <a:ext cx="756976"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0" fontAlgn="base" latinLnBrk="0" hangingPunct="0">
              <a:lnSpc>
                <a:spcPct val="100000"/>
              </a:lnSpc>
              <a:spcBef>
                <a:spcPct val="50000"/>
              </a:spcBef>
              <a:spcAft>
                <a:spcPct val="0"/>
              </a:spcAft>
              <a:buClrTx/>
              <a:buSzTx/>
              <a:buFontTx/>
              <a:buNone/>
              <a:tabLst/>
              <a:defRPr/>
            </a:pPr>
            <a:fld id="{6A207B81-95F2-4522-AEB4-D31AB157406D}" type="slidenum">
              <a:rPr kumimoji="0" lang="en-US" sz="1200" b="1" i="0" u="none" strike="noStrike" kern="1200" cap="none" spc="0" normalizeH="0" baseline="0" noProof="0" smtClean="0">
                <a:ln>
                  <a:noFill/>
                </a:ln>
                <a:solidFill>
                  <a:schemeClr val="tx1">
                    <a:tint val="75000"/>
                  </a:schemeClr>
                </a:solidFill>
                <a:effectLst/>
                <a:uLnTx/>
                <a:uFillTx/>
                <a:latin typeface="Verdana" pitchFamily="34" charset="0"/>
                <a:ea typeface="ＭＳ Ｐゴシック" pitchFamily="34" charset="-128"/>
                <a:cs typeface="+mn-cs"/>
              </a:rPr>
              <a:pPr marL="0" marR="0" lvl="0" indent="0" algn="r" defTabSz="914400" rtl="0" eaLnBrk="0" fontAlgn="base" latinLnBrk="0" hangingPunct="0">
                <a:lnSpc>
                  <a:spcPct val="100000"/>
                </a:lnSpc>
                <a:spcBef>
                  <a:spcPct val="50000"/>
                </a:spcBef>
                <a:spcAft>
                  <a:spcPct val="0"/>
                </a:spcAft>
                <a:buClrTx/>
                <a:buSzTx/>
                <a:buFontTx/>
                <a:buNone/>
                <a:tabLst/>
                <a:defRPr/>
              </a:pPr>
              <a:t>‹#›</a:t>
            </a:fld>
            <a:endParaRPr kumimoji="0" lang="en-US" sz="1200" b="1" i="0" u="none" strike="noStrike" kern="1200" cap="none" spc="0" normalizeH="0" baseline="0" noProof="0" dirty="0">
              <a:ln>
                <a:noFill/>
              </a:ln>
              <a:solidFill>
                <a:schemeClr val="tx1">
                  <a:tint val="75000"/>
                </a:schemeClr>
              </a:solidFill>
              <a:effectLst/>
              <a:uLnTx/>
              <a:uFillTx/>
              <a:latin typeface="Verdana" pitchFamily="34" charset="0"/>
              <a:ea typeface="ＭＳ Ｐゴシック" pitchFamily="34" charset="-128"/>
              <a:cs typeface="+mn-cs"/>
            </a:endParaRPr>
          </a:p>
        </p:txBody>
      </p:sp>
    </p:spTree>
    <p:extLst>
      <p:ext uri="{BB962C8B-B14F-4D97-AF65-F5344CB8AC3E}">
        <p14:creationId xmlns:p14="http://schemas.microsoft.com/office/powerpoint/2010/main" val="391385960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
          <p:cNvSpPr>
            <a:spLocks noGrp="1" noChangeArrowheads="1"/>
          </p:cNvSpPr>
          <p:nvPr>
            <p:ph type="dt" sz="half" idx="10"/>
          </p:nvPr>
        </p:nvSpPr>
        <p:spPr>
          <a:xfrm>
            <a:off x="603252" y="6542088"/>
            <a:ext cx="2849033" cy="201612"/>
          </a:xfrm>
          <a:prstGeom prst="rect">
            <a:avLst/>
          </a:prstGeom>
          <a:ln/>
        </p:spPr>
        <p:txBody>
          <a:bodyPr/>
          <a:lstStyle>
            <a:lvl1pPr>
              <a:defRPr/>
            </a:lvl1pPr>
          </a:lstStyle>
          <a:p>
            <a:pPr>
              <a:defRPr/>
            </a:pPr>
            <a:endParaRPr lang="en-US" dirty="0"/>
          </a:p>
        </p:txBody>
      </p:sp>
      <p:sp>
        <p:nvSpPr>
          <p:cNvPr id="6" name="Slide Number Placeholder 92"/>
          <p:cNvSpPr txBox="1">
            <a:spLocks/>
          </p:cNvSpPr>
          <p:nvPr/>
        </p:nvSpPr>
        <p:spPr>
          <a:xfrm>
            <a:off x="428729" y="6356351"/>
            <a:ext cx="756976"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0" fontAlgn="base" latinLnBrk="0" hangingPunct="0">
              <a:lnSpc>
                <a:spcPct val="100000"/>
              </a:lnSpc>
              <a:spcBef>
                <a:spcPct val="50000"/>
              </a:spcBef>
              <a:spcAft>
                <a:spcPct val="0"/>
              </a:spcAft>
              <a:buClrTx/>
              <a:buSzTx/>
              <a:buFontTx/>
              <a:buNone/>
              <a:tabLst/>
              <a:defRPr/>
            </a:pPr>
            <a:fld id="{6A207B81-95F2-4522-AEB4-D31AB157406D}" type="slidenum">
              <a:rPr kumimoji="0" lang="en-US" sz="1200" b="1" i="0" u="none" strike="noStrike" kern="1200" cap="none" spc="0" normalizeH="0" baseline="0" noProof="0" smtClean="0">
                <a:ln>
                  <a:noFill/>
                </a:ln>
                <a:solidFill>
                  <a:schemeClr val="tx1">
                    <a:tint val="75000"/>
                  </a:schemeClr>
                </a:solidFill>
                <a:effectLst/>
                <a:uLnTx/>
                <a:uFillTx/>
                <a:latin typeface="Verdana" pitchFamily="34" charset="0"/>
                <a:ea typeface="ＭＳ Ｐゴシック" pitchFamily="34" charset="-128"/>
                <a:cs typeface="+mn-cs"/>
              </a:rPr>
              <a:pPr marL="0" marR="0" lvl="0" indent="0" algn="r" defTabSz="914400" rtl="0" eaLnBrk="0" fontAlgn="base" latinLnBrk="0" hangingPunct="0">
                <a:lnSpc>
                  <a:spcPct val="100000"/>
                </a:lnSpc>
                <a:spcBef>
                  <a:spcPct val="50000"/>
                </a:spcBef>
                <a:spcAft>
                  <a:spcPct val="0"/>
                </a:spcAft>
                <a:buClrTx/>
                <a:buSzTx/>
                <a:buFontTx/>
                <a:buNone/>
                <a:tabLst/>
                <a:defRPr/>
              </a:pPr>
              <a:t>‹#›</a:t>
            </a:fld>
            <a:endParaRPr kumimoji="0" lang="en-US" sz="1200" b="1" i="0" u="none" strike="noStrike" kern="1200" cap="none" spc="0" normalizeH="0" baseline="0" noProof="0" dirty="0">
              <a:ln>
                <a:noFill/>
              </a:ln>
              <a:solidFill>
                <a:schemeClr val="tx1">
                  <a:tint val="75000"/>
                </a:schemeClr>
              </a:solidFill>
              <a:effectLst/>
              <a:uLnTx/>
              <a:uFillTx/>
              <a:latin typeface="Verdana" pitchFamily="34" charset="0"/>
              <a:ea typeface="ＭＳ Ｐゴシック" pitchFamily="34" charset="-128"/>
              <a:cs typeface="+mn-cs"/>
            </a:endParaRPr>
          </a:p>
        </p:txBody>
      </p:sp>
    </p:spTree>
    <p:extLst>
      <p:ext uri="{BB962C8B-B14F-4D97-AF65-F5344CB8AC3E}">
        <p14:creationId xmlns:p14="http://schemas.microsoft.com/office/powerpoint/2010/main" val="28463627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
          <p:cNvSpPr>
            <a:spLocks noGrp="1" noChangeArrowheads="1"/>
          </p:cNvSpPr>
          <p:nvPr>
            <p:ph type="dt" sz="half" idx="10"/>
          </p:nvPr>
        </p:nvSpPr>
        <p:spPr>
          <a:xfrm>
            <a:off x="603252" y="6542088"/>
            <a:ext cx="2849033" cy="201612"/>
          </a:xfrm>
          <a:prstGeom prst="rect">
            <a:avLst/>
          </a:prstGeom>
          <a:ln/>
        </p:spPr>
        <p:txBody>
          <a:bodyPr/>
          <a:lstStyle>
            <a:lvl1pPr>
              <a:defRPr/>
            </a:lvl1pPr>
          </a:lstStyle>
          <a:p>
            <a:pPr>
              <a:defRPr/>
            </a:pPr>
            <a:endParaRPr lang="en-US" dirty="0"/>
          </a:p>
        </p:txBody>
      </p:sp>
      <p:sp>
        <p:nvSpPr>
          <p:cNvPr id="5" name="Slide Number Placeholder 92"/>
          <p:cNvSpPr txBox="1">
            <a:spLocks/>
          </p:cNvSpPr>
          <p:nvPr/>
        </p:nvSpPr>
        <p:spPr>
          <a:xfrm>
            <a:off x="428729" y="6356351"/>
            <a:ext cx="756976"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0" fontAlgn="base" latinLnBrk="0" hangingPunct="0">
              <a:lnSpc>
                <a:spcPct val="100000"/>
              </a:lnSpc>
              <a:spcBef>
                <a:spcPct val="50000"/>
              </a:spcBef>
              <a:spcAft>
                <a:spcPct val="0"/>
              </a:spcAft>
              <a:buClrTx/>
              <a:buSzTx/>
              <a:buFontTx/>
              <a:buNone/>
              <a:tabLst/>
              <a:defRPr/>
            </a:pPr>
            <a:fld id="{6A207B81-95F2-4522-AEB4-D31AB157406D}" type="slidenum">
              <a:rPr kumimoji="0" lang="en-US" sz="1200" b="1" i="0" u="none" strike="noStrike" kern="1200" cap="none" spc="0" normalizeH="0" baseline="0" noProof="0" smtClean="0">
                <a:ln>
                  <a:noFill/>
                </a:ln>
                <a:solidFill>
                  <a:schemeClr val="tx1">
                    <a:tint val="75000"/>
                  </a:schemeClr>
                </a:solidFill>
                <a:effectLst/>
                <a:uLnTx/>
                <a:uFillTx/>
                <a:latin typeface="Verdana" pitchFamily="34" charset="0"/>
                <a:ea typeface="ＭＳ Ｐゴシック" pitchFamily="34" charset="-128"/>
                <a:cs typeface="+mn-cs"/>
              </a:rPr>
              <a:pPr marL="0" marR="0" lvl="0" indent="0" algn="r" defTabSz="914400" rtl="0" eaLnBrk="0" fontAlgn="base" latinLnBrk="0" hangingPunct="0">
                <a:lnSpc>
                  <a:spcPct val="100000"/>
                </a:lnSpc>
                <a:spcBef>
                  <a:spcPct val="50000"/>
                </a:spcBef>
                <a:spcAft>
                  <a:spcPct val="0"/>
                </a:spcAft>
                <a:buClrTx/>
                <a:buSzTx/>
                <a:buFontTx/>
                <a:buNone/>
                <a:tabLst/>
                <a:defRPr/>
              </a:pPr>
              <a:t>‹#›</a:t>
            </a:fld>
            <a:endParaRPr kumimoji="0" lang="en-US" sz="1200" b="1" i="0" u="none" strike="noStrike" kern="1200" cap="none" spc="0" normalizeH="0" baseline="0" noProof="0" dirty="0">
              <a:ln>
                <a:noFill/>
              </a:ln>
              <a:solidFill>
                <a:schemeClr val="tx1">
                  <a:tint val="75000"/>
                </a:schemeClr>
              </a:solidFill>
              <a:effectLst/>
              <a:uLnTx/>
              <a:uFillTx/>
              <a:latin typeface="Verdana" pitchFamily="34" charset="0"/>
              <a:ea typeface="ＭＳ Ｐゴシック" pitchFamily="34" charset="-128"/>
              <a:cs typeface="+mn-cs"/>
            </a:endParaRPr>
          </a:p>
        </p:txBody>
      </p:sp>
    </p:spTree>
    <p:extLst>
      <p:ext uri="{BB962C8B-B14F-4D97-AF65-F5344CB8AC3E}">
        <p14:creationId xmlns:p14="http://schemas.microsoft.com/office/powerpoint/2010/main" val="544269456"/>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0733" y="379414"/>
            <a:ext cx="2743200" cy="57864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1133" y="379414"/>
            <a:ext cx="8026400" cy="57864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
          <p:cNvSpPr>
            <a:spLocks noGrp="1" noChangeArrowheads="1"/>
          </p:cNvSpPr>
          <p:nvPr>
            <p:ph type="dt" sz="half" idx="10"/>
          </p:nvPr>
        </p:nvSpPr>
        <p:spPr>
          <a:xfrm>
            <a:off x="603252" y="6542088"/>
            <a:ext cx="2849033" cy="201612"/>
          </a:xfrm>
          <a:prstGeom prst="rect">
            <a:avLst/>
          </a:prstGeom>
          <a:ln/>
        </p:spPr>
        <p:txBody>
          <a:bodyPr/>
          <a:lstStyle>
            <a:lvl1pPr>
              <a:defRPr/>
            </a:lvl1pPr>
          </a:lstStyle>
          <a:p>
            <a:pPr>
              <a:defRPr/>
            </a:pPr>
            <a:endParaRPr lang="en-US" dirty="0"/>
          </a:p>
        </p:txBody>
      </p:sp>
      <p:sp>
        <p:nvSpPr>
          <p:cNvPr id="5" name="Slide Number Placeholder 92"/>
          <p:cNvSpPr txBox="1">
            <a:spLocks/>
          </p:cNvSpPr>
          <p:nvPr/>
        </p:nvSpPr>
        <p:spPr>
          <a:xfrm>
            <a:off x="428729" y="6356351"/>
            <a:ext cx="756976"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0" fontAlgn="base" latinLnBrk="0" hangingPunct="0">
              <a:lnSpc>
                <a:spcPct val="100000"/>
              </a:lnSpc>
              <a:spcBef>
                <a:spcPct val="50000"/>
              </a:spcBef>
              <a:spcAft>
                <a:spcPct val="0"/>
              </a:spcAft>
              <a:buClrTx/>
              <a:buSzTx/>
              <a:buFontTx/>
              <a:buNone/>
              <a:tabLst/>
              <a:defRPr/>
            </a:pPr>
            <a:fld id="{6A207B81-95F2-4522-AEB4-D31AB157406D}" type="slidenum">
              <a:rPr kumimoji="0" lang="en-US" sz="1200" b="1" i="0" u="none" strike="noStrike" kern="1200" cap="none" spc="0" normalizeH="0" baseline="0" noProof="0" smtClean="0">
                <a:ln>
                  <a:noFill/>
                </a:ln>
                <a:solidFill>
                  <a:schemeClr val="tx1">
                    <a:tint val="75000"/>
                  </a:schemeClr>
                </a:solidFill>
                <a:effectLst/>
                <a:uLnTx/>
                <a:uFillTx/>
                <a:latin typeface="Verdana" pitchFamily="34" charset="0"/>
                <a:ea typeface="ＭＳ Ｐゴシック" pitchFamily="34" charset="-128"/>
                <a:cs typeface="+mn-cs"/>
              </a:rPr>
              <a:pPr marL="0" marR="0" lvl="0" indent="0" algn="r" defTabSz="914400" rtl="0" eaLnBrk="0" fontAlgn="base" latinLnBrk="0" hangingPunct="0">
                <a:lnSpc>
                  <a:spcPct val="100000"/>
                </a:lnSpc>
                <a:spcBef>
                  <a:spcPct val="50000"/>
                </a:spcBef>
                <a:spcAft>
                  <a:spcPct val="0"/>
                </a:spcAft>
                <a:buClrTx/>
                <a:buSzTx/>
                <a:buFontTx/>
                <a:buNone/>
                <a:tabLst/>
                <a:defRPr/>
              </a:pPr>
              <a:t>‹#›</a:t>
            </a:fld>
            <a:endParaRPr kumimoji="0" lang="en-US" sz="1200" b="1" i="0" u="none" strike="noStrike" kern="1200" cap="none" spc="0" normalizeH="0" baseline="0" noProof="0" dirty="0">
              <a:ln>
                <a:noFill/>
              </a:ln>
              <a:solidFill>
                <a:schemeClr val="tx1">
                  <a:tint val="75000"/>
                </a:schemeClr>
              </a:solidFill>
              <a:effectLst/>
              <a:uLnTx/>
              <a:uFillTx/>
              <a:latin typeface="Verdana" pitchFamily="34" charset="0"/>
              <a:ea typeface="ＭＳ Ｐゴシック" pitchFamily="34" charset="-128"/>
              <a:cs typeface="+mn-cs"/>
            </a:endParaRPr>
          </a:p>
        </p:txBody>
      </p:sp>
    </p:spTree>
    <p:extLst>
      <p:ext uri="{BB962C8B-B14F-4D97-AF65-F5344CB8AC3E}">
        <p14:creationId xmlns:p14="http://schemas.microsoft.com/office/powerpoint/2010/main" val="3838054785"/>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23424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521974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61674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and Table">
    <p:spTree>
      <p:nvGrpSpPr>
        <p:cNvPr id="1" name=""/>
        <p:cNvGrpSpPr/>
        <p:nvPr/>
      </p:nvGrpSpPr>
      <p:grpSpPr>
        <a:xfrm>
          <a:off x="0" y="0"/>
          <a:ext cx="0" cy="0"/>
          <a:chOff x="0" y="0"/>
          <a:chExt cx="0" cy="0"/>
        </a:xfrm>
      </p:grpSpPr>
    </p:spTree>
    <p:extLst>
      <p:ext uri="{BB962C8B-B14F-4D97-AF65-F5344CB8AC3E}">
        <p14:creationId xmlns:p14="http://schemas.microsoft.com/office/powerpoint/2010/main" val="451774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98631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pic>
        <p:nvPicPr>
          <p:cNvPr id="4" name="Picture 8" descr="Sig_Crp_Lft_4c"/>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5615517"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10"/>
          <p:cNvGrpSpPr>
            <a:grpSpLocks/>
          </p:cNvGrpSpPr>
          <p:nvPr userDrawn="1"/>
        </p:nvGrpSpPr>
        <p:grpSpPr bwMode="auto">
          <a:xfrm>
            <a:off x="7084485" y="2384425"/>
            <a:ext cx="2567516" cy="2111375"/>
            <a:chOff x="513" y="2448"/>
            <a:chExt cx="1213" cy="1330"/>
          </a:xfrm>
        </p:grpSpPr>
        <p:pic>
          <p:nvPicPr>
            <p:cNvPr id="6" name="Picture 10" descr="ATLAS Logo"/>
            <p:cNvPicPr>
              <a:picLocks noChangeAspect="1" noChangeArrowheads="1"/>
            </p:cNvPicPr>
            <p:nvPr userDrawn="1"/>
          </p:nvPicPr>
          <p:blipFill>
            <a:blip r:embed="rId3">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561" y="2448"/>
              <a:ext cx="1163" cy="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1" descr="logo_full_300"/>
            <p:cNvPicPr>
              <a:picLocks noChangeAspect="1" noChangeArrowheads="1"/>
            </p:cNvPicPr>
            <p:nvPr userDrawn="1"/>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3" y="3339"/>
              <a:ext cx="1213"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3919" name="Rectangle 15"/>
          <p:cNvSpPr>
            <a:spLocks noGrp="1" noChangeArrowheads="1"/>
          </p:cNvSpPr>
          <p:nvPr>
            <p:ph type="ctrTitle" sz="quarter"/>
          </p:nvPr>
        </p:nvSpPr>
        <p:spPr>
          <a:xfrm>
            <a:off x="6079067" y="4556126"/>
            <a:ext cx="5164667" cy="1139825"/>
          </a:xfrm>
        </p:spPr>
        <p:txBody>
          <a:bodyPr lIns="91440" tIns="45720" rIns="91440" bIns="45720" anchor="t"/>
          <a:lstStyle>
            <a:lvl1pPr>
              <a:defRPr smtClean="0"/>
            </a:lvl1pPr>
          </a:lstStyle>
          <a:p>
            <a:pPr lvl="0"/>
            <a:r>
              <a:rPr lang="en-US" noProof="0"/>
              <a:t>Click to edit Master title style</a:t>
            </a:r>
          </a:p>
        </p:txBody>
      </p:sp>
      <p:sp>
        <p:nvSpPr>
          <p:cNvPr id="123920" name="Rectangle 16"/>
          <p:cNvSpPr>
            <a:spLocks noGrp="1" noChangeArrowheads="1"/>
          </p:cNvSpPr>
          <p:nvPr>
            <p:ph type="subTitle" sz="quarter" idx="1"/>
          </p:nvPr>
        </p:nvSpPr>
        <p:spPr>
          <a:xfrm>
            <a:off x="6062133" y="5638800"/>
            <a:ext cx="4876800" cy="596900"/>
          </a:xfrm>
        </p:spPr>
        <p:txBody>
          <a:bodyPr/>
          <a:lstStyle>
            <a:lvl1pPr marL="0" indent="0">
              <a:buFont typeface="Arial" charset="0"/>
              <a:buNone/>
              <a:defRPr sz="2000" smtClean="0">
                <a:ea typeface="ＭＳ Ｐゴシック" pitchFamily="34" charset="-128"/>
              </a:defRPr>
            </a:lvl1pPr>
          </a:lstStyle>
          <a:p>
            <a:pPr lvl="0"/>
            <a:r>
              <a:rPr lang="en-US" noProof="0"/>
              <a:t>Click to edit Master subtitle style</a:t>
            </a:r>
          </a:p>
        </p:txBody>
      </p:sp>
    </p:spTree>
    <p:extLst>
      <p:ext uri="{BB962C8B-B14F-4D97-AF65-F5344CB8AC3E}">
        <p14:creationId xmlns:p14="http://schemas.microsoft.com/office/powerpoint/2010/main" val="1251201602"/>
      </p:ext>
    </p:extLst>
  </p:cSld>
  <p:clrMapOvr>
    <a:masterClrMapping/>
  </p:clrMapOvr>
  <p:transition/>
  <p:hf sldNum="0" hdr="0" ftr="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6739" name="Rectangle 2"/>
          <p:cNvSpPr>
            <a:spLocks noGrp="1" noChangeArrowheads="1"/>
          </p:cNvSpPr>
          <p:nvPr>
            <p:ph type="ctrTitle"/>
          </p:nvPr>
        </p:nvSpPr>
        <p:spPr>
          <a:xfrm>
            <a:off x="6502400" y="2590800"/>
            <a:ext cx="4775200" cy="1143000"/>
          </a:xfrm>
        </p:spPr>
        <p:txBody>
          <a:bodyPr/>
          <a:lstStyle>
            <a:lvl1pPr>
              <a:defRPr b="0" i="0" smtClean="0">
                <a:solidFill>
                  <a:srgbClr val="C80021"/>
                </a:solidFill>
                <a:latin typeface="Franklin Gothic Book"/>
                <a:cs typeface="Franklin Gothic Book"/>
              </a:defRPr>
            </a:lvl1pPr>
          </a:lstStyle>
          <a:p>
            <a:r>
              <a:rPr lang="en-US" dirty="0"/>
              <a:t>Click to edit Master title style</a:t>
            </a:r>
          </a:p>
        </p:txBody>
      </p:sp>
      <p:sp>
        <p:nvSpPr>
          <p:cNvPr id="116740" name="Rectangle 3"/>
          <p:cNvSpPr>
            <a:spLocks noGrp="1" noChangeArrowheads="1"/>
          </p:cNvSpPr>
          <p:nvPr>
            <p:ph type="subTitle" idx="1"/>
          </p:nvPr>
        </p:nvSpPr>
        <p:spPr>
          <a:xfrm>
            <a:off x="6540501" y="3886200"/>
            <a:ext cx="4838700" cy="1752600"/>
          </a:xfrm>
        </p:spPr>
        <p:txBody>
          <a:bodyPr lIns="0" tIns="0" rIns="0" bIns="0"/>
          <a:lstStyle>
            <a:lvl1pPr marL="0" indent="0">
              <a:buFont typeface="Wingdings" pitchFamily="2" charset="2"/>
              <a:buNone/>
              <a:defRPr sz="2000" smtClean="0">
                <a:latin typeface="Arial" pitchFamily="34" charset="0"/>
              </a:defRPr>
            </a:lvl1pPr>
          </a:lstStyle>
          <a:p>
            <a:r>
              <a:rPr lang="en-US" dirty="0"/>
              <a:t>Click to edit Master</a:t>
            </a:r>
          </a:p>
          <a:p>
            <a:r>
              <a:rPr lang="en-US" dirty="0"/>
              <a:t>subtitle style</a:t>
            </a:r>
          </a:p>
        </p:txBody>
      </p:sp>
    </p:spTree>
    <p:extLst>
      <p:ext uri="{BB962C8B-B14F-4D97-AF65-F5344CB8AC3E}">
        <p14:creationId xmlns:p14="http://schemas.microsoft.com/office/powerpoint/2010/main" val="1545050213"/>
      </p:ext>
    </p:extLst>
  </p:cSld>
  <p:clrMapOvr>
    <a:masterClrMapping/>
  </p:clrMapOvr>
  <p:transition>
    <p:randomBar/>
  </p:transition>
  <p:hf sldNum="0" hdr="0" ftr="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59618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3706512"/>
      </p:ext>
    </p:extLst>
  </p:cSld>
  <p:clrMapOvr>
    <a:masterClrMapping/>
  </p:clrMapOvr>
  <p:transition>
    <p:randomBa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53018" y="0"/>
            <a:ext cx="10456333" cy="914400"/>
          </a:xfrm>
        </p:spPr>
        <p:txBody>
          <a:bodyPr/>
          <a:lstStyle/>
          <a:p>
            <a:r>
              <a:rPr lang="en-US"/>
              <a:t>Click to edit Master title style</a:t>
            </a:r>
          </a:p>
        </p:txBody>
      </p:sp>
      <p:sp>
        <p:nvSpPr>
          <p:cNvPr id="3" name="Content Placeholder 2"/>
          <p:cNvSpPr>
            <a:spLocks noGrp="1"/>
          </p:cNvSpPr>
          <p:nvPr>
            <p:ph idx="1"/>
          </p:nvPr>
        </p:nvSpPr>
        <p:spPr>
          <a:xfrm>
            <a:off x="853017" y="1023258"/>
            <a:ext cx="10363200" cy="50836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08661529"/>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sldNum" sz="quarter" idx="10"/>
          </p:nvPr>
        </p:nvSpPr>
        <p:spPr>
          <a:xfrm>
            <a:off x="9182100" y="6254750"/>
            <a:ext cx="2844800" cy="476250"/>
          </a:xfrm>
          <a:prstGeom prst="rect">
            <a:avLst/>
          </a:prstGeom>
        </p:spPr>
        <p:txBody>
          <a:bodyPr vert="horz" wrap="square" lIns="91440" tIns="45720" rIns="91440" bIns="45720" numCol="1" anchor="t" anchorCtr="0" compatLnSpc="1">
            <a:prstTxWarp prst="textNoShape">
              <a:avLst/>
            </a:prstTxWarp>
          </a:bodyPr>
          <a:lstStyle>
            <a:lvl1pPr eaLnBrk="1" hangingPunct="1">
              <a:defRPr smtClean="0">
                <a:cs typeface="Arial" panose="020B0604020202020204" pitchFamily="34" charset="0"/>
              </a:defRPr>
            </a:lvl1pPr>
          </a:lstStyle>
          <a:p>
            <a:pPr>
              <a:defRPr/>
            </a:pPr>
            <a:fld id="{1B4331F5-3983-4328-A7E9-60F97D73F077}" type="slidenum">
              <a:rPr lang="en-US" altLang="en-US"/>
              <a:pPr>
                <a:defRPr/>
              </a:pPr>
              <a:t>‹#›</a:t>
            </a:fld>
            <a:endParaRPr lang="en-US" altLang="en-US" dirty="0"/>
          </a:p>
        </p:txBody>
      </p:sp>
    </p:spTree>
    <p:extLst>
      <p:ext uri="{BB962C8B-B14F-4D97-AF65-F5344CB8AC3E}">
        <p14:creationId xmlns:p14="http://schemas.microsoft.com/office/powerpoint/2010/main" val="25544684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914400" y="436564"/>
            <a:ext cx="10972800" cy="2549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5"/>
          <p:cNvSpPr>
            <a:spLocks noGrp="1" noChangeArrowheads="1"/>
          </p:cNvSpPr>
          <p:nvPr>
            <p:ph type="ftr" sz="quarter" idx="10"/>
          </p:nvPr>
        </p:nvSpPr>
        <p:spPr>
          <a:xfrm>
            <a:off x="300567" y="6537326"/>
            <a:ext cx="7175500" cy="214313"/>
          </a:xfrm>
          <a:prstGeom prst="rect">
            <a:avLst/>
          </a:prstGeom>
        </p:spPr>
        <p:txBody>
          <a:bodyPr/>
          <a:lstStyle>
            <a:lvl1pPr eaLnBrk="1" hangingPunct="1">
              <a:defRPr>
                <a:latin typeface="Arial" charset="0"/>
                <a:cs typeface="+mn-cs"/>
              </a:defRPr>
            </a:lvl1pPr>
          </a:lstStyle>
          <a:p>
            <a:pPr>
              <a:defRPr/>
            </a:pPr>
            <a:endParaRPr lang="en-US" altLang="en-US" dirty="0"/>
          </a:p>
        </p:txBody>
      </p:sp>
    </p:spTree>
    <p:extLst>
      <p:ext uri="{BB962C8B-B14F-4D97-AF65-F5344CB8AC3E}">
        <p14:creationId xmlns:p14="http://schemas.microsoft.com/office/powerpoint/2010/main" val="847452680"/>
      </p:ext>
    </p:extLst>
  </p:cSld>
  <p:clrMapOvr>
    <a:masterClrMapping/>
  </p:clrMapOvr>
  <p:transition advClick="0"/>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6493395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Title 1"/>
          <p:cNvSpPr>
            <a:spLocks noGrp="1"/>
          </p:cNvSpPr>
          <p:nvPr>
            <p:ph type="title"/>
          </p:nvPr>
        </p:nvSpPr>
        <p:spPr>
          <a:xfrm>
            <a:off x="412500" y="366779"/>
            <a:ext cx="10972800" cy="606426"/>
          </a:xfrm>
        </p:spPr>
        <p:txBody>
          <a:bodyPr>
            <a:noAutofit/>
          </a:bodyPr>
          <a:lstStyle>
            <a:lvl1pPr algn="l" defTabSz="1214962" rtl="0" eaLnBrk="1" latinLnBrk="0" hangingPunct="1">
              <a:lnSpc>
                <a:spcPct val="100000"/>
              </a:lnSpc>
              <a:spcBef>
                <a:spcPct val="0"/>
              </a:spcBef>
              <a:buNone/>
              <a:defRPr lang="en-US" sz="3208" b="0" kern="1200" dirty="0">
                <a:solidFill>
                  <a:schemeClr val="tx1"/>
                </a:solidFill>
                <a:latin typeface="+mj-lt"/>
                <a:ea typeface="+mj-ea"/>
                <a:cs typeface="Arial" panose="020B0604020202020204" pitchFamily="34" charset="0"/>
              </a:defRPr>
            </a:lvl1pPr>
          </a:lstStyle>
          <a:p>
            <a:r>
              <a:rPr lang="en-US" dirty="0"/>
              <a:t>Click to edit Master title style</a:t>
            </a:r>
          </a:p>
        </p:txBody>
      </p:sp>
      <p:sp>
        <p:nvSpPr>
          <p:cNvPr id="4" name="Content Placeholder 2"/>
          <p:cNvSpPr>
            <a:spLocks noGrp="1"/>
          </p:cNvSpPr>
          <p:nvPr>
            <p:ph idx="1"/>
          </p:nvPr>
        </p:nvSpPr>
        <p:spPr>
          <a:xfrm>
            <a:off x="458334" y="871100"/>
            <a:ext cx="10972800" cy="409575"/>
          </a:xfrm>
        </p:spPr>
        <p:txBody>
          <a:bodyPr>
            <a:noAutofit/>
          </a:bodyPr>
          <a:lstStyle>
            <a:lvl1pPr marL="0" indent="0" algn="l" defTabSz="1214962" rtl="0" eaLnBrk="1" latinLnBrk="0" hangingPunct="1">
              <a:spcBef>
                <a:spcPct val="20000"/>
              </a:spcBef>
              <a:buFont typeface="Arial" pitchFamily="34" charset="0"/>
              <a:buNone/>
              <a:defRPr lang="en-US" sz="1404" b="0" kern="1200" dirty="0" smtClean="0">
                <a:solidFill>
                  <a:schemeClr val="tx1"/>
                </a:solidFill>
                <a:latin typeface="+mn-lt"/>
                <a:ea typeface="+mn-ea"/>
                <a:cs typeface="Arial" panose="020B0604020202020204" pitchFamily="34" charset="0"/>
              </a:defRPr>
            </a:lvl1pPr>
            <a:lvl2pPr marL="303741" indent="-303741" algn="l" defTabSz="1214962" rtl="0" eaLnBrk="1" latinLnBrk="0" hangingPunct="1">
              <a:spcBef>
                <a:spcPct val="20000"/>
              </a:spcBef>
              <a:buFont typeface="Arial" pitchFamily="34" charset="0"/>
              <a:buChar char="•"/>
              <a:defRPr lang="en-US" sz="2707" kern="1200" dirty="0" smtClean="0">
                <a:solidFill>
                  <a:schemeClr val="tx1"/>
                </a:solidFill>
                <a:latin typeface="+mn-lt"/>
                <a:ea typeface="+mn-ea"/>
                <a:cs typeface="+mn-cs"/>
              </a:defRPr>
            </a:lvl2pPr>
            <a:lvl3pPr marL="833176" indent="-455603">
              <a:defRPr lang="en-US" sz="2707" kern="1200" dirty="0" smtClean="0">
                <a:solidFill>
                  <a:schemeClr val="tx1"/>
                </a:solidFill>
                <a:latin typeface="+mn-lt"/>
                <a:ea typeface="+mn-ea"/>
                <a:cs typeface="+mn-cs"/>
              </a:defRPr>
            </a:lvl3pPr>
            <a:lvl4pPr marL="1292998" indent="-455603">
              <a:defRPr/>
            </a:lvl4pPr>
          </a:lstStyle>
          <a:p>
            <a:pPr lvl="0"/>
            <a:r>
              <a:rPr lang="en-US" dirty="0"/>
              <a:t>Click to edit Master text styles</a:t>
            </a:r>
          </a:p>
        </p:txBody>
      </p:sp>
      <p:sp>
        <p:nvSpPr>
          <p:cNvPr id="6" name="Slide Number Placeholder 5"/>
          <p:cNvSpPr txBox="1">
            <a:spLocks/>
          </p:cNvSpPr>
          <p:nvPr userDrawn="1"/>
        </p:nvSpPr>
        <p:spPr>
          <a:xfrm>
            <a:off x="11666742" y="6488400"/>
            <a:ext cx="172692" cy="187798"/>
          </a:xfrm>
          <a:prstGeom prst="rect">
            <a:avLst/>
          </a:prstGeom>
        </p:spPr>
        <p:txBody>
          <a:bodyPr vert="horz" lIns="0" tIns="0" rIns="0" bIns="0" rtlCol="0" anchor="ctr" anchorCtr="0"/>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fld id="{275BAEB0-9CF5-46A3-9FA9-B8F172252491}" type="slidenum">
              <a:rPr lang="en-US" sz="652" smtClean="0">
                <a:solidFill>
                  <a:srgbClr val="313131"/>
                </a:solidFill>
                <a:cs typeface="Arial" panose="020B0604020202020204" pitchFamily="34" charset="0"/>
              </a:rPr>
              <a:pPr marL="0" lvl="1"/>
              <a:t>‹#›</a:t>
            </a:fld>
            <a:endParaRPr lang="en-US" sz="902" dirty="0">
              <a:solidFill>
                <a:srgbClr val="FFFFFF"/>
              </a:solidFill>
              <a:cs typeface="Arial" panose="020B0604020202020204" pitchFamily="34" charset="0"/>
            </a:endParaRPr>
          </a:p>
        </p:txBody>
      </p:sp>
      <p:sp>
        <p:nvSpPr>
          <p:cNvPr id="9" name="Copyright"/>
          <p:cNvSpPr txBox="1"/>
          <p:nvPr userDrawn="1"/>
        </p:nvSpPr>
        <p:spPr>
          <a:xfrm>
            <a:off x="471066" y="6534682"/>
            <a:ext cx="5368448" cy="100306"/>
          </a:xfrm>
          <a:prstGeom prst="rect">
            <a:avLst/>
          </a:prstGeom>
          <a:noFill/>
        </p:spPr>
        <p:txBody>
          <a:bodyPr vert="horz" wrap="square" lIns="0" tIns="0" rIns="0" bIns="0" rtlCol="0" anchor="t">
            <a:noAutofit/>
          </a:bodyPr>
          <a:lstStyle/>
          <a:p>
            <a:pPr defTabSz="1222218">
              <a:spcBef>
                <a:spcPts val="802"/>
              </a:spcBef>
              <a:buSzPct val="100000"/>
              <a:buFont typeface="Arial"/>
              <a:buNone/>
            </a:pPr>
            <a:r>
              <a:rPr lang="en-US" sz="652" dirty="0">
                <a:solidFill>
                  <a:srgbClr val="313131"/>
                </a:solidFill>
              </a:rPr>
              <a:t>Copyright © 2017 Deloitte Development LLC. All rights reserved.</a:t>
            </a:r>
          </a:p>
        </p:txBody>
      </p:sp>
    </p:spTree>
    <p:extLst>
      <p:ext uri="{BB962C8B-B14F-4D97-AF65-F5344CB8AC3E}">
        <p14:creationId xmlns:p14="http://schemas.microsoft.com/office/powerpoint/2010/main" val="20343541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rgbClr val="00A1DE"/>
          </a:solidFill>
          <a:ln>
            <a:noFill/>
          </a:ln>
          <a:effectLst/>
        </p:spPr>
        <p:style>
          <a:lnRef idx="1">
            <a:schemeClr val="accent1"/>
          </a:lnRef>
          <a:fillRef idx="3">
            <a:schemeClr val="accent1"/>
          </a:fillRef>
          <a:effectRef idx="2">
            <a:schemeClr val="accent1"/>
          </a:effectRef>
          <a:fontRef idx="minor">
            <a:schemeClr val="lt1"/>
          </a:fontRef>
        </p:style>
        <p:txBody>
          <a:bodyPr lIns="121491" tIns="60734" rIns="121491" bIns="60734" rtlCol="0" anchor="ctr"/>
          <a:lstStyle/>
          <a:p>
            <a:pPr algn="ctr"/>
            <a:endParaRPr lang="en-US" sz="1805" dirty="0">
              <a:solidFill>
                <a:srgbClr val="FFFFFF"/>
              </a:solidFill>
            </a:endParaRPr>
          </a:p>
        </p:txBody>
      </p:sp>
      <p:sp>
        <p:nvSpPr>
          <p:cNvPr id="5" name="Text Placeholder 4"/>
          <p:cNvSpPr>
            <a:spLocks noGrp="1"/>
          </p:cNvSpPr>
          <p:nvPr>
            <p:ph type="body" sz="quarter" idx="10"/>
          </p:nvPr>
        </p:nvSpPr>
        <p:spPr>
          <a:xfrm>
            <a:off x="0" y="2697512"/>
            <a:ext cx="12192000" cy="1462976"/>
          </a:xfrm>
        </p:spPr>
        <p:txBody>
          <a:bodyPr>
            <a:noAutofit/>
          </a:bodyPr>
          <a:lstStyle>
            <a:lvl1pPr marL="0" indent="0" algn="ctr" defTabSz="916686" rtl="0" eaLnBrk="1" latinLnBrk="0" hangingPunct="1">
              <a:lnSpc>
                <a:spcPts val="4265"/>
              </a:lnSpc>
              <a:spcBef>
                <a:spcPts val="0"/>
              </a:spcBef>
              <a:spcAft>
                <a:spcPts val="401"/>
              </a:spcAft>
              <a:buFont typeface="Arial" pitchFamily="34" charset="0"/>
              <a:buNone/>
              <a:defRPr lang="en-US" sz="4010" kern="1200" dirty="0" smtClean="0">
                <a:solidFill>
                  <a:schemeClr val="bg1"/>
                </a:solidFill>
                <a:latin typeface="+mn-lt"/>
                <a:ea typeface="+mn-ea"/>
                <a:cs typeface="Arial" panose="020B0604020202020204" pitchFamily="34" charset="0"/>
              </a:defRPr>
            </a:lvl1pPr>
            <a:lvl2pPr marL="0" indent="0" algn="ctr" defTabSz="916686" rtl="0" eaLnBrk="1" latinLnBrk="0" hangingPunct="1">
              <a:lnSpc>
                <a:spcPts val="4265"/>
              </a:lnSpc>
              <a:spcBef>
                <a:spcPts val="0"/>
              </a:spcBef>
              <a:spcAft>
                <a:spcPts val="401"/>
              </a:spcAft>
              <a:buFont typeface="Arial" pitchFamily="34" charset="0"/>
              <a:buNone/>
              <a:defRPr lang="en-US" sz="4010" kern="1200" dirty="0" smtClean="0">
                <a:solidFill>
                  <a:schemeClr val="bg1"/>
                </a:solidFill>
                <a:latin typeface="+mn-lt"/>
                <a:ea typeface="+mn-ea"/>
                <a:cs typeface="Arial" panose="020B0604020202020204" pitchFamily="34" charset="0"/>
              </a:defRPr>
            </a:lvl2pPr>
            <a:lvl3pPr marL="0" indent="0" algn="ctr" defTabSz="916686" rtl="0" eaLnBrk="1" latinLnBrk="0" hangingPunct="1">
              <a:lnSpc>
                <a:spcPts val="4265"/>
              </a:lnSpc>
              <a:spcBef>
                <a:spcPts val="0"/>
              </a:spcBef>
              <a:spcAft>
                <a:spcPts val="401"/>
              </a:spcAft>
              <a:buFont typeface="Arial" pitchFamily="34" charset="0"/>
              <a:buNone/>
              <a:defRPr lang="en-US" sz="4010" kern="1200" dirty="0" smtClean="0">
                <a:solidFill>
                  <a:schemeClr val="bg1"/>
                </a:solidFill>
                <a:latin typeface="+mn-lt"/>
                <a:ea typeface="+mn-ea"/>
                <a:cs typeface="Arial" panose="020B0604020202020204" pitchFamily="34" charset="0"/>
              </a:defRPr>
            </a:lvl3pPr>
            <a:lvl4pPr marL="0" indent="0" algn="ctr" defTabSz="916686" rtl="0" eaLnBrk="1" latinLnBrk="0" hangingPunct="1">
              <a:lnSpc>
                <a:spcPts val="4265"/>
              </a:lnSpc>
              <a:spcBef>
                <a:spcPts val="0"/>
              </a:spcBef>
              <a:spcAft>
                <a:spcPts val="401"/>
              </a:spcAft>
              <a:buFont typeface="Arial" pitchFamily="34" charset="0"/>
              <a:buNone/>
              <a:defRPr lang="en-US" sz="4010" kern="1200" dirty="0" smtClean="0">
                <a:solidFill>
                  <a:schemeClr val="bg1"/>
                </a:solidFill>
                <a:latin typeface="+mn-lt"/>
                <a:ea typeface="+mn-ea"/>
                <a:cs typeface="Arial" panose="020B0604020202020204" pitchFamily="34" charset="0"/>
              </a:defRPr>
            </a:lvl4pPr>
            <a:lvl5pPr marL="0" indent="0" algn="ctr" defTabSz="916686" rtl="0" eaLnBrk="1" latinLnBrk="0" hangingPunct="1">
              <a:lnSpc>
                <a:spcPts val="4265"/>
              </a:lnSpc>
              <a:spcBef>
                <a:spcPts val="0"/>
              </a:spcBef>
              <a:spcAft>
                <a:spcPts val="401"/>
              </a:spcAft>
              <a:buFont typeface="Arial" pitchFamily="34" charset="0"/>
              <a:buNone/>
              <a:defRPr lang="en-US" sz="4010" kern="1200" dirty="0">
                <a:solidFill>
                  <a:schemeClr val="bg1"/>
                </a:solidFill>
                <a:latin typeface="+mn-lt"/>
                <a:ea typeface="+mn-ea"/>
                <a:cs typeface="Arial" panose="020B0604020202020204" pitchFamily="34" charset="0"/>
              </a:defRPr>
            </a:lvl5pPr>
          </a:lstStyle>
          <a:p>
            <a:pPr lvl="0"/>
            <a:r>
              <a:rPr lang="en-US" dirty="0"/>
              <a:t>Click to edit Master text styles</a:t>
            </a:r>
          </a:p>
        </p:txBody>
      </p:sp>
      <p:sp>
        <p:nvSpPr>
          <p:cNvPr id="10" name="Slide Number Placeholder 5"/>
          <p:cNvSpPr txBox="1">
            <a:spLocks/>
          </p:cNvSpPr>
          <p:nvPr userDrawn="1"/>
        </p:nvSpPr>
        <p:spPr>
          <a:xfrm>
            <a:off x="11666742" y="6488400"/>
            <a:ext cx="172692" cy="187798"/>
          </a:xfrm>
          <a:prstGeom prst="rect">
            <a:avLst/>
          </a:prstGeom>
        </p:spPr>
        <p:txBody>
          <a:bodyPr vert="horz" lIns="0" tIns="0" rIns="0" bIns="0" rtlCol="0" anchor="ctr" anchorCtr="0"/>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fld id="{275BAEB0-9CF5-46A3-9FA9-B8F172252491}" type="slidenum">
              <a:rPr lang="en-US" sz="652" smtClean="0">
                <a:solidFill>
                  <a:srgbClr val="FFFFFF"/>
                </a:solidFill>
                <a:cs typeface="Arial" panose="020B0604020202020204" pitchFamily="34" charset="0"/>
              </a:rPr>
              <a:pPr marL="0" lvl="1"/>
              <a:t>‹#›</a:t>
            </a:fld>
            <a:endParaRPr lang="en-US" sz="902" dirty="0">
              <a:solidFill>
                <a:srgbClr val="FFFFFF"/>
              </a:solidFill>
              <a:cs typeface="Arial" panose="020B0604020202020204" pitchFamily="34" charset="0"/>
            </a:endParaRPr>
          </a:p>
        </p:txBody>
      </p:sp>
      <p:sp>
        <p:nvSpPr>
          <p:cNvPr id="13" name="Copyright"/>
          <p:cNvSpPr txBox="1"/>
          <p:nvPr userDrawn="1"/>
        </p:nvSpPr>
        <p:spPr>
          <a:xfrm>
            <a:off x="471066" y="6534682"/>
            <a:ext cx="5368448" cy="100306"/>
          </a:xfrm>
          <a:prstGeom prst="rect">
            <a:avLst/>
          </a:prstGeom>
          <a:noFill/>
        </p:spPr>
        <p:txBody>
          <a:bodyPr vert="horz" wrap="square" lIns="0" tIns="0" rIns="0" bIns="0" rtlCol="0" anchor="t">
            <a:noAutofit/>
          </a:bodyPr>
          <a:lstStyle/>
          <a:p>
            <a:pPr defTabSz="1222218">
              <a:spcBef>
                <a:spcPts val="802"/>
              </a:spcBef>
              <a:buSzPct val="100000"/>
              <a:buFont typeface="Arial"/>
              <a:buNone/>
            </a:pPr>
            <a:r>
              <a:rPr lang="en-US" sz="652" dirty="0">
                <a:solidFill>
                  <a:srgbClr val="FFFFFF"/>
                </a:solidFill>
              </a:rPr>
              <a:t>Copyright © 2017 Deloitte Development LLC. All rights reserved.</a:t>
            </a:r>
          </a:p>
        </p:txBody>
      </p:sp>
    </p:spTree>
    <p:extLst>
      <p:ext uri="{BB962C8B-B14F-4D97-AF65-F5344CB8AC3E}">
        <p14:creationId xmlns:p14="http://schemas.microsoft.com/office/powerpoint/2010/main" val="2399202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_CRS - Title only">
    <p:spTree>
      <p:nvGrpSpPr>
        <p:cNvPr id="1" name=""/>
        <p:cNvGrpSpPr/>
        <p:nvPr/>
      </p:nvGrpSpPr>
      <p:grpSpPr>
        <a:xfrm>
          <a:off x="0" y="0"/>
          <a:ext cx="0" cy="0"/>
          <a:chOff x="0" y="0"/>
          <a:chExt cx="0" cy="0"/>
        </a:xfrm>
      </p:grpSpPr>
      <p:sp>
        <p:nvSpPr>
          <p:cNvPr id="8" name="Copyright"/>
          <p:cNvSpPr txBox="1"/>
          <p:nvPr userDrawn="1"/>
        </p:nvSpPr>
        <p:spPr>
          <a:xfrm>
            <a:off x="501650" y="6477000"/>
            <a:ext cx="3146288" cy="202097"/>
          </a:xfrm>
          <a:prstGeom prst="rect">
            <a:avLst/>
          </a:prstGeom>
          <a:noFill/>
        </p:spPr>
        <p:txBody>
          <a:bodyPr vert="horz" wrap="square" lIns="0" tIns="0" rIns="0" bIns="0" rtlCol="0" anchor="ctr">
            <a:noAutofit/>
          </a:bodyPr>
          <a:lstStyle/>
          <a:p>
            <a:r>
              <a:rPr lang="en-US" sz="800" dirty="0">
                <a:solidFill>
                  <a:prstClr val="black"/>
                </a:solidFill>
                <a:ea typeface="Verdana" panose="020B0604030504040204" pitchFamily="34" charset="0"/>
                <a:cs typeface="Verdana" panose="020B0604030504040204" pitchFamily="34" charset="0"/>
              </a:rPr>
              <a:t>Oracle Cloud ERP/HCM/HCM Implementation</a:t>
            </a:r>
          </a:p>
        </p:txBody>
      </p:sp>
      <p:sp>
        <p:nvSpPr>
          <p:cNvPr id="10" name="Title Placeholder 1"/>
          <p:cNvSpPr>
            <a:spLocks noGrp="1"/>
          </p:cNvSpPr>
          <p:nvPr>
            <p:ph type="title" hasCustomPrompt="1"/>
          </p:nvPr>
        </p:nvSpPr>
        <p:spPr>
          <a:xfrm>
            <a:off x="501650" y="317501"/>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Tree>
    <p:extLst>
      <p:ext uri="{BB962C8B-B14F-4D97-AF65-F5344CB8AC3E}">
        <p14:creationId xmlns:p14="http://schemas.microsoft.com/office/powerpoint/2010/main" val="453587930"/>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3_CRS - Title, Chart ">
    <p:spTree>
      <p:nvGrpSpPr>
        <p:cNvPr id="1" name=""/>
        <p:cNvGrpSpPr/>
        <p:nvPr/>
      </p:nvGrpSpPr>
      <p:grpSpPr>
        <a:xfrm>
          <a:off x="0" y="0"/>
          <a:ext cx="0" cy="0"/>
          <a:chOff x="0" y="0"/>
          <a:chExt cx="0" cy="0"/>
        </a:xfrm>
      </p:grpSpPr>
      <p:sp>
        <p:nvSpPr>
          <p:cNvPr id="8" name="Copyright"/>
          <p:cNvSpPr txBox="1"/>
          <p:nvPr userDrawn="1"/>
        </p:nvSpPr>
        <p:spPr>
          <a:xfrm>
            <a:off x="501650" y="6477000"/>
            <a:ext cx="3146288" cy="202097"/>
          </a:xfrm>
          <a:prstGeom prst="rect">
            <a:avLst/>
          </a:prstGeom>
          <a:noFill/>
        </p:spPr>
        <p:txBody>
          <a:bodyPr vert="horz" wrap="square" lIns="0" tIns="0" rIns="0" bIns="0" rtlCol="0" anchor="ctr">
            <a:noAutofit/>
          </a:bodyPr>
          <a:lstStyle/>
          <a:p>
            <a:r>
              <a:rPr lang="en-US" sz="800" dirty="0">
                <a:solidFill>
                  <a:prstClr val="black"/>
                </a:solidFill>
                <a:ea typeface="Verdana" panose="020B0604030504040204" pitchFamily="34" charset="0"/>
                <a:cs typeface="Verdana" panose="020B0604030504040204" pitchFamily="34" charset="0"/>
              </a:rPr>
              <a:t>Oracle Cloud ERP/HCM/HCM Implementation</a:t>
            </a:r>
          </a:p>
        </p:txBody>
      </p:sp>
      <p:sp>
        <p:nvSpPr>
          <p:cNvPr id="10" name="Title Placeholder 1"/>
          <p:cNvSpPr>
            <a:spLocks noGrp="1"/>
          </p:cNvSpPr>
          <p:nvPr>
            <p:ph type="title" hasCustomPrompt="1"/>
          </p:nvPr>
        </p:nvSpPr>
        <p:spPr>
          <a:xfrm>
            <a:off x="501650" y="317501"/>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4" name="Text Placeholder 18"/>
          <p:cNvSpPr>
            <a:spLocks noGrp="1"/>
          </p:cNvSpPr>
          <p:nvPr>
            <p:ph idx="1"/>
          </p:nvPr>
        </p:nvSpPr>
        <p:spPr>
          <a:xfrm>
            <a:off x="501651" y="1665290"/>
            <a:ext cx="11165416" cy="4716463"/>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729776237"/>
      </p:ext>
    </p:extLst>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DC_Title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337546"/>
            <a:ext cx="10972800" cy="729257"/>
          </a:xfrm>
          <a:prstGeom prst="rect">
            <a:avLst/>
          </a:prstGeom>
        </p:spPr>
        <p:txBody>
          <a:bodyPr>
            <a:noAutofit/>
          </a:bodyPr>
          <a:lstStyle>
            <a:lvl1pPr>
              <a:lnSpc>
                <a:spcPct val="100000"/>
              </a:lnSpc>
              <a:defRPr b="0">
                <a:solidFill>
                  <a:schemeClr val="bg2"/>
                </a:solidFill>
              </a:defRPr>
            </a:lvl1pPr>
          </a:lstStyle>
          <a:p>
            <a:r>
              <a:rPr lang="en-US" dirty="0"/>
              <a:t>Click to edit Master title style</a:t>
            </a:r>
          </a:p>
        </p:txBody>
      </p:sp>
      <p:sp>
        <p:nvSpPr>
          <p:cNvPr id="9" name="Slide Number Placeholder 5"/>
          <p:cNvSpPr txBox="1">
            <a:spLocks/>
          </p:cNvSpPr>
          <p:nvPr userDrawn="1"/>
        </p:nvSpPr>
        <p:spPr>
          <a:xfrm>
            <a:off x="10972800" y="6457246"/>
            <a:ext cx="609600" cy="265977"/>
          </a:xfrm>
          <a:prstGeom prst="rect">
            <a:avLst/>
          </a:prstGeom>
        </p:spPr>
        <p:txBody>
          <a:bodyPr vert="horz" lIns="0" tIns="0" rIns="0" bIns="0" rtlCol="0" anchor="ctr" anchorCtr="0"/>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800" dirty="0">
              <a:solidFill>
                <a:srgbClr val="757575"/>
              </a:solidFill>
            </a:endParaRPr>
          </a:p>
        </p:txBody>
      </p:sp>
    </p:spTree>
    <p:extLst>
      <p:ext uri="{BB962C8B-B14F-4D97-AF65-F5344CB8AC3E}">
        <p14:creationId xmlns:p14="http://schemas.microsoft.com/office/powerpoint/2010/main" val="34751197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Title 1"/>
          <p:cNvSpPr>
            <a:spLocks noGrp="1"/>
          </p:cNvSpPr>
          <p:nvPr>
            <p:ph type="title"/>
          </p:nvPr>
        </p:nvSpPr>
        <p:spPr>
          <a:xfrm>
            <a:off x="412500" y="366779"/>
            <a:ext cx="10972800" cy="606426"/>
          </a:xfrm>
        </p:spPr>
        <p:txBody>
          <a:bodyPr>
            <a:noAutofit/>
          </a:bodyPr>
          <a:lstStyle>
            <a:lvl1pPr algn="l" defTabSz="1214962" rtl="0" eaLnBrk="1" latinLnBrk="0" hangingPunct="1">
              <a:lnSpc>
                <a:spcPct val="100000"/>
              </a:lnSpc>
              <a:spcBef>
                <a:spcPct val="0"/>
              </a:spcBef>
              <a:buNone/>
              <a:defRPr lang="en-US" sz="3208" b="0" kern="1200" dirty="0">
                <a:solidFill>
                  <a:schemeClr val="tx1"/>
                </a:solidFill>
                <a:latin typeface="+mj-lt"/>
                <a:ea typeface="+mj-ea"/>
                <a:cs typeface="Arial" panose="020B0604020202020204" pitchFamily="34" charset="0"/>
              </a:defRPr>
            </a:lvl1pPr>
          </a:lstStyle>
          <a:p>
            <a:r>
              <a:rPr lang="en-US" dirty="0"/>
              <a:t>Click to edit Master title style</a:t>
            </a:r>
          </a:p>
        </p:txBody>
      </p:sp>
      <p:sp>
        <p:nvSpPr>
          <p:cNvPr id="4" name="Content Placeholder 2"/>
          <p:cNvSpPr>
            <a:spLocks noGrp="1"/>
          </p:cNvSpPr>
          <p:nvPr>
            <p:ph idx="1"/>
          </p:nvPr>
        </p:nvSpPr>
        <p:spPr>
          <a:xfrm>
            <a:off x="458334" y="871100"/>
            <a:ext cx="10972800" cy="409575"/>
          </a:xfrm>
        </p:spPr>
        <p:txBody>
          <a:bodyPr>
            <a:noAutofit/>
          </a:bodyPr>
          <a:lstStyle>
            <a:lvl1pPr marL="0" indent="0" algn="l" defTabSz="1214962" rtl="0" eaLnBrk="1" latinLnBrk="0" hangingPunct="1">
              <a:spcBef>
                <a:spcPct val="20000"/>
              </a:spcBef>
              <a:buFont typeface="Arial" pitchFamily="34" charset="0"/>
              <a:buNone/>
              <a:defRPr lang="en-US" sz="1404" b="0" kern="1200" dirty="0" smtClean="0">
                <a:solidFill>
                  <a:schemeClr val="tx1"/>
                </a:solidFill>
                <a:latin typeface="+mn-lt"/>
                <a:ea typeface="+mn-ea"/>
                <a:cs typeface="Arial" panose="020B0604020202020204" pitchFamily="34" charset="0"/>
              </a:defRPr>
            </a:lvl1pPr>
            <a:lvl2pPr marL="303741" indent="-303741" algn="l" defTabSz="1214962" rtl="0" eaLnBrk="1" latinLnBrk="0" hangingPunct="1">
              <a:spcBef>
                <a:spcPct val="20000"/>
              </a:spcBef>
              <a:buFont typeface="Arial" pitchFamily="34" charset="0"/>
              <a:buChar char="•"/>
              <a:defRPr lang="en-US" sz="2707" kern="1200" dirty="0" smtClean="0">
                <a:solidFill>
                  <a:schemeClr val="tx1"/>
                </a:solidFill>
                <a:latin typeface="+mn-lt"/>
                <a:ea typeface="+mn-ea"/>
                <a:cs typeface="+mn-cs"/>
              </a:defRPr>
            </a:lvl2pPr>
            <a:lvl3pPr marL="833176" indent="-455603">
              <a:defRPr lang="en-US" sz="2707" kern="1200" dirty="0" smtClean="0">
                <a:solidFill>
                  <a:schemeClr val="tx1"/>
                </a:solidFill>
                <a:latin typeface="+mn-lt"/>
                <a:ea typeface="+mn-ea"/>
                <a:cs typeface="+mn-cs"/>
              </a:defRPr>
            </a:lvl3pPr>
            <a:lvl4pPr marL="1292998" indent="-455603">
              <a:defRPr/>
            </a:lvl4pPr>
          </a:lstStyle>
          <a:p>
            <a:pPr lvl="0"/>
            <a:r>
              <a:rPr lang="en-US" dirty="0"/>
              <a:t>Click to edit Master text styles</a:t>
            </a:r>
          </a:p>
        </p:txBody>
      </p:sp>
      <p:sp>
        <p:nvSpPr>
          <p:cNvPr id="6" name="Slide Number Placeholder 5"/>
          <p:cNvSpPr txBox="1">
            <a:spLocks/>
          </p:cNvSpPr>
          <p:nvPr userDrawn="1"/>
        </p:nvSpPr>
        <p:spPr>
          <a:xfrm>
            <a:off x="11666742" y="6488400"/>
            <a:ext cx="172692" cy="187798"/>
          </a:xfrm>
          <a:prstGeom prst="rect">
            <a:avLst/>
          </a:prstGeom>
        </p:spPr>
        <p:txBody>
          <a:bodyPr vert="horz" lIns="0" tIns="0" rIns="0" bIns="0" rtlCol="0" anchor="ctr" anchorCtr="0"/>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fld id="{275BAEB0-9CF5-46A3-9FA9-B8F172252491}" type="slidenum">
              <a:rPr lang="en-US" sz="652" smtClean="0">
                <a:solidFill>
                  <a:srgbClr val="313131"/>
                </a:solidFill>
                <a:cs typeface="Arial" panose="020B0604020202020204" pitchFamily="34" charset="0"/>
              </a:rPr>
              <a:pPr marL="0" lvl="1"/>
              <a:t>‹#›</a:t>
            </a:fld>
            <a:endParaRPr lang="en-US" sz="902" dirty="0">
              <a:solidFill>
                <a:srgbClr val="FFFFFF"/>
              </a:solidFill>
              <a:cs typeface="Arial" panose="020B0604020202020204" pitchFamily="34" charset="0"/>
            </a:endParaRPr>
          </a:p>
        </p:txBody>
      </p:sp>
      <p:sp>
        <p:nvSpPr>
          <p:cNvPr id="9" name="Copyright"/>
          <p:cNvSpPr txBox="1"/>
          <p:nvPr userDrawn="1"/>
        </p:nvSpPr>
        <p:spPr>
          <a:xfrm>
            <a:off x="471066" y="6534682"/>
            <a:ext cx="5368448" cy="100306"/>
          </a:xfrm>
          <a:prstGeom prst="rect">
            <a:avLst/>
          </a:prstGeom>
          <a:noFill/>
        </p:spPr>
        <p:txBody>
          <a:bodyPr vert="horz" wrap="square" lIns="0" tIns="0" rIns="0" bIns="0" rtlCol="0" anchor="t">
            <a:noAutofit/>
          </a:bodyPr>
          <a:lstStyle/>
          <a:p>
            <a:pPr defTabSz="1222218">
              <a:spcBef>
                <a:spcPts val="802"/>
              </a:spcBef>
              <a:buSzPct val="100000"/>
              <a:buFont typeface="Arial"/>
              <a:buNone/>
            </a:pPr>
            <a:r>
              <a:rPr lang="en-US" sz="652" dirty="0">
                <a:solidFill>
                  <a:srgbClr val="313131"/>
                </a:solidFill>
              </a:rPr>
              <a:t>Copyright © 2017 Deloitte Development LLC. All rights reserved.</a:t>
            </a:r>
          </a:p>
        </p:txBody>
      </p:sp>
    </p:spTree>
    <p:extLst>
      <p:ext uri="{BB962C8B-B14F-4D97-AF65-F5344CB8AC3E}">
        <p14:creationId xmlns:p14="http://schemas.microsoft.com/office/powerpoint/2010/main" val="160172562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rgbClr val="00A1DE"/>
          </a:solidFill>
          <a:ln>
            <a:noFill/>
          </a:ln>
          <a:effectLst/>
        </p:spPr>
        <p:style>
          <a:lnRef idx="1">
            <a:schemeClr val="accent1"/>
          </a:lnRef>
          <a:fillRef idx="3">
            <a:schemeClr val="accent1"/>
          </a:fillRef>
          <a:effectRef idx="2">
            <a:schemeClr val="accent1"/>
          </a:effectRef>
          <a:fontRef idx="minor">
            <a:schemeClr val="lt1"/>
          </a:fontRef>
        </p:style>
        <p:txBody>
          <a:bodyPr lIns="121491" tIns="60734" rIns="121491" bIns="60734" rtlCol="0" anchor="ctr"/>
          <a:lstStyle/>
          <a:p>
            <a:pPr algn="ctr"/>
            <a:endParaRPr lang="en-US" sz="1805" dirty="0">
              <a:solidFill>
                <a:srgbClr val="FFFFFF"/>
              </a:solidFill>
            </a:endParaRPr>
          </a:p>
        </p:txBody>
      </p:sp>
      <p:sp>
        <p:nvSpPr>
          <p:cNvPr id="5" name="Text Placeholder 4"/>
          <p:cNvSpPr>
            <a:spLocks noGrp="1"/>
          </p:cNvSpPr>
          <p:nvPr>
            <p:ph type="body" sz="quarter" idx="10"/>
          </p:nvPr>
        </p:nvSpPr>
        <p:spPr>
          <a:xfrm>
            <a:off x="0" y="2697512"/>
            <a:ext cx="12192000" cy="1462976"/>
          </a:xfrm>
        </p:spPr>
        <p:txBody>
          <a:bodyPr>
            <a:noAutofit/>
          </a:bodyPr>
          <a:lstStyle>
            <a:lvl1pPr marL="0" indent="0" algn="ctr" defTabSz="916686" rtl="0" eaLnBrk="1" latinLnBrk="0" hangingPunct="1">
              <a:lnSpc>
                <a:spcPts val="4265"/>
              </a:lnSpc>
              <a:spcBef>
                <a:spcPts val="0"/>
              </a:spcBef>
              <a:spcAft>
                <a:spcPts val="401"/>
              </a:spcAft>
              <a:buFont typeface="Arial" pitchFamily="34" charset="0"/>
              <a:buNone/>
              <a:defRPr lang="en-US" sz="4010" kern="1200" dirty="0" smtClean="0">
                <a:solidFill>
                  <a:schemeClr val="bg1"/>
                </a:solidFill>
                <a:latin typeface="+mn-lt"/>
                <a:ea typeface="+mn-ea"/>
                <a:cs typeface="Arial" panose="020B0604020202020204" pitchFamily="34" charset="0"/>
              </a:defRPr>
            </a:lvl1pPr>
            <a:lvl2pPr marL="0" indent="0" algn="ctr" defTabSz="916686" rtl="0" eaLnBrk="1" latinLnBrk="0" hangingPunct="1">
              <a:lnSpc>
                <a:spcPts val="4265"/>
              </a:lnSpc>
              <a:spcBef>
                <a:spcPts val="0"/>
              </a:spcBef>
              <a:spcAft>
                <a:spcPts val="401"/>
              </a:spcAft>
              <a:buFont typeface="Arial" pitchFamily="34" charset="0"/>
              <a:buNone/>
              <a:defRPr lang="en-US" sz="4010" kern="1200" dirty="0" smtClean="0">
                <a:solidFill>
                  <a:schemeClr val="bg1"/>
                </a:solidFill>
                <a:latin typeface="+mn-lt"/>
                <a:ea typeface="+mn-ea"/>
                <a:cs typeface="Arial" panose="020B0604020202020204" pitchFamily="34" charset="0"/>
              </a:defRPr>
            </a:lvl2pPr>
            <a:lvl3pPr marL="0" indent="0" algn="ctr" defTabSz="916686" rtl="0" eaLnBrk="1" latinLnBrk="0" hangingPunct="1">
              <a:lnSpc>
                <a:spcPts val="4265"/>
              </a:lnSpc>
              <a:spcBef>
                <a:spcPts val="0"/>
              </a:spcBef>
              <a:spcAft>
                <a:spcPts val="401"/>
              </a:spcAft>
              <a:buFont typeface="Arial" pitchFamily="34" charset="0"/>
              <a:buNone/>
              <a:defRPr lang="en-US" sz="4010" kern="1200" dirty="0" smtClean="0">
                <a:solidFill>
                  <a:schemeClr val="bg1"/>
                </a:solidFill>
                <a:latin typeface="+mn-lt"/>
                <a:ea typeface="+mn-ea"/>
                <a:cs typeface="Arial" panose="020B0604020202020204" pitchFamily="34" charset="0"/>
              </a:defRPr>
            </a:lvl3pPr>
            <a:lvl4pPr marL="0" indent="0" algn="ctr" defTabSz="916686" rtl="0" eaLnBrk="1" latinLnBrk="0" hangingPunct="1">
              <a:lnSpc>
                <a:spcPts val="4265"/>
              </a:lnSpc>
              <a:spcBef>
                <a:spcPts val="0"/>
              </a:spcBef>
              <a:spcAft>
                <a:spcPts val="401"/>
              </a:spcAft>
              <a:buFont typeface="Arial" pitchFamily="34" charset="0"/>
              <a:buNone/>
              <a:defRPr lang="en-US" sz="4010" kern="1200" dirty="0" smtClean="0">
                <a:solidFill>
                  <a:schemeClr val="bg1"/>
                </a:solidFill>
                <a:latin typeface="+mn-lt"/>
                <a:ea typeface="+mn-ea"/>
                <a:cs typeface="Arial" panose="020B0604020202020204" pitchFamily="34" charset="0"/>
              </a:defRPr>
            </a:lvl4pPr>
            <a:lvl5pPr marL="0" indent="0" algn="ctr" defTabSz="916686" rtl="0" eaLnBrk="1" latinLnBrk="0" hangingPunct="1">
              <a:lnSpc>
                <a:spcPts val="4265"/>
              </a:lnSpc>
              <a:spcBef>
                <a:spcPts val="0"/>
              </a:spcBef>
              <a:spcAft>
                <a:spcPts val="401"/>
              </a:spcAft>
              <a:buFont typeface="Arial" pitchFamily="34" charset="0"/>
              <a:buNone/>
              <a:defRPr lang="en-US" sz="4010" kern="1200" dirty="0">
                <a:solidFill>
                  <a:schemeClr val="bg1"/>
                </a:solidFill>
                <a:latin typeface="+mn-lt"/>
                <a:ea typeface="+mn-ea"/>
                <a:cs typeface="Arial" panose="020B0604020202020204" pitchFamily="34" charset="0"/>
              </a:defRPr>
            </a:lvl5pPr>
          </a:lstStyle>
          <a:p>
            <a:pPr lvl="0"/>
            <a:r>
              <a:rPr lang="en-US" dirty="0"/>
              <a:t>Click to edit Master text styles</a:t>
            </a:r>
          </a:p>
        </p:txBody>
      </p:sp>
      <p:sp>
        <p:nvSpPr>
          <p:cNvPr id="10" name="Slide Number Placeholder 5"/>
          <p:cNvSpPr txBox="1">
            <a:spLocks/>
          </p:cNvSpPr>
          <p:nvPr userDrawn="1"/>
        </p:nvSpPr>
        <p:spPr>
          <a:xfrm>
            <a:off x="11666742" y="6488400"/>
            <a:ext cx="172692" cy="187798"/>
          </a:xfrm>
          <a:prstGeom prst="rect">
            <a:avLst/>
          </a:prstGeom>
        </p:spPr>
        <p:txBody>
          <a:bodyPr vert="horz" lIns="0" tIns="0" rIns="0" bIns="0" rtlCol="0" anchor="ctr" anchorCtr="0"/>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fld id="{275BAEB0-9CF5-46A3-9FA9-B8F172252491}" type="slidenum">
              <a:rPr lang="en-US" sz="652" smtClean="0">
                <a:solidFill>
                  <a:srgbClr val="FFFFFF"/>
                </a:solidFill>
                <a:cs typeface="Arial" panose="020B0604020202020204" pitchFamily="34" charset="0"/>
              </a:rPr>
              <a:pPr marL="0" lvl="1"/>
              <a:t>‹#›</a:t>
            </a:fld>
            <a:endParaRPr lang="en-US" sz="902" dirty="0">
              <a:solidFill>
                <a:srgbClr val="FFFFFF"/>
              </a:solidFill>
              <a:cs typeface="Arial" panose="020B0604020202020204" pitchFamily="34" charset="0"/>
            </a:endParaRPr>
          </a:p>
        </p:txBody>
      </p:sp>
      <p:sp>
        <p:nvSpPr>
          <p:cNvPr id="13" name="Copyright"/>
          <p:cNvSpPr txBox="1"/>
          <p:nvPr userDrawn="1"/>
        </p:nvSpPr>
        <p:spPr>
          <a:xfrm>
            <a:off x="471066" y="6534682"/>
            <a:ext cx="5368448" cy="100306"/>
          </a:xfrm>
          <a:prstGeom prst="rect">
            <a:avLst/>
          </a:prstGeom>
          <a:noFill/>
        </p:spPr>
        <p:txBody>
          <a:bodyPr vert="horz" wrap="square" lIns="0" tIns="0" rIns="0" bIns="0" rtlCol="0" anchor="t">
            <a:noAutofit/>
          </a:bodyPr>
          <a:lstStyle/>
          <a:p>
            <a:pPr defTabSz="1222218">
              <a:spcBef>
                <a:spcPts val="802"/>
              </a:spcBef>
              <a:buSzPct val="100000"/>
              <a:buFont typeface="Arial"/>
              <a:buNone/>
            </a:pPr>
            <a:r>
              <a:rPr lang="en-US" sz="652" dirty="0">
                <a:solidFill>
                  <a:srgbClr val="FFFFFF"/>
                </a:solidFill>
              </a:rPr>
              <a:t>Copyright © 2017 Deloitte Development LLC. All rights reserved.</a:t>
            </a:r>
          </a:p>
        </p:txBody>
      </p:sp>
    </p:spTree>
    <p:extLst>
      <p:ext uri="{BB962C8B-B14F-4D97-AF65-F5344CB8AC3E}">
        <p14:creationId xmlns:p14="http://schemas.microsoft.com/office/powerpoint/2010/main" val="275191058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_CRS - Title only">
    <p:spTree>
      <p:nvGrpSpPr>
        <p:cNvPr id="1" name=""/>
        <p:cNvGrpSpPr/>
        <p:nvPr/>
      </p:nvGrpSpPr>
      <p:grpSpPr>
        <a:xfrm>
          <a:off x="0" y="0"/>
          <a:ext cx="0" cy="0"/>
          <a:chOff x="0" y="0"/>
          <a:chExt cx="0" cy="0"/>
        </a:xfrm>
      </p:grpSpPr>
      <p:sp>
        <p:nvSpPr>
          <p:cNvPr id="8" name="Copyright"/>
          <p:cNvSpPr txBox="1"/>
          <p:nvPr userDrawn="1"/>
        </p:nvSpPr>
        <p:spPr>
          <a:xfrm>
            <a:off x="501650" y="6477000"/>
            <a:ext cx="3146288" cy="202097"/>
          </a:xfrm>
          <a:prstGeom prst="rect">
            <a:avLst/>
          </a:prstGeom>
          <a:noFill/>
        </p:spPr>
        <p:txBody>
          <a:bodyPr vert="horz" wrap="square" lIns="0" tIns="0" rIns="0" bIns="0" rtlCol="0" anchor="ctr">
            <a:noAutofit/>
          </a:bodyPr>
          <a:lstStyle/>
          <a:p>
            <a:r>
              <a:rPr lang="en-US" sz="800" dirty="0">
                <a:solidFill>
                  <a:prstClr val="black"/>
                </a:solidFill>
                <a:ea typeface="Verdana" panose="020B0604030504040204" pitchFamily="34" charset="0"/>
                <a:cs typeface="Verdana" panose="020B0604030504040204" pitchFamily="34" charset="0"/>
              </a:rPr>
              <a:t>Oracle Cloud ERP/HCM/HCM Implementation</a:t>
            </a:r>
          </a:p>
        </p:txBody>
      </p:sp>
      <p:sp>
        <p:nvSpPr>
          <p:cNvPr id="10" name="Title Placeholder 1"/>
          <p:cNvSpPr>
            <a:spLocks noGrp="1"/>
          </p:cNvSpPr>
          <p:nvPr>
            <p:ph type="title" hasCustomPrompt="1"/>
          </p:nvPr>
        </p:nvSpPr>
        <p:spPr>
          <a:xfrm>
            <a:off x="501650" y="317501"/>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Tree>
    <p:extLst>
      <p:ext uri="{BB962C8B-B14F-4D97-AF65-F5344CB8AC3E}">
        <p14:creationId xmlns:p14="http://schemas.microsoft.com/office/powerpoint/2010/main" val="650671263"/>
      </p:ext>
    </p:extLst>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_CRS - Title, Chart ">
    <p:spTree>
      <p:nvGrpSpPr>
        <p:cNvPr id="1" name=""/>
        <p:cNvGrpSpPr/>
        <p:nvPr/>
      </p:nvGrpSpPr>
      <p:grpSpPr>
        <a:xfrm>
          <a:off x="0" y="0"/>
          <a:ext cx="0" cy="0"/>
          <a:chOff x="0" y="0"/>
          <a:chExt cx="0" cy="0"/>
        </a:xfrm>
      </p:grpSpPr>
      <p:sp>
        <p:nvSpPr>
          <p:cNvPr id="8" name="Copyright"/>
          <p:cNvSpPr txBox="1"/>
          <p:nvPr userDrawn="1"/>
        </p:nvSpPr>
        <p:spPr>
          <a:xfrm>
            <a:off x="501650" y="6477000"/>
            <a:ext cx="3146288" cy="202097"/>
          </a:xfrm>
          <a:prstGeom prst="rect">
            <a:avLst/>
          </a:prstGeom>
          <a:noFill/>
        </p:spPr>
        <p:txBody>
          <a:bodyPr vert="horz" wrap="square" lIns="0" tIns="0" rIns="0" bIns="0" rtlCol="0" anchor="ctr">
            <a:noAutofit/>
          </a:bodyPr>
          <a:lstStyle/>
          <a:p>
            <a:r>
              <a:rPr lang="en-US" sz="800" dirty="0">
                <a:solidFill>
                  <a:prstClr val="black"/>
                </a:solidFill>
                <a:ea typeface="Verdana" panose="020B0604030504040204" pitchFamily="34" charset="0"/>
                <a:cs typeface="Verdana" panose="020B0604030504040204" pitchFamily="34" charset="0"/>
              </a:rPr>
              <a:t>Oracle Cloud ERP/HCM/HCM Implementation</a:t>
            </a:r>
          </a:p>
        </p:txBody>
      </p:sp>
      <p:sp>
        <p:nvSpPr>
          <p:cNvPr id="10" name="Title Placeholder 1"/>
          <p:cNvSpPr>
            <a:spLocks noGrp="1"/>
          </p:cNvSpPr>
          <p:nvPr>
            <p:ph type="title" hasCustomPrompt="1"/>
          </p:nvPr>
        </p:nvSpPr>
        <p:spPr>
          <a:xfrm>
            <a:off x="501650" y="317501"/>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4" name="Text Placeholder 18"/>
          <p:cNvSpPr>
            <a:spLocks noGrp="1"/>
          </p:cNvSpPr>
          <p:nvPr>
            <p:ph idx="1"/>
          </p:nvPr>
        </p:nvSpPr>
        <p:spPr>
          <a:xfrm>
            <a:off x="501651" y="1665290"/>
            <a:ext cx="11165416" cy="4716463"/>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490661624"/>
      </p:ext>
    </p:extLst>
  </p:cSld>
  <p:clrMapOvr>
    <a:masterClrMapping/>
  </p:clrMapOvr>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DC_Title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337546"/>
            <a:ext cx="10972800" cy="729257"/>
          </a:xfrm>
          <a:prstGeom prst="rect">
            <a:avLst/>
          </a:prstGeom>
        </p:spPr>
        <p:txBody>
          <a:bodyPr>
            <a:noAutofit/>
          </a:bodyPr>
          <a:lstStyle>
            <a:lvl1pPr>
              <a:lnSpc>
                <a:spcPct val="100000"/>
              </a:lnSpc>
              <a:defRPr b="0">
                <a:solidFill>
                  <a:schemeClr val="bg2"/>
                </a:solidFill>
              </a:defRPr>
            </a:lvl1pPr>
          </a:lstStyle>
          <a:p>
            <a:r>
              <a:rPr lang="en-US" dirty="0"/>
              <a:t>Click to edit Master title style</a:t>
            </a:r>
          </a:p>
        </p:txBody>
      </p:sp>
      <p:sp>
        <p:nvSpPr>
          <p:cNvPr id="9" name="Slide Number Placeholder 5"/>
          <p:cNvSpPr txBox="1">
            <a:spLocks/>
          </p:cNvSpPr>
          <p:nvPr userDrawn="1"/>
        </p:nvSpPr>
        <p:spPr>
          <a:xfrm>
            <a:off x="10972800" y="6457246"/>
            <a:ext cx="609600" cy="265977"/>
          </a:xfrm>
          <a:prstGeom prst="rect">
            <a:avLst/>
          </a:prstGeom>
        </p:spPr>
        <p:txBody>
          <a:bodyPr vert="horz" lIns="0" tIns="0" rIns="0" bIns="0" rtlCol="0" anchor="ctr" anchorCtr="0"/>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800" dirty="0">
              <a:solidFill>
                <a:srgbClr val="757575"/>
              </a:solidFill>
            </a:endParaRPr>
          </a:p>
        </p:txBody>
      </p:sp>
    </p:spTree>
    <p:extLst>
      <p:ext uri="{BB962C8B-B14F-4D97-AF65-F5344CB8AC3E}">
        <p14:creationId xmlns:p14="http://schemas.microsoft.com/office/powerpoint/2010/main" val="24414405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39737167"/>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Title 1"/>
          <p:cNvSpPr>
            <a:spLocks noGrp="1"/>
          </p:cNvSpPr>
          <p:nvPr>
            <p:ph type="title"/>
          </p:nvPr>
        </p:nvSpPr>
        <p:spPr>
          <a:xfrm>
            <a:off x="412500" y="366779"/>
            <a:ext cx="10972800" cy="606426"/>
          </a:xfrm>
        </p:spPr>
        <p:txBody>
          <a:bodyPr>
            <a:noAutofit/>
          </a:bodyPr>
          <a:lstStyle>
            <a:lvl1pPr algn="l" defTabSz="1214962" rtl="0" eaLnBrk="1" latinLnBrk="0" hangingPunct="1">
              <a:lnSpc>
                <a:spcPct val="100000"/>
              </a:lnSpc>
              <a:spcBef>
                <a:spcPct val="0"/>
              </a:spcBef>
              <a:buNone/>
              <a:defRPr lang="en-US" sz="3208" b="0" kern="1200" dirty="0">
                <a:solidFill>
                  <a:schemeClr val="tx1"/>
                </a:solidFill>
                <a:latin typeface="+mj-lt"/>
                <a:ea typeface="+mj-ea"/>
                <a:cs typeface="Arial" panose="020B0604020202020204" pitchFamily="34" charset="0"/>
              </a:defRPr>
            </a:lvl1pPr>
          </a:lstStyle>
          <a:p>
            <a:r>
              <a:rPr lang="en-US" dirty="0"/>
              <a:t>Click to edit Master title style</a:t>
            </a:r>
          </a:p>
        </p:txBody>
      </p:sp>
      <p:sp>
        <p:nvSpPr>
          <p:cNvPr id="4" name="Content Placeholder 2"/>
          <p:cNvSpPr>
            <a:spLocks noGrp="1"/>
          </p:cNvSpPr>
          <p:nvPr>
            <p:ph idx="1"/>
          </p:nvPr>
        </p:nvSpPr>
        <p:spPr>
          <a:xfrm>
            <a:off x="458334" y="871100"/>
            <a:ext cx="10972800" cy="409575"/>
          </a:xfrm>
        </p:spPr>
        <p:txBody>
          <a:bodyPr>
            <a:noAutofit/>
          </a:bodyPr>
          <a:lstStyle>
            <a:lvl1pPr marL="0" indent="0" algn="l" defTabSz="1214962" rtl="0" eaLnBrk="1" latinLnBrk="0" hangingPunct="1">
              <a:spcBef>
                <a:spcPct val="20000"/>
              </a:spcBef>
              <a:buFont typeface="Arial" pitchFamily="34" charset="0"/>
              <a:buNone/>
              <a:defRPr lang="en-US" sz="1404" b="0" kern="1200" dirty="0" smtClean="0">
                <a:solidFill>
                  <a:schemeClr val="tx1"/>
                </a:solidFill>
                <a:latin typeface="+mn-lt"/>
                <a:ea typeface="+mn-ea"/>
                <a:cs typeface="Arial" panose="020B0604020202020204" pitchFamily="34" charset="0"/>
              </a:defRPr>
            </a:lvl1pPr>
            <a:lvl2pPr marL="303741" indent="-303741" algn="l" defTabSz="1214962" rtl="0" eaLnBrk="1" latinLnBrk="0" hangingPunct="1">
              <a:spcBef>
                <a:spcPct val="20000"/>
              </a:spcBef>
              <a:buFont typeface="Arial" pitchFamily="34" charset="0"/>
              <a:buChar char="•"/>
              <a:defRPr lang="en-US" sz="2707" kern="1200" dirty="0" smtClean="0">
                <a:solidFill>
                  <a:schemeClr val="tx1"/>
                </a:solidFill>
                <a:latin typeface="+mn-lt"/>
                <a:ea typeface="+mn-ea"/>
                <a:cs typeface="+mn-cs"/>
              </a:defRPr>
            </a:lvl2pPr>
            <a:lvl3pPr marL="833176" indent="-455603">
              <a:defRPr lang="en-US" sz="2707" kern="1200" dirty="0" smtClean="0">
                <a:solidFill>
                  <a:schemeClr val="tx1"/>
                </a:solidFill>
                <a:latin typeface="+mn-lt"/>
                <a:ea typeface="+mn-ea"/>
                <a:cs typeface="+mn-cs"/>
              </a:defRPr>
            </a:lvl3pPr>
            <a:lvl4pPr marL="1292998" indent="-455603">
              <a:defRPr/>
            </a:lvl4pPr>
          </a:lstStyle>
          <a:p>
            <a:pPr lvl="0"/>
            <a:r>
              <a:rPr lang="en-US" dirty="0"/>
              <a:t>Click to edit Master text styles</a:t>
            </a:r>
          </a:p>
        </p:txBody>
      </p:sp>
      <p:sp>
        <p:nvSpPr>
          <p:cNvPr id="6" name="Slide Number Placeholder 5"/>
          <p:cNvSpPr txBox="1">
            <a:spLocks/>
          </p:cNvSpPr>
          <p:nvPr userDrawn="1"/>
        </p:nvSpPr>
        <p:spPr>
          <a:xfrm>
            <a:off x="11666742" y="6488400"/>
            <a:ext cx="172692" cy="187798"/>
          </a:xfrm>
          <a:prstGeom prst="rect">
            <a:avLst/>
          </a:prstGeom>
        </p:spPr>
        <p:txBody>
          <a:bodyPr vert="horz" lIns="0" tIns="0" rIns="0" bIns="0" rtlCol="0" anchor="ctr" anchorCtr="0"/>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fld id="{275BAEB0-9CF5-46A3-9FA9-B8F172252491}" type="slidenum">
              <a:rPr lang="en-US" sz="652" smtClean="0">
                <a:solidFill>
                  <a:schemeClr val="tx1"/>
                </a:solidFill>
                <a:latin typeface="+mj-lt"/>
                <a:cs typeface="Arial" panose="020B0604020202020204" pitchFamily="34" charset="0"/>
              </a:rPr>
              <a:pPr marL="0" lvl="1"/>
              <a:t>‹#›</a:t>
            </a:fld>
            <a:endParaRPr kumimoji="0" lang="en-US" sz="902"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5" name="Copyright"/>
          <p:cNvSpPr txBox="1"/>
          <p:nvPr userDrawn="1"/>
        </p:nvSpPr>
        <p:spPr>
          <a:xfrm>
            <a:off x="471066" y="6534682"/>
            <a:ext cx="5368448" cy="100306"/>
          </a:xfrm>
          <a:prstGeom prst="rect">
            <a:avLst/>
          </a:prstGeom>
          <a:noFill/>
        </p:spPr>
        <p:txBody>
          <a:bodyPr vert="horz" wrap="square" lIns="0" tIns="0" rIns="0" bIns="0" rtlCol="0" anchor="t">
            <a:noAutofit/>
          </a:bodyPr>
          <a:lstStyle/>
          <a:p>
            <a:pPr marL="0" indent="0" algn="l" defTabSz="1222218" rtl="0" eaLnBrk="1" latinLnBrk="0" hangingPunct="1">
              <a:spcBef>
                <a:spcPts val="802"/>
              </a:spcBef>
              <a:buSzPct val="100000"/>
              <a:buFont typeface="Arial"/>
              <a:buNone/>
            </a:pPr>
            <a:r>
              <a:rPr lang="en-US" sz="652" b="0" noProof="0" dirty="0">
                <a:solidFill>
                  <a:schemeClr val="tx1"/>
                </a:solidFill>
                <a:latin typeface="+mn-lt"/>
              </a:rPr>
              <a:t>Copyright © 2017 Deloitte Development LLC. All rights reserved.</a:t>
            </a:r>
          </a:p>
        </p:txBody>
      </p:sp>
    </p:spTree>
    <p:extLst>
      <p:ext uri="{BB962C8B-B14F-4D97-AF65-F5344CB8AC3E}">
        <p14:creationId xmlns:p14="http://schemas.microsoft.com/office/powerpoint/2010/main" val="424700632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rgbClr val="00A1DE"/>
          </a:solidFill>
          <a:ln>
            <a:noFill/>
          </a:ln>
          <a:effectLst/>
        </p:spPr>
        <p:style>
          <a:lnRef idx="1">
            <a:schemeClr val="accent1"/>
          </a:lnRef>
          <a:fillRef idx="3">
            <a:schemeClr val="accent1"/>
          </a:fillRef>
          <a:effectRef idx="2">
            <a:schemeClr val="accent1"/>
          </a:effectRef>
          <a:fontRef idx="minor">
            <a:schemeClr val="lt1"/>
          </a:fontRef>
        </p:style>
        <p:txBody>
          <a:bodyPr lIns="121491" tIns="60734" rIns="121491" bIns="60734" rtlCol="0" anchor="ctr"/>
          <a:lstStyle/>
          <a:p>
            <a:pPr algn="ctr"/>
            <a:endParaRPr lang="en-US" sz="1805" dirty="0"/>
          </a:p>
        </p:txBody>
      </p:sp>
      <p:sp>
        <p:nvSpPr>
          <p:cNvPr id="5" name="Text Placeholder 4"/>
          <p:cNvSpPr>
            <a:spLocks noGrp="1"/>
          </p:cNvSpPr>
          <p:nvPr>
            <p:ph type="body" sz="quarter" idx="10"/>
          </p:nvPr>
        </p:nvSpPr>
        <p:spPr>
          <a:xfrm>
            <a:off x="0" y="2697512"/>
            <a:ext cx="12192000" cy="1462976"/>
          </a:xfrm>
        </p:spPr>
        <p:txBody>
          <a:bodyPr>
            <a:noAutofit/>
          </a:bodyPr>
          <a:lstStyle>
            <a:lvl1pPr marL="0" indent="0" algn="ctr" defTabSz="916686" rtl="0" eaLnBrk="1" latinLnBrk="0" hangingPunct="1">
              <a:lnSpc>
                <a:spcPts val="4265"/>
              </a:lnSpc>
              <a:spcBef>
                <a:spcPts val="0"/>
              </a:spcBef>
              <a:spcAft>
                <a:spcPts val="401"/>
              </a:spcAft>
              <a:buFont typeface="Arial" pitchFamily="34" charset="0"/>
              <a:buNone/>
              <a:defRPr lang="en-US" sz="4010" kern="1200" dirty="0" smtClean="0">
                <a:solidFill>
                  <a:schemeClr val="bg1"/>
                </a:solidFill>
                <a:latin typeface="+mn-lt"/>
                <a:ea typeface="+mn-ea"/>
                <a:cs typeface="Arial" panose="020B0604020202020204" pitchFamily="34" charset="0"/>
              </a:defRPr>
            </a:lvl1pPr>
            <a:lvl2pPr marL="0" indent="0" algn="ctr" defTabSz="916686" rtl="0" eaLnBrk="1" latinLnBrk="0" hangingPunct="1">
              <a:lnSpc>
                <a:spcPts val="4265"/>
              </a:lnSpc>
              <a:spcBef>
                <a:spcPts val="0"/>
              </a:spcBef>
              <a:spcAft>
                <a:spcPts val="401"/>
              </a:spcAft>
              <a:buFont typeface="Arial" pitchFamily="34" charset="0"/>
              <a:buNone/>
              <a:defRPr lang="en-US" sz="4010" kern="1200" dirty="0" smtClean="0">
                <a:solidFill>
                  <a:schemeClr val="bg1"/>
                </a:solidFill>
                <a:latin typeface="+mn-lt"/>
                <a:ea typeface="+mn-ea"/>
                <a:cs typeface="Arial" panose="020B0604020202020204" pitchFamily="34" charset="0"/>
              </a:defRPr>
            </a:lvl2pPr>
            <a:lvl3pPr marL="0" indent="0" algn="ctr" defTabSz="916686" rtl="0" eaLnBrk="1" latinLnBrk="0" hangingPunct="1">
              <a:lnSpc>
                <a:spcPts val="4265"/>
              </a:lnSpc>
              <a:spcBef>
                <a:spcPts val="0"/>
              </a:spcBef>
              <a:spcAft>
                <a:spcPts val="401"/>
              </a:spcAft>
              <a:buFont typeface="Arial" pitchFamily="34" charset="0"/>
              <a:buNone/>
              <a:defRPr lang="en-US" sz="4010" kern="1200" dirty="0" smtClean="0">
                <a:solidFill>
                  <a:schemeClr val="bg1"/>
                </a:solidFill>
                <a:latin typeface="+mn-lt"/>
                <a:ea typeface="+mn-ea"/>
                <a:cs typeface="Arial" panose="020B0604020202020204" pitchFamily="34" charset="0"/>
              </a:defRPr>
            </a:lvl3pPr>
            <a:lvl4pPr marL="0" indent="0" algn="ctr" defTabSz="916686" rtl="0" eaLnBrk="1" latinLnBrk="0" hangingPunct="1">
              <a:lnSpc>
                <a:spcPts val="4265"/>
              </a:lnSpc>
              <a:spcBef>
                <a:spcPts val="0"/>
              </a:spcBef>
              <a:spcAft>
                <a:spcPts val="401"/>
              </a:spcAft>
              <a:buFont typeface="Arial" pitchFamily="34" charset="0"/>
              <a:buNone/>
              <a:defRPr lang="en-US" sz="4010" kern="1200" dirty="0" smtClean="0">
                <a:solidFill>
                  <a:schemeClr val="bg1"/>
                </a:solidFill>
                <a:latin typeface="+mn-lt"/>
                <a:ea typeface="+mn-ea"/>
                <a:cs typeface="Arial" panose="020B0604020202020204" pitchFamily="34" charset="0"/>
              </a:defRPr>
            </a:lvl4pPr>
            <a:lvl5pPr marL="0" indent="0" algn="ctr" defTabSz="916686" rtl="0" eaLnBrk="1" latinLnBrk="0" hangingPunct="1">
              <a:lnSpc>
                <a:spcPts val="4265"/>
              </a:lnSpc>
              <a:spcBef>
                <a:spcPts val="0"/>
              </a:spcBef>
              <a:spcAft>
                <a:spcPts val="401"/>
              </a:spcAft>
              <a:buFont typeface="Arial" pitchFamily="34" charset="0"/>
              <a:buNone/>
              <a:defRPr lang="en-US" sz="4010" kern="1200" dirty="0">
                <a:solidFill>
                  <a:schemeClr val="bg1"/>
                </a:solidFill>
                <a:latin typeface="+mn-lt"/>
                <a:ea typeface="+mn-ea"/>
                <a:cs typeface="Arial" panose="020B0604020202020204" pitchFamily="34" charset="0"/>
              </a:defRPr>
            </a:lvl5pPr>
          </a:lstStyle>
          <a:p>
            <a:pPr lvl="0"/>
            <a:r>
              <a:rPr lang="en-US" dirty="0"/>
              <a:t>Click to edit Master text styles</a:t>
            </a:r>
          </a:p>
        </p:txBody>
      </p:sp>
      <p:sp>
        <p:nvSpPr>
          <p:cNvPr id="10" name="Slide Number Placeholder 5"/>
          <p:cNvSpPr txBox="1">
            <a:spLocks/>
          </p:cNvSpPr>
          <p:nvPr userDrawn="1"/>
        </p:nvSpPr>
        <p:spPr>
          <a:xfrm>
            <a:off x="11666742" y="6488400"/>
            <a:ext cx="172692" cy="187798"/>
          </a:xfrm>
          <a:prstGeom prst="rect">
            <a:avLst/>
          </a:prstGeom>
        </p:spPr>
        <p:txBody>
          <a:bodyPr vert="horz" lIns="0" tIns="0" rIns="0" bIns="0" rtlCol="0" anchor="ctr" anchorCtr="0"/>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fld id="{275BAEB0-9CF5-46A3-9FA9-B8F172252491}" type="slidenum">
              <a:rPr lang="en-US" sz="652" smtClean="0">
                <a:solidFill>
                  <a:schemeClr val="bg1"/>
                </a:solidFill>
                <a:latin typeface="+mj-lt"/>
                <a:cs typeface="Arial" panose="020B0604020202020204" pitchFamily="34" charset="0"/>
              </a:rPr>
              <a:pPr marL="0" lvl="1"/>
              <a:t>‹#›</a:t>
            </a:fld>
            <a:endParaRPr kumimoji="0" lang="en-US" sz="902"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3" name="Copyright"/>
          <p:cNvSpPr txBox="1"/>
          <p:nvPr userDrawn="1"/>
        </p:nvSpPr>
        <p:spPr>
          <a:xfrm>
            <a:off x="471066" y="6534682"/>
            <a:ext cx="5368448" cy="100306"/>
          </a:xfrm>
          <a:prstGeom prst="rect">
            <a:avLst/>
          </a:prstGeom>
          <a:noFill/>
        </p:spPr>
        <p:txBody>
          <a:bodyPr vert="horz" wrap="square" lIns="0" tIns="0" rIns="0" bIns="0" rtlCol="0" anchor="t">
            <a:noAutofit/>
          </a:bodyPr>
          <a:lstStyle/>
          <a:p>
            <a:pPr marL="0" indent="0" algn="l" defTabSz="1222218" rtl="0" eaLnBrk="1" latinLnBrk="0" hangingPunct="1">
              <a:spcBef>
                <a:spcPts val="802"/>
              </a:spcBef>
              <a:buSzPct val="100000"/>
              <a:buFont typeface="Arial"/>
              <a:buNone/>
            </a:pPr>
            <a:r>
              <a:rPr lang="en-US" sz="652" b="0" noProof="0" dirty="0">
                <a:solidFill>
                  <a:schemeClr val="bg1"/>
                </a:solidFill>
                <a:latin typeface="+mn-lt"/>
              </a:rPr>
              <a:t>Copyright © 2017 Deloitte Development LLC. All rights reserved.</a:t>
            </a:r>
          </a:p>
        </p:txBody>
      </p:sp>
    </p:spTree>
    <p:extLst>
      <p:ext uri="{BB962C8B-B14F-4D97-AF65-F5344CB8AC3E}">
        <p14:creationId xmlns:p14="http://schemas.microsoft.com/office/powerpoint/2010/main" val="9679774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sp>
        <p:nvSpPr>
          <p:cNvPr id="2" name="Copyright"/>
          <p:cNvSpPr txBox="1"/>
          <p:nvPr userDrawn="1"/>
        </p:nvSpPr>
        <p:spPr>
          <a:xfrm>
            <a:off x="471066" y="6534682"/>
            <a:ext cx="5368448" cy="100306"/>
          </a:xfrm>
          <a:prstGeom prst="rect">
            <a:avLst/>
          </a:prstGeom>
          <a:noFill/>
        </p:spPr>
        <p:txBody>
          <a:bodyPr vert="horz" wrap="square" lIns="0" tIns="0" rIns="0" bIns="0" rtlCol="0" anchor="t">
            <a:noAutofit/>
          </a:bodyPr>
          <a:lstStyle/>
          <a:p>
            <a:pPr marL="0" indent="0" algn="l" defTabSz="1222218" rtl="0" eaLnBrk="1" latinLnBrk="0" hangingPunct="1">
              <a:spcBef>
                <a:spcPts val="802"/>
              </a:spcBef>
              <a:buSzPct val="100000"/>
              <a:buFont typeface="Arial"/>
              <a:buNone/>
            </a:pPr>
            <a:r>
              <a:rPr lang="en-US" sz="652" b="0" noProof="0" dirty="0">
                <a:solidFill>
                  <a:schemeClr val="tx1"/>
                </a:solidFill>
                <a:latin typeface="+mn-lt"/>
              </a:rPr>
              <a:t>Copyright © 2017 Deloitte Development LLC. All rights reserved.</a:t>
            </a:r>
          </a:p>
        </p:txBody>
      </p:sp>
    </p:spTree>
    <p:extLst>
      <p:ext uri="{BB962C8B-B14F-4D97-AF65-F5344CB8AC3E}">
        <p14:creationId xmlns:p14="http://schemas.microsoft.com/office/powerpoint/2010/main" val="401765503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2_CRS - Title only">
    <p:spTree>
      <p:nvGrpSpPr>
        <p:cNvPr id="1" name=""/>
        <p:cNvGrpSpPr/>
        <p:nvPr/>
      </p:nvGrpSpPr>
      <p:grpSpPr>
        <a:xfrm>
          <a:off x="0" y="0"/>
          <a:ext cx="0" cy="0"/>
          <a:chOff x="0" y="0"/>
          <a:chExt cx="0" cy="0"/>
        </a:xfrm>
      </p:grpSpPr>
      <p:sp>
        <p:nvSpPr>
          <p:cNvPr id="10" name="Title Placeholder 1"/>
          <p:cNvSpPr>
            <a:spLocks noGrp="1"/>
          </p:cNvSpPr>
          <p:nvPr>
            <p:ph type="title" hasCustomPrompt="1"/>
          </p:nvPr>
        </p:nvSpPr>
        <p:spPr>
          <a:xfrm>
            <a:off x="501650" y="317501"/>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3" name="Copyright"/>
          <p:cNvSpPr txBox="1"/>
          <p:nvPr userDrawn="1"/>
        </p:nvSpPr>
        <p:spPr>
          <a:xfrm>
            <a:off x="471066" y="6534682"/>
            <a:ext cx="5368448" cy="100306"/>
          </a:xfrm>
          <a:prstGeom prst="rect">
            <a:avLst/>
          </a:prstGeom>
          <a:noFill/>
        </p:spPr>
        <p:txBody>
          <a:bodyPr vert="horz" wrap="square" lIns="0" tIns="0" rIns="0" bIns="0" rtlCol="0" anchor="t">
            <a:noAutofit/>
          </a:bodyPr>
          <a:lstStyle/>
          <a:p>
            <a:pPr marL="0" indent="0" algn="l" defTabSz="1222218" rtl="0" eaLnBrk="1" latinLnBrk="0" hangingPunct="1">
              <a:spcBef>
                <a:spcPts val="802"/>
              </a:spcBef>
              <a:buSzPct val="100000"/>
              <a:buFont typeface="Arial"/>
              <a:buNone/>
            </a:pPr>
            <a:r>
              <a:rPr lang="en-US" sz="652" b="0" noProof="0" dirty="0">
                <a:solidFill>
                  <a:schemeClr val="tx1"/>
                </a:solidFill>
                <a:latin typeface="+mn-lt"/>
              </a:rPr>
              <a:t>Copyright © 2017 Deloitte Development LLC. All rights reserved.</a:t>
            </a:r>
          </a:p>
        </p:txBody>
      </p:sp>
    </p:spTree>
    <p:extLst>
      <p:ext uri="{BB962C8B-B14F-4D97-AF65-F5344CB8AC3E}">
        <p14:creationId xmlns:p14="http://schemas.microsoft.com/office/powerpoint/2010/main" val="4162228241"/>
      </p:ext>
    </p:extLst>
  </p:cSld>
  <p:clrMapOvr>
    <a:masterClrMapping/>
  </p:clrMapOvr>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3_CRS - Title, Chart ">
    <p:spTree>
      <p:nvGrpSpPr>
        <p:cNvPr id="1" name=""/>
        <p:cNvGrpSpPr/>
        <p:nvPr/>
      </p:nvGrpSpPr>
      <p:grpSpPr>
        <a:xfrm>
          <a:off x="0" y="0"/>
          <a:ext cx="0" cy="0"/>
          <a:chOff x="0" y="0"/>
          <a:chExt cx="0" cy="0"/>
        </a:xfrm>
      </p:grpSpPr>
      <p:sp>
        <p:nvSpPr>
          <p:cNvPr id="10" name="Title Placeholder 1"/>
          <p:cNvSpPr>
            <a:spLocks noGrp="1"/>
          </p:cNvSpPr>
          <p:nvPr>
            <p:ph type="title" hasCustomPrompt="1"/>
          </p:nvPr>
        </p:nvSpPr>
        <p:spPr>
          <a:xfrm>
            <a:off x="501650" y="317501"/>
            <a:ext cx="11188700" cy="334101"/>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4" name="Text Placeholder 18"/>
          <p:cNvSpPr>
            <a:spLocks noGrp="1"/>
          </p:cNvSpPr>
          <p:nvPr>
            <p:ph idx="1"/>
          </p:nvPr>
        </p:nvSpPr>
        <p:spPr>
          <a:xfrm>
            <a:off x="501651" y="1665290"/>
            <a:ext cx="11165416" cy="4716463"/>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pyright"/>
          <p:cNvSpPr txBox="1"/>
          <p:nvPr userDrawn="1"/>
        </p:nvSpPr>
        <p:spPr>
          <a:xfrm>
            <a:off x="471066" y="6534682"/>
            <a:ext cx="5368448" cy="100306"/>
          </a:xfrm>
          <a:prstGeom prst="rect">
            <a:avLst/>
          </a:prstGeom>
          <a:noFill/>
        </p:spPr>
        <p:txBody>
          <a:bodyPr vert="horz" wrap="square" lIns="0" tIns="0" rIns="0" bIns="0" rtlCol="0" anchor="t">
            <a:noAutofit/>
          </a:bodyPr>
          <a:lstStyle/>
          <a:p>
            <a:pPr marL="0" indent="0" algn="l" defTabSz="1222218" rtl="0" eaLnBrk="1" latinLnBrk="0" hangingPunct="1">
              <a:spcBef>
                <a:spcPts val="802"/>
              </a:spcBef>
              <a:buSzPct val="100000"/>
              <a:buFont typeface="Arial"/>
              <a:buNone/>
            </a:pPr>
            <a:r>
              <a:rPr lang="en-US" sz="652" b="0" noProof="0" dirty="0">
                <a:solidFill>
                  <a:schemeClr val="tx1"/>
                </a:solidFill>
                <a:latin typeface="+mn-lt"/>
              </a:rPr>
              <a:t>Copyright © 2017 Deloitte Development LLC. All rights reserved.</a:t>
            </a:r>
          </a:p>
        </p:txBody>
      </p:sp>
    </p:spTree>
    <p:extLst>
      <p:ext uri="{BB962C8B-B14F-4D97-AF65-F5344CB8AC3E}">
        <p14:creationId xmlns:p14="http://schemas.microsoft.com/office/powerpoint/2010/main" val="994253011"/>
      </p:ext>
    </p:extLst>
  </p:cSld>
  <p:clrMapOvr>
    <a:masterClrMapping/>
  </p:clrMapOvr>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7" name="Text Placeholder 6"/>
          <p:cNvSpPr>
            <a:spLocks noGrp="1"/>
          </p:cNvSpPr>
          <p:nvPr>
            <p:ph type="body" sz="quarter" idx="13"/>
          </p:nvPr>
        </p:nvSpPr>
        <p:spPr>
          <a:xfrm>
            <a:off x="203200" y="1066801"/>
            <a:ext cx="11582400" cy="762000"/>
          </a:xfrm>
        </p:spPr>
        <p:txBody>
          <a:bodyPr>
            <a:noAutofit/>
          </a:bodyPr>
          <a:lstStyle>
            <a:lvl1pPr>
              <a:defRPr sz="1999" b="0">
                <a:solidFill>
                  <a:schemeClr val="tx1"/>
                </a:solidFill>
                <a:latin typeface="Calibri" panose="020F050202020403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p:txBody>
      </p:sp>
      <p:sp>
        <p:nvSpPr>
          <p:cNvPr id="6" name="Copyright"/>
          <p:cNvSpPr txBox="1"/>
          <p:nvPr userDrawn="1"/>
        </p:nvSpPr>
        <p:spPr>
          <a:xfrm>
            <a:off x="471066" y="6534682"/>
            <a:ext cx="5368448" cy="100306"/>
          </a:xfrm>
          <a:prstGeom prst="rect">
            <a:avLst/>
          </a:prstGeom>
          <a:noFill/>
        </p:spPr>
        <p:txBody>
          <a:bodyPr vert="horz" wrap="square" lIns="0" tIns="0" rIns="0" bIns="0" rtlCol="0" anchor="t">
            <a:noAutofit/>
          </a:bodyPr>
          <a:lstStyle/>
          <a:p>
            <a:pPr marL="0" indent="0" algn="l" defTabSz="1222218" rtl="0" eaLnBrk="1" latinLnBrk="0" hangingPunct="1">
              <a:spcBef>
                <a:spcPts val="802"/>
              </a:spcBef>
              <a:buSzPct val="100000"/>
              <a:buFont typeface="Arial"/>
              <a:buNone/>
            </a:pPr>
            <a:r>
              <a:rPr lang="en-US" sz="652" b="0" noProof="0" dirty="0">
                <a:solidFill>
                  <a:schemeClr val="tx1"/>
                </a:solidFill>
                <a:latin typeface="+mn-lt"/>
              </a:rPr>
              <a:t>Copyright © 2017 Deloitte Development LLC. All rights reserved.</a:t>
            </a:r>
          </a:p>
        </p:txBody>
      </p:sp>
    </p:spTree>
    <p:extLst>
      <p:ext uri="{BB962C8B-B14F-4D97-AF65-F5344CB8AC3E}">
        <p14:creationId xmlns:p14="http://schemas.microsoft.com/office/powerpoint/2010/main" val="31013867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dirty="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dirty="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dirty="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dirty="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dirty="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dirty="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dirty="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dirty="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dirty="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dirty="0">
                <a:solidFill>
                  <a:prstClr val="white"/>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272919658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accent4"/>
                </a:solidFill>
              </a:defRPr>
            </a:lvl1pPr>
            <a:lvl2pPr marL="0" indent="0" algn="l">
              <a:buNone/>
              <a:defRPr sz="1600" b="0">
                <a:solidFill>
                  <a:schemeClr val="accent6"/>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dirty="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dirty="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dirty="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dirty="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dirty="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dirty="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dirty="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dirty="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dirty="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dirty="0">
                <a:solidFill>
                  <a:prstClr val="white"/>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4230487901"/>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1999" cy="6857999"/>
          </a:xfrm>
          <a:prstGeom prst="rect">
            <a:avLst/>
          </a:prstGeom>
        </p:spPr>
      </p:pic>
      <p:sp>
        <p:nvSpPr>
          <p:cNvPr id="3" name="Rectangle 2"/>
          <p:cNvSpPr/>
          <p:nvPr userDrawn="1"/>
        </p:nvSpPr>
        <p:spPr bwMode="gray">
          <a:xfrm>
            <a:off x="0" y="0"/>
            <a:ext cx="12192000" cy="6857999"/>
          </a:xfrm>
          <a:prstGeom prst="rect">
            <a:avLst/>
          </a:prstGeom>
          <a:solidFill>
            <a:srgbClr val="005587">
              <a:alpha val="60000"/>
            </a:srgbClr>
          </a:solidFill>
          <a:ln w="19050" algn="ctr">
            <a:noFill/>
            <a:miter lim="800000"/>
            <a:headEnd/>
            <a:tailEnd/>
          </a:ln>
        </p:spPr>
        <p:txBody>
          <a:bodyPr wrap="square" lIns="88900" tIns="88900" rIns="88900" bIns="88900" rtlCol="0" anchor="ctr"/>
          <a:lstStyle/>
          <a:p>
            <a:pPr algn="ctr" defTabSz="1219170">
              <a:lnSpc>
                <a:spcPct val="106000"/>
              </a:lnSpc>
              <a:buFont typeface="Wingdings 2" pitchFamily="18" charset="2"/>
              <a:buNone/>
            </a:pPr>
            <a:endParaRPr lang="en-US" sz="1600" b="1" dirty="0">
              <a:solidFill>
                <a:prstClr val="white"/>
              </a:solidFill>
            </a:endParaRPr>
          </a:p>
        </p:txBody>
      </p:sp>
      <p:sp>
        <p:nvSpPr>
          <p:cNvPr id="18" name="Title 1"/>
          <p:cNvSpPr>
            <a:spLocks noGrp="1"/>
          </p:cNvSpPr>
          <p:nvPr>
            <p:ph type="title" hasCustomPrompt="1"/>
          </p:nvPr>
        </p:nvSpPr>
        <p:spPr bwMode="gray">
          <a:xfrm>
            <a:off x="3499866" y="1534218"/>
            <a:ext cx="8474117" cy="1592403"/>
          </a:xfrm>
        </p:spPr>
        <p:txBody>
          <a:bodyPr anchor="b"/>
          <a:lstStyle>
            <a:lvl1pPr>
              <a:lnSpc>
                <a:spcPct val="95000"/>
              </a:lnSpc>
              <a:defRPr sz="2800"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19" name="Text Placeholder 2"/>
          <p:cNvSpPr>
            <a:spLocks noGrp="1"/>
          </p:cNvSpPr>
          <p:nvPr>
            <p:ph type="body" idx="1"/>
          </p:nvPr>
        </p:nvSpPr>
        <p:spPr bwMode="gray">
          <a:xfrm>
            <a:off x="3499866" y="3257550"/>
            <a:ext cx="8111563" cy="1566532"/>
          </a:xfrm>
        </p:spPr>
        <p:txBody>
          <a:bodyPr lIns="0" tIns="0" rIns="0" bIns="0">
            <a:noAutofit/>
          </a:bodyPr>
          <a:lstStyle>
            <a:lvl1pPr marL="0" indent="0">
              <a:lnSpc>
                <a:spcPct val="95000"/>
              </a:lnSpc>
              <a:spcAft>
                <a:spcPts val="0"/>
              </a:spcAft>
              <a:buNone/>
              <a:defRPr sz="14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251785611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over_Title_Sub">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7616" y="402587"/>
            <a:ext cx="11204484" cy="332352"/>
          </a:xfrm>
        </p:spPr>
        <p:txBody>
          <a:bodyPr anchor="b"/>
          <a:lstStyle>
            <a:lvl1pPr>
              <a:defRPr>
                <a:solidFill>
                  <a:srgbClr val="005587"/>
                </a:solidFill>
              </a:defRPr>
            </a:lvl1pPr>
          </a:lstStyle>
          <a:p>
            <a:r>
              <a:rPr lang="en-US" dirty="0"/>
              <a:t>CLICK TO EDIT MASTER TITLE STYLE</a:t>
            </a:r>
          </a:p>
        </p:txBody>
      </p:sp>
      <p:sp>
        <p:nvSpPr>
          <p:cNvPr id="4" name="Text Placeholder 3"/>
          <p:cNvSpPr>
            <a:spLocks noGrp="1"/>
          </p:cNvSpPr>
          <p:nvPr>
            <p:ph type="body" sz="quarter" idx="11"/>
          </p:nvPr>
        </p:nvSpPr>
        <p:spPr>
          <a:xfrm>
            <a:off x="517616" y="899176"/>
            <a:ext cx="11204484" cy="333285"/>
          </a:xfrm>
        </p:spPr>
        <p:txBody>
          <a:bodyPr/>
          <a:lstStyle>
            <a:lvl1pPr>
              <a:defRPr sz="1400">
                <a:solidFill>
                  <a:srgbClr val="53565A"/>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Edit Master text styles</a:t>
            </a:r>
          </a:p>
        </p:txBody>
      </p:sp>
      <p:cxnSp>
        <p:nvCxnSpPr>
          <p:cNvPr id="5" name="Straight Connector 4"/>
          <p:cNvCxnSpPr/>
          <p:nvPr userDrawn="1"/>
        </p:nvCxnSpPr>
        <p:spPr>
          <a:xfrm>
            <a:off x="517616" y="817681"/>
            <a:ext cx="11164186" cy="0"/>
          </a:xfrm>
          <a:prstGeom prst="line">
            <a:avLst/>
          </a:prstGeom>
          <a:ln w="19050">
            <a:solidFill>
              <a:schemeClr val="tx1"/>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58407114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over_Title_Sub_Body">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chor="b"/>
          <a:lstStyle>
            <a:lvl1pPr>
              <a:defRPr>
                <a:solidFill>
                  <a:srgbClr val="005587"/>
                </a:solidFill>
              </a:defRPr>
            </a:lvl1pPr>
          </a:lstStyle>
          <a:p>
            <a:r>
              <a:rPr lang="en-US" dirty="0"/>
              <a:t>CLICK TO EDIT MASTER TITLE STYLE</a:t>
            </a:r>
          </a:p>
        </p:txBody>
      </p:sp>
      <p:sp>
        <p:nvSpPr>
          <p:cNvPr id="4" name="Text Placeholder 3"/>
          <p:cNvSpPr>
            <a:spLocks noGrp="1"/>
          </p:cNvSpPr>
          <p:nvPr>
            <p:ph type="body" sz="quarter" idx="11"/>
          </p:nvPr>
        </p:nvSpPr>
        <p:spPr>
          <a:xfrm>
            <a:off x="469900" y="752031"/>
            <a:ext cx="11252200" cy="333285"/>
          </a:xfrm>
        </p:spPr>
        <p:txBody>
          <a:bodyPr/>
          <a:lstStyle>
            <a:lvl1pPr>
              <a:defRPr sz="1400">
                <a:solidFill>
                  <a:srgbClr val="53565A"/>
                </a:solidFill>
              </a:defRPr>
            </a:lvl1pPr>
          </a:lstStyle>
          <a:p>
            <a:pPr lvl="0"/>
            <a:r>
              <a:rPr lang="en-US" dirty="0"/>
              <a:t>Edit Master text styles</a:t>
            </a:r>
          </a:p>
        </p:txBody>
      </p:sp>
      <p:sp>
        <p:nvSpPr>
          <p:cNvPr id="6" name="Text Placeholder 5"/>
          <p:cNvSpPr>
            <a:spLocks noGrp="1"/>
          </p:cNvSpPr>
          <p:nvPr>
            <p:ph type="body" sz="quarter" idx="12"/>
          </p:nvPr>
        </p:nvSpPr>
        <p:spPr>
          <a:xfrm>
            <a:off x="469900" y="1273174"/>
            <a:ext cx="11252200" cy="5127625"/>
          </a:xfrm>
        </p:spPr>
        <p:txBody>
          <a:bodyPr/>
          <a:lstStyle>
            <a:lvl1pPr>
              <a:defRPr sz="1200">
                <a:solidFill>
                  <a:srgbClr val="53565A"/>
                </a:solidFill>
              </a:defRPr>
            </a:lvl1pPr>
            <a:lvl2pPr>
              <a:defRPr sz="1100">
                <a:solidFill>
                  <a:srgbClr val="53565A"/>
                </a:solidFill>
              </a:defRPr>
            </a:lvl2pPr>
            <a:lvl3pPr>
              <a:defRPr sz="1100">
                <a:solidFill>
                  <a:srgbClr val="53565A"/>
                </a:solidFill>
              </a:defRPr>
            </a:lvl3pPr>
            <a:lvl4pPr>
              <a:defRPr sz="1100">
                <a:solidFill>
                  <a:srgbClr val="53565A"/>
                </a:solidFill>
              </a:defRPr>
            </a:lvl4pPr>
            <a:lvl5pPr>
              <a:defRPr sz="1100">
                <a:solidFill>
                  <a:srgbClr val="53565A"/>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805878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Dover_Resumes">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chor="b"/>
          <a:lstStyle>
            <a:lvl1pPr>
              <a:defRPr>
                <a:solidFill>
                  <a:srgbClr val="005587"/>
                </a:solidFill>
                <a:latin typeface="Verdana" panose="020B0604030504040204" pitchFamily="34" charset="0"/>
                <a:ea typeface="Verdana" panose="020B0604030504040204" pitchFamily="34" charset="0"/>
                <a:cs typeface="Verdana" panose="020B0604030504040204" pitchFamily="34" charset="0"/>
              </a:defRPr>
            </a:lvl1pPr>
          </a:lstStyle>
          <a:p>
            <a:r>
              <a:rPr lang="en-US" dirty="0"/>
              <a:t>CLICK TO EDIT MASTER TITLE STYLE</a:t>
            </a:r>
          </a:p>
        </p:txBody>
      </p:sp>
      <p:sp>
        <p:nvSpPr>
          <p:cNvPr id="4" name="Text Placeholder 3"/>
          <p:cNvSpPr>
            <a:spLocks noGrp="1"/>
          </p:cNvSpPr>
          <p:nvPr>
            <p:ph type="body" sz="quarter" idx="11"/>
          </p:nvPr>
        </p:nvSpPr>
        <p:spPr>
          <a:xfrm>
            <a:off x="469900" y="752031"/>
            <a:ext cx="11252200" cy="333285"/>
          </a:xfrm>
        </p:spPr>
        <p:txBody>
          <a:bodyPr/>
          <a:lstStyle>
            <a:lvl1pPr>
              <a:defRPr sz="1400">
                <a:solidFill>
                  <a:srgbClr val="53565A"/>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Edit Master text styles</a:t>
            </a:r>
          </a:p>
        </p:txBody>
      </p:sp>
      <p:sp>
        <p:nvSpPr>
          <p:cNvPr id="6" name="Text Placeholder 5"/>
          <p:cNvSpPr>
            <a:spLocks noGrp="1"/>
          </p:cNvSpPr>
          <p:nvPr>
            <p:ph type="body" sz="quarter" idx="12"/>
          </p:nvPr>
        </p:nvSpPr>
        <p:spPr>
          <a:xfrm>
            <a:off x="469901" y="2257425"/>
            <a:ext cx="3594100" cy="4143374"/>
          </a:xfrm>
        </p:spPr>
        <p:txBody>
          <a:bodyPr/>
          <a:lstStyle>
            <a:lvl1pPr>
              <a:defRPr sz="1050">
                <a:solidFill>
                  <a:srgbClr val="75787B"/>
                </a:solidFill>
              </a:defRPr>
            </a:lvl1pPr>
            <a:lvl2pPr>
              <a:defRPr sz="1000">
                <a:solidFill>
                  <a:srgbClr val="75787B"/>
                </a:solidFill>
              </a:defRPr>
            </a:lvl2pPr>
            <a:lvl3pPr>
              <a:defRPr sz="1000">
                <a:solidFill>
                  <a:srgbClr val="75787B"/>
                </a:solidFill>
              </a:defRPr>
            </a:lvl3pPr>
            <a:lvl4pPr>
              <a:defRPr sz="1000">
                <a:solidFill>
                  <a:srgbClr val="75787B"/>
                </a:solidFill>
              </a:defRPr>
            </a:lvl4pPr>
            <a:lvl5pPr>
              <a:defRPr sz="1000">
                <a:solidFill>
                  <a:srgbClr val="75787B"/>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5"/>
          <p:cNvSpPr>
            <a:spLocks noGrp="1"/>
          </p:cNvSpPr>
          <p:nvPr>
            <p:ph type="body" sz="quarter" idx="13"/>
          </p:nvPr>
        </p:nvSpPr>
        <p:spPr>
          <a:xfrm>
            <a:off x="4298950" y="2257425"/>
            <a:ext cx="3594100" cy="4143374"/>
          </a:xfrm>
        </p:spPr>
        <p:txBody>
          <a:bodyPr/>
          <a:lstStyle>
            <a:lvl1pPr>
              <a:defRPr sz="1050">
                <a:solidFill>
                  <a:srgbClr val="75787B"/>
                </a:solidFill>
              </a:defRPr>
            </a:lvl1pPr>
            <a:lvl2pPr>
              <a:defRPr sz="1000">
                <a:solidFill>
                  <a:srgbClr val="75787B"/>
                </a:solidFill>
              </a:defRPr>
            </a:lvl2pPr>
            <a:lvl3pPr>
              <a:defRPr sz="1000">
                <a:solidFill>
                  <a:srgbClr val="75787B"/>
                </a:solidFill>
              </a:defRPr>
            </a:lvl3pPr>
            <a:lvl4pPr>
              <a:defRPr sz="1000">
                <a:solidFill>
                  <a:srgbClr val="75787B"/>
                </a:solidFill>
              </a:defRPr>
            </a:lvl4pPr>
            <a:lvl5pPr>
              <a:defRPr sz="1000">
                <a:solidFill>
                  <a:srgbClr val="75787B"/>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5"/>
          <p:cNvSpPr>
            <a:spLocks noGrp="1"/>
          </p:cNvSpPr>
          <p:nvPr>
            <p:ph type="body" sz="quarter" idx="14"/>
          </p:nvPr>
        </p:nvSpPr>
        <p:spPr>
          <a:xfrm>
            <a:off x="8128000" y="2257425"/>
            <a:ext cx="3594100" cy="4143374"/>
          </a:xfrm>
        </p:spPr>
        <p:txBody>
          <a:bodyPr/>
          <a:lstStyle>
            <a:lvl1pPr>
              <a:defRPr sz="1050">
                <a:solidFill>
                  <a:srgbClr val="75787B"/>
                </a:solidFill>
              </a:defRPr>
            </a:lvl1pPr>
            <a:lvl2pPr>
              <a:defRPr sz="1000">
                <a:solidFill>
                  <a:srgbClr val="75787B"/>
                </a:solidFill>
              </a:defRPr>
            </a:lvl2pPr>
            <a:lvl3pPr>
              <a:defRPr sz="1000">
                <a:solidFill>
                  <a:srgbClr val="75787B"/>
                </a:solidFill>
              </a:defRPr>
            </a:lvl3pPr>
            <a:lvl4pPr>
              <a:defRPr sz="1000">
                <a:solidFill>
                  <a:srgbClr val="75787B"/>
                </a:solidFill>
              </a:defRPr>
            </a:lvl4pPr>
            <a:lvl5pPr>
              <a:defRPr sz="1000">
                <a:solidFill>
                  <a:srgbClr val="75787B"/>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5"/>
          <p:cNvSpPr>
            <a:spLocks noGrp="1"/>
          </p:cNvSpPr>
          <p:nvPr>
            <p:ph type="body" sz="quarter" idx="15" hasCustomPrompt="1"/>
          </p:nvPr>
        </p:nvSpPr>
        <p:spPr>
          <a:xfrm>
            <a:off x="1320801" y="1423541"/>
            <a:ext cx="2743200" cy="553577"/>
          </a:xfrm>
        </p:spPr>
        <p:txBody>
          <a:bodyPr anchor="ctr"/>
          <a:lstStyle>
            <a:lvl1pPr>
              <a:spcAft>
                <a:spcPts val="0"/>
              </a:spcAft>
              <a:defRPr sz="1200" b="1">
                <a:solidFill>
                  <a:srgbClr val="005587"/>
                </a:solidFill>
              </a:defRPr>
            </a:lvl1pPr>
            <a:lvl2pPr marL="0" indent="0">
              <a:spcAft>
                <a:spcPts val="0"/>
              </a:spcAft>
              <a:buNone/>
              <a:defRPr sz="1100">
                <a:solidFill>
                  <a:srgbClr val="53565A"/>
                </a:solidFill>
              </a:defRPr>
            </a:lvl2pPr>
            <a:lvl3pPr marL="0" indent="0">
              <a:spcAft>
                <a:spcPts val="0"/>
              </a:spcAft>
              <a:buNone/>
              <a:defRPr sz="1000">
                <a:solidFill>
                  <a:srgbClr val="53565A"/>
                </a:solidFill>
              </a:defRPr>
            </a:lvl3pPr>
            <a:lvl4pPr>
              <a:spcAft>
                <a:spcPts val="0"/>
              </a:spcAft>
              <a:defRPr sz="1100">
                <a:solidFill>
                  <a:srgbClr val="53565A"/>
                </a:solidFill>
              </a:defRPr>
            </a:lvl4pPr>
            <a:lvl5pPr>
              <a:spcAft>
                <a:spcPts val="0"/>
              </a:spcAft>
              <a:defRPr sz="1100">
                <a:solidFill>
                  <a:srgbClr val="53565A"/>
                </a:solidFill>
              </a:defRPr>
            </a:lvl5pPr>
          </a:lstStyle>
          <a:p>
            <a:pPr lvl="0"/>
            <a:r>
              <a:rPr lang="en-US" dirty="0"/>
              <a:t>EDIT MASTER TEXT STYLES</a:t>
            </a:r>
          </a:p>
          <a:p>
            <a:pPr lvl="1"/>
            <a:r>
              <a:rPr lang="en-US" dirty="0"/>
              <a:t>Second level</a:t>
            </a:r>
          </a:p>
          <a:p>
            <a:pPr lvl="2"/>
            <a:r>
              <a:rPr lang="en-US" dirty="0"/>
              <a:t>Third level</a:t>
            </a:r>
          </a:p>
        </p:txBody>
      </p:sp>
      <p:sp>
        <p:nvSpPr>
          <p:cNvPr id="9" name="Text Placeholder 5"/>
          <p:cNvSpPr>
            <a:spLocks noGrp="1"/>
          </p:cNvSpPr>
          <p:nvPr>
            <p:ph type="body" sz="quarter" idx="16" hasCustomPrompt="1"/>
          </p:nvPr>
        </p:nvSpPr>
        <p:spPr>
          <a:xfrm>
            <a:off x="5149850" y="1423541"/>
            <a:ext cx="2743200" cy="553577"/>
          </a:xfrm>
        </p:spPr>
        <p:txBody>
          <a:bodyPr anchor="ctr"/>
          <a:lstStyle>
            <a:lvl1pPr>
              <a:spcAft>
                <a:spcPts val="0"/>
              </a:spcAft>
              <a:defRPr sz="1200" b="1">
                <a:solidFill>
                  <a:srgbClr val="005587"/>
                </a:solidFill>
              </a:defRPr>
            </a:lvl1pPr>
            <a:lvl2pPr marL="0" indent="0">
              <a:spcAft>
                <a:spcPts val="0"/>
              </a:spcAft>
              <a:buNone/>
              <a:defRPr sz="1100">
                <a:solidFill>
                  <a:srgbClr val="53565A"/>
                </a:solidFill>
              </a:defRPr>
            </a:lvl2pPr>
            <a:lvl3pPr marL="0" indent="0">
              <a:spcAft>
                <a:spcPts val="0"/>
              </a:spcAft>
              <a:buNone/>
              <a:defRPr sz="1000">
                <a:solidFill>
                  <a:srgbClr val="53565A"/>
                </a:solidFill>
              </a:defRPr>
            </a:lvl3pPr>
            <a:lvl4pPr>
              <a:spcAft>
                <a:spcPts val="0"/>
              </a:spcAft>
              <a:defRPr sz="1100">
                <a:solidFill>
                  <a:srgbClr val="53565A"/>
                </a:solidFill>
              </a:defRPr>
            </a:lvl4pPr>
            <a:lvl5pPr>
              <a:spcAft>
                <a:spcPts val="0"/>
              </a:spcAft>
              <a:defRPr sz="1100">
                <a:solidFill>
                  <a:srgbClr val="53565A"/>
                </a:solidFill>
              </a:defRPr>
            </a:lvl5pPr>
          </a:lstStyle>
          <a:p>
            <a:pPr lvl="0"/>
            <a:r>
              <a:rPr lang="en-US" dirty="0"/>
              <a:t>EDIT MASTER TEXT STYLES</a:t>
            </a:r>
          </a:p>
          <a:p>
            <a:pPr lvl="1"/>
            <a:r>
              <a:rPr lang="en-US" dirty="0"/>
              <a:t>Second level</a:t>
            </a:r>
          </a:p>
          <a:p>
            <a:pPr lvl="2"/>
            <a:r>
              <a:rPr lang="en-US" dirty="0"/>
              <a:t>Third level</a:t>
            </a:r>
          </a:p>
        </p:txBody>
      </p:sp>
      <p:sp>
        <p:nvSpPr>
          <p:cNvPr id="10" name="Text Placeholder 5"/>
          <p:cNvSpPr>
            <a:spLocks noGrp="1"/>
          </p:cNvSpPr>
          <p:nvPr>
            <p:ph type="body" sz="quarter" idx="17" hasCustomPrompt="1"/>
          </p:nvPr>
        </p:nvSpPr>
        <p:spPr>
          <a:xfrm>
            <a:off x="8978900" y="1423541"/>
            <a:ext cx="2743200" cy="553577"/>
          </a:xfrm>
        </p:spPr>
        <p:txBody>
          <a:bodyPr anchor="ctr"/>
          <a:lstStyle>
            <a:lvl1pPr>
              <a:spcAft>
                <a:spcPts val="0"/>
              </a:spcAft>
              <a:defRPr sz="1200" b="1">
                <a:solidFill>
                  <a:srgbClr val="005587"/>
                </a:solidFill>
              </a:defRPr>
            </a:lvl1pPr>
            <a:lvl2pPr marL="0" indent="0">
              <a:spcAft>
                <a:spcPts val="0"/>
              </a:spcAft>
              <a:buNone/>
              <a:defRPr sz="1100">
                <a:solidFill>
                  <a:srgbClr val="53565A"/>
                </a:solidFill>
              </a:defRPr>
            </a:lvl2pPr>
            <a:lvl3pPr marL="0" indent="0">
              <a:spcAft>
                <a:spcPts val="0"/>
              </a:spcAft>
              <a:buNone/>
              <a:defRPr sz="1000">
                <a:solidFill>
                  <a:srgbClr val="53565A"/>
                </a:solidFill>
              </a:defRPr>
            </a:lvl3pPr>
            <a:lvl4pPr>
              <a:spcAft>
                <a:spcPts val="0"/>
              </a:spcAft>
              <a:defRPr sz="1100">
                <a:solidFill>
                  <a:srgbClr val="53565A"/>
                </a:solidFill>
              </a:defRPr>
            </a:lvl4pPr>
            <a:lvl5pPr>
              <a:spcAft>
                <a:spcPts val="0"/>
              </a:spcAft>
              <a:defRPr sz="1100">
                <a:solidFill>
                  <a:srgbClr val="53565A"/>
                </a:solidFill>
              </a:defRPr>
            </a:lvl5pPr>
          </a:lstStyle>
          <a:p>
            <a:pPr lvl="0"/>
            <a:r>
              <a:rPr lang="en-US" dirty="0"/>
              <a:t>EDIT MASTER TEXT STYLES</a:t>
            </a:r>
          </a:p>
          <a:p>
            <a:pPr lvl="1"/>
            <a:r>
              <a:rPr lang="en-US" dirty="0"/>
              <a:t>Second level</a:t>
            </a:r>
          </a:p>
          <a:p>
            <a:pPr lvl="2"/>
            <a:r>
              <a:rPr lang="en-US" dirty="0"/>
              <a:t>Third level</a:t>
            </a:r>
          </a:p>
        </p:txBody>
      </p:sp>
      <p:sp>
        <p:nvSpPr>
          <p:cNvPr id="19" name="Picture Placeholder 18"/>
          <p:cNvSpPr>
            <a:spLocks noGrp="1"/>
          </p:cNvSpPr>
          <p:nvPr>
            <p:ph type="pic" sz="quarter" idx="18"/>
          </p:nvPr>
        </p:nvSpPr>
        <p:spPr>
          <a:xfrm>
            <a:off x="469900" y="1319213"/>
            <a:ext cx="777875" cy="777875"/>
          </a:xfrm>
          <a:prstGeom prst="ellipse">
            <a:avLst/>
          </a:prstGeom>
          <a:ln>
            <a:solidFill>
              <a:srgbClr val="00A3E0"/>
            </a:solidFill>
          </a:ln>
        </p:spPr>
        <p:txBody>
          <a:bodyPr/>
          <a:lstStyle>
            <a:lvl1pPr>
              <a:defRPr sz="1100"/>
            </a:lvl1pPr>
          </a:lstStyle>
          <a:p>
            <a:endParaRPr lang="en-US" dirty="0"/>
          </a:p>
        </p:txBody>
      </p:sp>
      <p:sp>
        <p:nvSpPr>
          <p:cNvPr id="20" name="Picture Placeholder 18"/>
          <p:cNvSpPr>
            <a:spLocks noGrp="1"/>
          </p:cNvSpPr>
          <p:nvPr>
            <p:ph type="pic" sz="quarter" idx="19"/>
          </p:nvPr>
        </p:nvSpPr>
        <p:spPr>
          <a:xfrm>
            <a:off x="4298950" y="1319213"/>
            <a:ext cx="777875" cy="777875"/>
          </a:xfrm>
          <a:prstGeom prst="ellipse">
            <a:avLst/>
          </a:prstGeom>
          <a:ln>
            <a:solidFill>
              <a:srgbClr val="00A3E0"/>
            </a:solidFill>
          </a:ln>
        </p:spPr>
        <p:txBody>
          <a:bodyPr/>
          <a:lstStyle>
            <a:lvl1pPr>
              <a:defRPr sz="1100"/>
            </a:lvl1pPr>
          </a:lstStyle>
          <a:p>
            <a:endParaRPr lang="en-US" dirty="0"/>
          </a:p>
        </p:txBody>
      </p:sp>
      <p:sp>
        <p:nvSpPr>
          <p:cNvPr id="21" name="Picture Placeholder 18"/>
          <p:cNvSpPr>
            <a:spLocks noGrp="1"/>
          </p:cNvSpPr>
          <p:nvPr>
            <p:ph type="pic" sz="quarter" idx="20"/>
          </p:nvPr>
        </p:nvSpPr>
        <p:spPr>
          <a:xfrm>
            <a:off x="8128000" y="1319213"/>
            <a:ext cx="777875" cy="777875"/>
          </a:xfrm>
          <a:prstGeom prst="ellipse">
            <a:avLst/>
          </a:prstGeom>
          <a:ln>
            <a:solidFill>
              <a:srgbClr val="00A3E0"/>
            </a:solidFill>
          </a:ln>
        </p:spPr>
        <p:txBody>
          <a:bodyPr/>
          <a:lstStyle>
            <a:lvl1pPr>
              <a:defRPr sz="1100"/>
            </a:lvl1pPr>
          </a:lstStyle>
          <a:p>
            <a:endParaRPr lang="en-US" dirty="0"/>
          </a:p>
        </p:txBody>
      </p:sp>
    </p:spTree>
    <p:extLst>
      <p:ext uri="{BB962C8B-B14F-4D97-AF65-F5344CB8AC3E}">
        <p14:creationId xmlns:p14="http://schemas.microsoft.com/office/powerpoint/2010/main" val="156688422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Dover_Title_Sub_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9900" y="365643"/>
            <a:ext cx="11252200" cy="332352"/>
          </a:xfrm>
        </p:spPr>
        <p:txBody>
          <a:bodyPr anchor="b"/>
          <a:lstStyle>
            <a:lvl1pPr>
              <a:defRPr>
                <a:solidFill>
                  <a:srgbClr val="005587"/>
                </a:solidFill>
              </a:defRPr>
            </a:lvl1pPr>
          </a:lstStyle>
          <a:p>
            <a:r>
              <a:rPr lang="en-US" dirty="0"/>
              <a:t>CLICK TO EDIT MASTER TITLE STYLE</a:t>
            </a:r>
          </a:p>
        </p:txBody>
      </p:sp>
      <p:sp>
        <p:nvSpPr>
          <p:cNvPr id="4" name="Text Placeholder 3"/>
          <p:cNvSpPr>
            <a:spLocks noGrp="1"/>
          </p:cNvSpPr>
          <p:nvPr>
            <p:ph type="body" sz="quarter" idx="11"/>
          </p:nvPr>
        </p:nvSpPr>
        <p:spPr>
          <a:xfrm>
            <a:off x="469900" y="825919"/>
            <a:ext cx="11252200" cy="333285"/>
          </a:xfrm>
        </p:spPr>
        <p:txBody>
          <a:bodyPr/>
          <a:lstStyle>
            <a:lvl1pPr>
              <a:defRPr sz="1400">
                <a:solidFill>
                  <a:srgbClr val="53565A"/>
                </a:solidFill>
              </a:defRPr>
            </a:lvl1pPr>
          </a:lstStyle>
          <a:p>
            <a:pPr lvl="0"/>
            <a:r>
              <a:rPr lang="en-US" dirty="0"/>
              <a:t>Edit Master text styles</a:t>
            </a:r>
          </a:p>
        </p:txBody>
      </p:sp>
      <p:sp>
        <p:nvSpPr>
          <p:cNvPr id="7" name="Content Placeholder 4"/>
          <p:cNvSpPr>
            <a:spLocks noGrp="1"/>
          </p:cNvSpPr>
          <p:nvPr>
            <p:ph sz="quarter" idx="13"/>
          </p:nvPr>
        </p:nvSpPr>
        <p:spPr>
          <a:xfrm>
            <a:off x="469900" y="1273175"/>
            <a:ext cx="11271250" cy="5135563"/>
          </a:xfrm>
        </p:spPr>
        <p:txBody>
          <a:bodyPr/>
          <a:lstStyle>
            <a:lvl1pPr>
              <a:defRPr sz="1200">
                <a:solidFill>
                  <a:srgbClr val="53565A"/>
                </a:solidFill>
              </a:defRPr>
            </a:lvl1pPr>
            <a:lvl2pPr>
              <a:defRPr sz="1200">
                <a:solidFill>
                  <a:srgbClr val="53565A"/>
                </a:solidFill>
              </a:defRPr>
            </a:lvl2pPr>
            <a:lvl3pPr>
              <a:defRPr sz="1200">
                <a:solidFill>
                  <a:srgbClr val="53565A"/>
                </a:solidFill>
              </a:defRPr>
            </a:lvl3pPr>
            <a:lvl4pPr>
              <a:defRPr sz="1200">
                <a:solidFill>
                  <a:srgbClr val="53565A"/>
                </a:solidFill>
              </a:defRPr>
            </a:lvl4pPr>
            <a:lvl5pPr>
              <a:defRPr sz="1200">
                <a:solidFill>
                  <a:srgbClr val="53565A"/>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5" name="Straight Connector 4"/>
          <p:cNvCxnSpPr/>
          <p:nvPr userDrawn="1"/>
        </p:nvCxnSpPr>
        <p:spPr>
          <a:xfrm>
            <a:off x="517616" y="743793"/>
            <a:ext cx="11164186" cy="0"/>
          </a:xfrm>
          <a:prstGeom prst="line">
            <a:avLst/>
          </a:prstGeom>
          <a:ln w="19050">
            <a:solidFill>
              <a:schemeClr val="tx1"/>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76565777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ver Lett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chor="b"/>
          <a:lstStyle>
            <a:lvl1pPr>
              <a:defRPr>
                <a:solidFill>
                  <a:srgbClr val="005587"/>
                </a:solidFill>
              </a:defRPr>
            </a:lvl1pPr>
          </a:lstStyle>
          <a:p>
            <a:r>
              <a:rPr lang="en-US" dirty="0"/>
              <a:t>CLICK TO EDIT MASTER TITLE STYLE</a:t>
            </a:r>
          </a:p>
        </p:txBody>
      </p:sp>
      <p:sp>
        <p:nvSpPr>
          <p:cNvPr id="4" name="Text Placeholder 3"/>
          <p:cNvSpPr>
            <a:spLocks noGrp="1"/>
          </p:cNvSpPr>
          <p:nvPr>
            <p:ph type="body" sz="quarter" idx="11"/>
          </p:nvPr>
        </p:nvSpPr>
        <p:spPr>
          <a:xfrm>
            <a:off x="469900" y="752031"/>
            <a:ext cx="11252200" cy="333285"/>
          </a:xfrm>
        </p:spPr>
        <p:txBody>
          <a:bodyPr/>
          <a:lstStyle>
            <a:lvl1pPr>
              <a:defRPr sz="1400">
                <a:solidFill>
                  <a:srgbClr val="53565A"/>
                </a:solidFill>
              </a:defRPr>
            </a:lvl1pPr>
          </a:lstStyle>
          <a:p>
            <a:pPr lvl="0"/>
            <a:r>
              <a:rPr lang="en-US" dirty="0"/>
              <a:t>Edit Master text styles</a:t>
            </a:r>
          </a:p>
        </p:txBody>
      </p:sp>
      <p:sp>
        <p:nvSpPr>
          <p:cNvPr id="7" name="Content Placeholder 4"/>
          <p:cNvSpPr>
            <a:spLocks noGrp="1"/>
          </p:cNvSpPr>
          <p:nvPr>
            <p:ph sz="quarter" idx="13"/>
          </p:nvPr>
        </p:nvSpPr>
        <p:spPr>
          <a:xfrm>
            <a:off x="469899" y="1273174"/>
            <a:ext cx="5540375" cy="5135563"/>
          </a:xfrm>
        </p:spPr>
        <p:txBody>
          <a:bodyPr/>
          <a:lstStyle>
            <a:lvl1pPr>
              <a:defRPr sz="1100">
                <a:solidFill>
                  <a:srgbClr val="53565A"/>
                </a:solidFill>
              </a:defRPr>
            </a:lvl1pPr>
            <a:lvl2pPr>
              <a:defRPr sz="1100">
                <a:solidFill>
                  <a:srgbClr val="53565A"/>
                </a:solidFill>
              </a:defRPr>
            </a:lvl2pPr>
            <a:lvl3pPr>
              <a:defRPr sz="1100">
                <a:solidFill>
                  <a:srgbClr val="53565A"/>
                </a:solidFill>
              </a:defRPr>
            </a:lvl3pPr>
            <a:lvl4pPr>
              <a:defRPr sz="1100">
                <a:solidFill>
                  <a:srgbClr val="53565A"/>
                </a:solidFill>
              </a:defRPr>
            </a:lvl4pPr>
            <a:lvl5pPr>
              <a:defRPr sz="1100">
                <a:solidFill>
                  <a:srgbClr val="53565A"/>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4"/>
          </p:nvPr>
        </p:nvSpPr>
        <p:spPr>
          <a:xfrm>
            <a:off x="6325046" y="1273174"/>
            <a:ext cx="5397054" cy="5135563"/>
          </a:xfrm>
        </p:spPr>
        <p:txBody>
          <a:bodyPr/>
          <a:lstStyle>
            <a:lvl1pPr>
              <a:defRPr sz="1100">
                <a:solidFill>
                  <a:srgbClr val="53565A"/>
                </a:solidFill>
              </a:defRPr>
            </a:lvl1pPr>
            <a:lvl2pPr>
              <a:defRPr sz="1100">
                <a:solidFill>
                  <a:srgbClr val="53565A"/>
                </a:solidFill>
              </a:defRPr>
            </a:lvl2pPr>
            <a:lvl3pPr>
              <a:defRPr sz="1100">
                <a:solidFill>
                  <a:srgbClr val="53565A"/>
                </a:solidFill>
              </a:defRPr>
            </a:lvl3pPr>
            <a:lvl4pPr>
              <a:defRPr sz="1100">
                <a:solidFill>
                  <a:srgbClr val="53565A"/>
                </a:solidFill>
              </a:defRPr>
            </a:lvl4pPr>
            <a:lvl5pPr>
              <a:defRPr sz="1100">
                <a:solidFill>
                  <a:srgbClr val="53565A"/>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0482904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7" name="Content Placeholder 3"/>
          <p:cNvSpPr>
            <a:spLocks noGrp="1"/>
          </p:cNvSpPr>
          <p:nvPr>
            <p:ph sz="quarter" idx="10"/>
          </p:nvPr>
        </p:nvSpPr>
        <p:spPr>
          <a:xfrm>
            <a:off x="469900" y="1665291"/>
            <a:ext cx="11252200" cy="1744067"/>
          </a:xfrm>
          <a:prstGeom prst="rect">
            <a:avLst/>
          </a:prstGeom>
        </p:spPr>
        <p:txBody>
          <a:bodyPr wrap="square">
            <a:spAutoFit/>
          </a:bodyPr>
          <a:lstStyle>
            <a:lvl1pPr>
              <a:spcAft>
                <a:spcPts val="1000"/>
              </a:spcAft>
              <a:tabLst>
                <a:tab pos="8972326" algn="r"/>
              </a:tabLst>
              <a:defRPr sz="1600"/>
            </a:lvl1pPr>
            <a:lvl2pPr marL="171450" indent="-171450">
              <a:spcAft>
                <a:spcPts val="1000"/>
              </a:spcAft>
              <a:tabLst>
                <a:tab pos="8972326" algn="r"/>
              </a:tabLst>
              <a:defRPr sz="1600"/>
            </a:lvl2pPr>
            <a:lvl3pPr marL="344488" indent="-173038">
              <a:spcAft>
                <a:spcPts val="1000"/>
              </a:spcAft>
              <a:tabLst>
                <a:tab pos="8972326" algn="r"/>
              </a:tabLst>
              <a:defRPr sz="1600"/>
            </a:lvl3pPr>
            <a:lvl4pPr marL="460375" indent="-115888">
              <a:spcAft>
                <a:spcPts val="1000"/>
              </a:spcAft>
              <a:tabLst>
                <a:tab pos="8972326" algn="r"/>
              </a:tabLst>
              <a:defRPr sz="1600"/>
            </a:lvl4pPr>
            <a:lvl5pPr marL="687388" indent="-206375">
              <a:spcAft>
                <a:spcPts val="1000"/>
              </a:spcAft>
              <a:tabLst>
                <a:tab pos="6705432" algn="r"/>
              </a:tabLst>
              <a:defRPr sz="1600"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54241846"/>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blue">
    <p:bg bwMode="gray">
      <p:bgPr>
        <a:solidFill>
          <a:schemeClr val="accent4"/>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1999" cy="6857999"/>
          </a:xfrm>
          <a:prstGeom prst="rect">
            <a:avLst/>
          </a:prstGeom>
        </p:spPr>
      </p:pic>
      <p:sp>
        <p:nvSpPr>
          <p:cNvPr id="3" name="Rectangle 2"/>
          <p:cNvSpPr/>
          <p:nvPr userDrawn="1"/>
        </p:nvSpPr>
        <p:spPr bwMode="gray">
          <a:xfrm>
            <a:off x="0" y="0"/>
            <a:ext cx="12192000" cy="6857999"/>
          </a:xfrm>
          <a:prstGeom prst="rect">
            <a:avLst/>
          </a:prstGeom>
          <a:solidFill>
            <a:srgbClr val="62B5E5">
              <a:alpha val="60000"/>
            </a:srgbClr>
          </a:solidFill>
          <a:ln w="19050" algn="ctr">
            <a:noFill/>
            <a:miter lim="800000"/>
            <a:headEnd/>
            <a:tailEnd/>
          </a:ln>
        </p:spPr>
        <p:txBody>
          <a:bodyPr wrap="square" lIns="88900" tIns="88900" rIns="88900" bIns="88900" rtlCol="0" anchor="ctr"/>
          <a:lstStyle/>
          <a:p>
            <a:pPr algn="ctr" defTabSz="1219170">
              <a:lnSpc>
                <a:spcPct val="106000"/>
              </a:lnSpc>
              <a:buFont typeface="Wingdings 2" pitchFamily="18" charset="2"/>
              <a:buNone/>
            </a:pPr>
            <a:endParaRPr lang="en-US" sz="1600" b="1" dirty="0">
              <a:solidFill>
                <a:prstClr val="white"/>
              </a:solidFill>
            </a:endParaRPr>
          </a:p>
        </p:txBody>
      </p:sp>
      <p:sp>
        <p:nvSpPr>
          <p:cNvPr id="18" name="Title 1"/>
          <p:cNvSpPr>
            <a:spLocks noGrp="1"/>
          </p:cNvSpPr>
          <p:nvPr>
            <p:ph type="title" hasCustomPrompt="1"/>
          </p:nvPr>
        </p:nvSpPr>
        <p:spPr bwMode="gray">
          <a:xfrm>
            <a:off x="3499866" y="1534218"/>
            <a:ext cx="8474117" cy="1592403"/>
          </a:xfrm>
        </p:spPr>
        <p:txBody>
          <a:bodyPr anchor="b"/>
          <a:lstStyle>
            <a:lvl1pPr>
              <a:lnSpc>
                <a:spcPct val="95000"/>
              </a:lnSpc>
              <a:defRPr sz="2800" b="1">
                <a:solidFill>
                  <a:schemeClr val="bg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19" name="Text Placeholder 2"/>
          <p:cNvSpPr>
            <a:spLocks noGrp="1"/>
          </p:cNvSpPr>
          <p:nvPr>
            <p:ph type="body" idx="1"/>
          </p:nvPr>
        </p:nvSpPr>
        <p:spPr bwMode="gray">
          <a:xfrm>
            <a:off x="3499866" y="3257550"/>
            <a:ext cx="8111563" cy="1566532"/>
          </a:xfrm>
        </p:spPr>
        <p:txBody>
          <a:bodyPr lIns="0" tIns="0" rIns="0" bIns="0">
            <a:noAutofit/>
          </a:bodyPr>
          <a:lstStyle>
            <a:lvl1pPr marL="0" indent="0">
              <a:lnSpc>
                <a:spcPct val="95000"/>
              </a:lnSpc>
              <a:spcAft>
                <a:spcPts val="0"/>
              </a:spcAft>
              <a:buNone/>
              <a:defRPr sz="14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229159262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Dover_Title_Sub">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7616" y="402587"/>
            <a:ext cx="11204483" cy="332352"/>
          </a:xfrm>
        </p:spPr>
        <p:txBody>
          <a:bodyPr anchor="b"/>
          <a:lstStyle>
            <a:lvl1pPr>
              <a:defRPr>
                <a:solidFill>
                  <a:srgbClr val="005587"/>
                </a:solidFill>
              </a:defRPr>
            </a:lvl1pPr>
          </a:lstStyle>
          <a:p>
            <a:r>
              <a:rPr lang="en-US" dirty="0"/>
              <a:t>CLICK TO EDIT MASTER TITLE STYLE</a:t>
            </a:r>
          </a:p>
        </p:txBody>
      </p:sp>
      <p:sp>
        <p:nvSpPr>
          <p:cNvPr id="4" name="Text Placeholder 3"/>
          <p:cNvSpPr>
            <a:spLocks noGrp="1"/>
          </p:cNvSpPr>
          <p:nvPr>
            <p:ph type="body" sz="quarter" idx="11"/>
          </p:nvPr>
        </p:nvSpPr>
        <p:spPr>
          <a:xfrm>
            <a:off x="517616" y="752031"/>
            <a:ext cx="11204483" cy="333285"/>
          </a:xfrm>
        </p:spPr>
        <p:txBody>
          <a:bodyPr/>
          <a:lstStyle>
            <a:lvl1pPr>
              <a:defRPr sz="1400">
                <a:solidFill>
                  <a:srgbClr val="53565A"/>
                </a:solidFill>
              </a:defRPr>
            </a:lvl1pPr>
          </a:lstStyle>
          <a:p>
            <a:pPr lvl="0"/>
            <a:r>
              <a:rPr lang="en-US" dirty="0"/>
              <a:t>Edit Master text styles</a:t>
            </a:r>
          </a:p>
        </p:txBody>
      </p:sp>
    </p:spTree>
    <p:extLst>
      <p:ext uri="{BB962C8B-B14F-4D97-AF65-F5344CB8AC3E}">
        <p14:creationId xmlns:p14="http://schemas.microsoft.com/office/powerpoint/2010/main" val="101597326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Dover_Title_Sub_Body">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chor="b"/>
          <a:lstStyle>
            <a:lvl1pPr>
              <a:defRPr>
                <a:solidFill>
                  <a:srgbClr val="005587"/>
                </a:solidFill>
              </a:defRPr>
            </a:lvl1pPr>
          </a:lstStyle>
          <a:p>
            <a:r>
              <a:rPr lang="en-US" dirty="0"/>
              <a:t>CLICK TO EDIT MASTER TITLE STYLE</a:t>
            </a:r>
          </a:p>
        </p:txBody>
      </p:sp>
      <p:sp>
        <p:nvSpPr>
          <p:cNvPr id="4" name="Text Placeholder 3"/>
          <p:cNvSpPr>
            <a:spLocks noGrp="1"/>
          </p:cNvSpPr>
          <p:nvPr>
            <p:ph type="body" sz="quarter" idx="11"/>
          </p:nvPr>
        </p:nvSpPr>
        <p:spPr>
          <a:xfrm>
            <a:off x="469900" y="752031"/>
            <a:ext cx="11252200" cy="333285"/>
          </a:xfrm>
        </p:spPr>
        <p:txBody>
          <a:bodyPr/>
          <a:lstStyle>
            <a:lvl1pPr>
              <a:defRPr sz="1400">
                <a:solidFill>
                  <a:srgbClr val="53565A"/>
                </a:solidFill>
              </a:defRPr>
            </a:lvl1pPr>
          </a:lstStyle>
          <a:p>
            <a:pPr lvl="0"/>
            <a:r>
              <a:rPr lang="en-US" dirty="0"/>
              <a:t>Edit Master text styles</a:t>
            </a:r>
          </a:p>
        </p:txBody>
      </p:sp>
      <p:sp>
        <p:nvSpPr>
          <p:cNvPr id="6" name="Text Placeholder 5"/>
          <p:cNvSpPr>
            <a:spLocks noGrp="1"/>
          </p:cNvSpPr>
          <p:nvPr>
            <p:ph type="body" sz="quarter" idx="12"/>
          </p:nvPr>
        </p:nvSpPr>
        <p:spPr>
          <a:xfrm>
            <a:off x="469900" y="1273174"/>
            <a:ext cx="11252200" cy="5127625"/>
          </a:xfrm>
        </p:spPr>
        <p:txBody>
          <a:bodyPr/>
          <a:lstStyle>
            <a:lvl1pPr>
              <a:defRPr sz="1400">
                <a:solidFill>
                  <a:srgbClr val="53565A"/>
                </a:solidFill>
              </a:defRPr>
            </a:lvl1pPr>
            <a:lvl2pPr>
              <a:defRPr sz="1100">
                <a:solidFill>
                  <a:srgbClr val="53565A"/>
                </a:solidFill>
              </a:defRPr>
            </a:lvl2pPr>
            <a:lvl3pPr>
              <a:defRPr sz="1100">
                <a:solidFill>
                  <a:srgbClr val="53565A"/>
                </a:solidFill>
              </a:defRPr>
            </a:lvl3pPr>
            <a:lvl4pPr>
              <a:defRPr sz="1100">
                <a:solidFill>
                  <a:srgbClr val="53565A"/>
                </a:solidFill>
              </a:defRPr>
            </a:lvl4pPr>
            <a:lvl5pPr>
              <a:defRPr sz="1100">
                <a:solidFill>
                  <a:srgbClr val="53565A"/>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7624935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2_Dover_Title_Sub_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chor="b"/>
          <a:lstStyle>
            <a:lvl1pPr>
              <a:defRPr>
                <a:solidFill>
                  <a:srgbClr val="005587"/>
                </a:solidFill>
              </a:defRPr>
            </a:lvl1pPr>
          </a:lstStyle>
          <a:p>
            <a:r>
              <a:rPr lang="en-US" dirty="0"/>
              <a:t>CLICK TO EDIT MASTER TITLE STYLE</a:t>
            </a:r>
          </a:p>
        </p:txBody>
      </p:sp>
      <p:sp>
        <p:nvSpPr>
          <p:cNvPr id="4" name="Text Placeholder 3"/>
          <p:cNvSpPr>
            <a:spLocks noGrp="1"/>
          </p:cNvSpPr>
          <p:nvPr>
            <p:ph type="body" sz="quarter" idx="11"/>
          </p:nvPr>
        </p:nvSpPr>
        <p:spPr>
          <a:xfrm>
            <a:off x="469900" y="752031"/>
            <a:ext cx="11252200" cy="333285"/>
          </a:xfrm>
        </p:spPr>
        <p:txBody>
          <a:bodyPr/>
          <a:lstStyle>
            <a:lvl1pPr>
              <a:defRPr sz="1400">
                <a:solidFill>
                  <a:srgbClr val="53565A"/>
                </a:solidFill>
              </a:defRPr>
            </a:lvl1pPr>
          </a:lstStyle>
          <a:p>
            <a:pPr lvl="0"/>
            <a:r>
              <a:rPr lang="en-US" dirty="0"/>
              <a:t>Edit Master text styles</a:t>
            </a:r>
          </a:p>
        </p:txBody>
      </p:sp>
      <p:sp>
        <p:nvSpPr>
          <p:cNvPr id="7" name="Content Placeholder 4"/>
          <p:cNvSpPr>
            <a:spLocks noGrp="1"/>
          </p:cNvSpPr>
          <p:nvPr>
            <p:ph sz="quarter" idx="13"/>
          </p:nvPr>
        </p:nvSpPr>
        <p:spPr>
          <a:xfrm>
            <a:off x="469900" y="1273175"/>
            <a:ext cx="11271250" cy="5135563"/>
          </a:xfrm>
        </p:spPr>
        <p:txBody>
          <a:bodyPr/>
          <a:lstStyle>
            <a:lvl1pPr>
              <a:defRPr sz="1100">
                <a:solidFill>
                  <a:srgbClr val="53565A"/>
                </a:solidFill>
              </a:defRPr>
            </a:lvl1pPr>
            <a:lvl2pPr>
              <a:defRPr sz="1100">
                <a:solidFill>
                  <a:srgbClr val="53565A"/>
                </a:solidFill>
              </a:defRPr>
            </a:lvl2pPr>
            <a:lvl3pPr>
              <a:defRPr sz="1100">
                <a:solidFill>
                  <a:srgbClr val="53565A"/>
                </a:solidFill>
              </a:defRPr>
            </a:lvl3pPr>
            <a:lvl4pPr>
              <a:defRPr sz="1100">
                <a:solidFill>
                  <a:srgbClr val="53565A"/>
                </a:solidFill>
              </a:defRPr>
            </a:lvl4pPr>
            <a:lvl5pPr>
              <a:defRPr sz="1100">
                <a:solidFill>
                  <a:srgbClr val="53565A"/>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470998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Cover Lett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chor="b"/>
          <a:lstStyle>
            <a:lvl1pPr>
              <a:defRPr>
                <a:solidFill>
                  <a:srgbClr val="005587"/>
                </a:solidFill>
              </a:defRPr>
            </a:lvl1pPr>
          </a:lstStyle>
          <a:p>
            <a:r>
              <a:rPr lang="en-US" dirty="0"/>
              <a:t>CLICK TO EDIT MASTER TITLE STYLE</a:t>
            </a:r>
          </a:p>
        </p:txBody>
      </p:sp>
      <p:sp>
        <p:nvSpPr>
          <p:cNvPr id="4" name="Text Placeholder 3"/>
          <p:cNvSpPr>
            <a:spLocks noGrp="1"/>
          </p:cNvSpPr>
          <p:nvPr>
            <p:ph type="body" sz="quarter" idx="11"/>
          </p:nvPr>
        </p:nvSpPr>
        <p:spPr>
          <a:xfrm>
            <a:off x="469900" y="752031"/>
            <a:ext cx="11252200" cy="333285"/>
          </a:xfrm>
        </p:spPr>
        <p:txBody>
          <a:bodyPr/>
          <a:lstStyle>
            <a:lvl1pPr>
              <a:defRPr sz="1400">
                <a:solidFill>
                  <a:srgbClr val="53565A"/>
                </a:solidFill>
              </a:defRPr>
            </a:lvl1pPr>
          </a:lstStyle>
          <a:p>
            <a:pPr lvl="0"/>
            <a:r>
              <a:rPr lang="en-US" dirty="0"/>
              <a:t>Edit Master text styles</a:t>
            </a:r>
          </a:p>
        </p:txBody>
      </p:sp>
      <p:sp>
        <p:nvSpPr>
          <p:cNvPr id="7" name="Content Placeholder 4"/>
          <p:cNvSpPr>
            <a:spLocks noGrp="1"/>
          </p:cNvSpPr>
          <p:nvPr>
            <p:ph sz="quarter" idx="13"/>
          </p:nvPr>
        </p:nvSpPr>
        <p:spPr>
          <a:xfrm>
            <a:off x="469900" y="1273174"/>
            <a:ext cx="3637658" cy="5135563"/>
          </a:xfrm>
        </p:spPr>
        <p:txBody>
          <a:bodyPr/>
          <a:lstStyle>
            <a:lvl1pPr>
              <a:defRPr sz="1100">
                <a:solidFill>
                  <a:srgbClr val="53565A"/>
                </a:solidFill>
              </a:defRPr>
            </a:lvl1pPr>
            <a:lvl2pPr>
              <a:defRPr sz="1100">
                <a:solidFill>
                  <a:srgbClr val="53565A"/>
                </a:solidFill>
              </a:defRPr>
            </a:lvl2pPr>
            <a:lvl3pPr>
              <a:defRPr sz="1100">
                <a:solidFill>
                  <a:srgbClr val="53565A"/>
                </a:solidFill>
              </a:defRPr>
            </a:lvl3pPr>
            <a:lvl4pPr>
              <a:defRPr sz="1100">
                <a:solidFill>
                  <a:srgbClr val="53565A"/>
                </a:solidFill>
              </a:defRPr>
            </a:lvl4pPr>
            <a:lvl5pPr>
              <a:defRPr sz="1100">
                <a:solidFill>
                  <a:srgbClr val="53565A"/>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4"/>
          </p:nvPr>
        </p:nvSpPr>
        <p:spPr>
          <a:xfrm>
            <a:off x="4277171" y="1273174"/>
            <a:ext cx="3637658" cy="5135563"/>
          </a:xfrm>
        </p:spPr>
        <p:txBody>
          <a:bodyPr/>
          <a:lstStyle>
            <a:lvl1pPr>
              <a:defRPr sz="1100">
                <a:solidFill>
                  <a:srgbClr val="53565A"/>
                </a:solidFill>
              </a:defRPr>
            </a:lvl1pPr>
            <a:lvl2pPr>
              <a:defRPr sz="1100">
                <a:solidFill>
                  <a:srgbClr val="53565A"/>
                </a:solidFill>
              </a:defRPr>
            </a:lvl2pPr>
            <a:lvl3pPr>
              <a:defRPr sz="1100">
                <a:solidFill>
                  <a:srgbClr val="53565A"/>
                </a:solidFill>
              </a:defRPr>
            </a:lvl3pPr>
            <a:lvl4pPr>
              <a:defRPr sz="1100">
                <a:solidFill>
                  <a:srgbClr val="53565A"/>
                </a:solidFill>
              </a:defRPr>
            </a:lvl4pPr>
            <a:lvl5pPr>
              <a:defRPr sz="1100">
                <a:solidFill>
                  <a:srgbClr val="53565A"/>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4"/>
          <p:cNvSpPr>
            <a:spLocks noGrp="1"/>
          </p:cNvSpPr>
          <p:nvPr>
            <p:ph sz="quarter" idx="15"/>
          </p:nvPr>
        </p:nvSpPr>
        <p:spPr>
          <a:xfrm>
            <a:off x="8084442" y="1273174"/>
            <a:ext cx="3637658" cy="5135563"/>
          </a:xfrm>
        </p:spPr>
        <p:txBody>
          <a:bodyPr/>
          <a:lstStyle>
            <a:lvl1pPr>
              <a:defRPr sz="1100">
                <a:solidFill>
                  <a:srgbClr val="53565A"/>
                </a:solidFill>
              </a:defRPr>
            </a:lvl1pPr>
            <a:lvl2pPr>
              <a:defRPr sz="1100">
                <a:solidFill>
                  <a:srgbClr val="53565A"/>
                </a:solidFill>
              </a:defRPr>
            </a:lvl2pPr>
            <a:lvl3pPr>
              <a:defRPr sz="1100">
                <a:solidFill>
                  <a:srgbClr val="53565A"/>
                </a:solidFill>
              </a:defRPr>
            </a:lvl3pPr>
            <a:lvl4pPr>
              <a:defRPr sz="1100">
                <a:solidFill>
                  <a:srgbClr val="53565A"/>
                </a:solidFill>
              </a:defRPr>
            </a:lvl4pPr>
            <a:lvl5pPr>
              <a:defRPr sz="1100">
                <a:solidFill>
                  <a:srgbClr val="53565A"/>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9890755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dirty="0"/>
              <a:t>Click to edit Master title style</a:t>
            </a:r>
          </a:p>
        </p:txBody>
      </p:sp>
      <p:sp>
        <p:nvSpPr>
          <p:cNvPr id="5" name="Content Placeholder 3"/>
          <p:cNvSpPr>
            <a:spLocks noGrp="1"/>
          </p:cNvSpPr>
          <p:nvPr>
            <p:ph sz="quarter" idx="10"/>
          </p:nvPr>
        </p:nvSpPr>
        <p:spPr>
          <a:xfrm>
            <a:off x="469900" y="1665291"/>
            <a:ext cx="11252200" cy="1744067"/>
          </a:xfrm>
          <a:prstGeom prst="rect">
            <a:avLst/>
          </a:prstGeom>
        </p:spPr>
        <p:txBody>
          <a:bodyPr wrap="square">
            <a:spAutoFit/>
          </a:bodyPr>
          <a:lstStyle>
            <a:lvl1pPr>
              <a:spcAft>
                <a:spcPts val="1000"/>
              </a:spcAft>
              <a:tabLst>
                <a:tab pos="8972326" algn="r"/>
              </a:tabLst>
              <a:defRPr sz="1600"/>
            </a:lvl1pPr>
            <a:lvl2pPr marL="171450" indent="-171450">
              <a:spcAft>
                <a:spcPts val="1000"/>
              </a:spcAft>
              <a:tabLst>
                <a:tab pos="8972326" algn="r"/>
              </a:tabLst>
              <a:defRPr sz="1600"/>
            </a:lvl2pPr>
            <a:lvl3pPr marL="344488" indent="-173038">
              <a:spcAft>
                <a:spcPts val="1000"/>
              </a:spcAft>
              <a:tabLst>
                <a:tab pos="8972326" algn="r"/>
              </a:tabLst>
              <a:defRPr sz="1600"/>
            </a:lvl3pPr>
            <a:lvl4pPr marL="460375" indent="-115888">
              <a:spcAft>
                <a:spcPts val="1000"/>
              </a:spcAft>
              <a:tabLst>
                <a:tab pos="8972326" algn="r"/>
              </a:tabLst>
              <a:defRPr sz="1600"/>
            </a:lvl4pPr>
            <a:lvl5pPr marL="687388" indent="-206375">
              <a:spcAft>
                <a:spcPts val="1000"/>
              </a:spcAft>
              <a:tabLst>
                <a:tab pos="6705432" algn="r"/>
              </a:tabLst>
              <a:defRPr sz="1600"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23587175"/>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dirty="0"/>
              <a:t>Click to add subtitle</a:t>
            </a:r>
          </a:p>
        </p:txBody>
      </p:sp>
      <p:sp>
        <p:nvSpPr>
          <p:cNvPr id="8"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6" name="Content Placeholder 3"/>
          <p:cNvSpPr>
            <a:spLocks noGrp="1"/>
          </p:cNvSpPr>
          <p:nvPr>
            <p:ph sz="quarter" idx="10"/>
          </p:nvPr>
        </p:nvSpPr>
        <p:spPr>
          <a:xfrm>
            <a:off x="469900" y="1665291"/>
            <a:ext cx="11252200" cy="1744067"/>
          </a:xfrm>
          <a:prstGeom prst="rect">
            <a:avLst/>
          </a:prstGeom>
        </p:spPr>
        <p:txBody>
          <a:bodyPr wrap="square">
            <a:spAutoFit/>
          </a:bodyPr>
          <a:lstStyle>
            <a:lvl1pPr>
              <a:spcAft>
                <a:spcPts val="1000"/>
              </a:spcAft>
              <a:tabLst>
                <a:tab pos="8972326" algn="r"/>
              </a:tabLst>
              <a:defRPr sz="1600"/>
            </a:lvl1pPr>
            <a:lvl2pPr marL="171450" indent="-171450">
              <a:spcAft>
                <a:spcPts val="1000"/>
              </a:spcAft>
              <a:tabLst>
                <a:tab pos="8972326" algn="r"/>
              </a:tabLst>
              <a:defRPr sz="1600"/>
            </a:lvl2pPr>
            <a:lvl3pPr marL="344488" indent="-173038">
              <a:spcAft>
                <a:spcPts val="1000"/>
              </a:spcAft>
              <a:tabLst>
                <a:tab pos="8972326" algn="r"/>
              </a:tabLst>
              <a:defRPr sz="1600"/>
            </a:lvl3pPr>
            <a:lvl4pPr marL="460375" indent="-115888">
              <a:spcAft>
                <a:spcPts val="1000"/>
              </a:spcAft>
              <a:tabLst>
                <a:tab pos="8972326" algn="r"/>
              </a:tabLst>
              <a:defRPr sz="1600"/>
            </a:lvl4pPr>
            <a:lvl5pPr marL="687388" indent="-206375">
              <a:spcAft>
                <a:spcPts val="1000"/>
              </a:spcAft>
              <a:tabLst>
                <a:tab pos="6705432" algn="r"/>
              </a:tabLst>
              <a:defRPr sz="1600"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24920149"/>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12" name="Content Placeholder 3"/>
          <p:cNvSpPr>
            <a:spLocks noGrp="1"/>
          </p:cNvSpPr>
          <p:nvPr>
            <p:ph sz="quarter" idx="10"/>
          </p:nvPr>
        </p:nvSpPr>
        <p:spPr>
          <a:xfrm>
            <a:off x="469900" y="1700213"/>
            <a:ext cx="11252200" cy="1744067"/>
          </a:xfrm>
          <a:prstGeom prst="rect">
            <a:avLst/>
          </a:prstGeom>
        </p:spPr>
        <p:txBody>
          <a:bodyPr wrap="square">
            <a:spAutoFit/>
          </a:bodyPr>
          <a:lstStyle>
            <a:lvl1pPr>
              <a:spcAft>
                <a:spcPts val="1000"/>
              </a:spcAft>
              <a:tabLst>
                <a:tab pos="8972326" algn="r"/>
              </a:tabLst>
              <a:defRPr sz="1600" b="1"/>
            </a:lvl1pPr>
            <a:lvl2pPr marL="171450" indent="-171450">
              <a:spcAft>
                <a:spcPts val="1000"/>
              </a:spcAft>
              <a:tabLst>
                <a:tab pos="8972326" algn="r"/>
              </a:tabLst>
              <a:defRPr sz="1600"/>
            </a:lvl2pPr>
            <a:lvl3pPr marL="344488" indent="-173038">
              <a:spcAft>
                <a:spcPts val="1000"/>
              </a:spcAft>
              <a:tabLst>
                <a:tab pos="8972326" algn="r"/>
              </a:tabLst>
              <a:defRPr sz="1600"/>
            </a:lvl3pPr>
            <a:lvl4pPr marL="460375" indent="-115888">
              <a:spcAft>
                <a:spcPts val="1000"/>
              </a:spcAft>
              <a:tabLst>
                <a:tab pos="8972326" algn="r"/>
              </a:tabLst>
              <a:defRPr sz="1600"/>
            </a:lvl4pPr>
            <a:lvl5pPr marL="687388" indent="-206375">
              <a:spcAft>
                <a:spcPts val="1000"/>
              </a:spcAft>
              <a:tabLst>
                <a:tab pos="6705432" algn="r"/>
              </a:tabLst>
              <a:defRPr sz="1600"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69993536"/>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_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520789"/>
            <a:ext cx="5613400" cy="393612"/>
          </a:xfrm>
          <a:prstGeom prst="rect">
            <a:avLst/>
          </a:prstGeom>
        </p:spPr>
        <p:txBody>
          <a:bodyPr lIns="0" tIns="0" rIns="0" bIns="0">
            <a:noAutofit/>
          </a:bodyPr>
          <a:lstStyle>
            <a:lvl1pPr marL="0" indent="0">
              <a:buNone/>
              <a:defRPr sz="1200" b="0">
                <a:solidFill>
                  <a:srgbClr val="62B5E5"/>
                </a:solidFill>
              </a:defRPr>
            </a:lvl1pPr>
          </a:lstStyle>
          <a:p>
            <a:pPr lvl="0"/>
            <a:r>
              <a:rPr lang="en-US" noProof="0" dirty="0"/>
              <a:t>Click to add subtitle</a:t>
            </a:r>
          </a:p>
        </p:txBody>
      </p:sp>
      <p:sp>
        <p:nvSpPr>
          <p:cNvPr id="5" name="Title Placeholder 1"/>
          <p:cNvSpPr>
            <a:spLocks noGrp="1"/>
          </p:cNvSpPr>
          <p:nvPr>
            <p:ph type="title"/>
          </p:nvPr>
        </p:nvSpPr>
        <p:spPr>
          <a:xfrm>
            <a:off x="469900" y="186687"/>
            <a:ext cx="11252200" cy="334102"/>
          </a:xfrm>
          <a:prstGeom prst="rect">
            <a:avLst/>
          </a:prstGeom>
        </p:spPr>
        <p:txBody>
          <a:bodyPr vert="horz" lIns="0" tIns="0" rIns="0" bIns="0" rtlCol="0" anchor="t" anchorCtr="0">
            <a:noAutofit/>
          </a:bodyPr>
          <a:lstStyle>
            <a:lvl1pPr>
              <a:defRPr sz="1500"/>
            </a:lvl1pPr>
          </a:lstStyle>
          <a:p>
            <a:r>
              <a:rPr lang="en-US" noProof="0" dirty="0"/>
              <a:t>Click to edit Master title style</a:t>
            </a:r>
          </a:p>
        </p:txBody>
      </p:sp>
    </p:spTree>
    <p:extLst>
      <p:ext uri="{BB962C8B-B14F-4D97-AF65-F5344CB8AC3E}">
        <p14:creationId xmlns:p14="http://schemas.microsoft.com/office/powerpoint/2010/main" val="3533221661"/>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5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70000"/>
              </a:lnSpc>
              <a:defRPr/>
            </a:lvl1pPr>
          </a:lstStyle>
          <a:p>
            <a:r>
              <a:rPr lang="en-US" dirty="0"/>
              <a:t>Click to edit Master title style</a:t>
            </a:r>
          </a:p>
        </p:txBody>
      </p:sp>
      <p:sp>
        <p:nvSpPr>
          <p:cNvPr id="4" name="Text Placeholder 8"/>
          <p:cNvSpPr>
            <a:spLocks noGrp="1"/>
          </p:cNvSpPr>
          <p:nvPr>
            <p:ph type="body" sz="quarter" idx="14"/>
          </p:nvPr>
        </p:nvSpPr>
        <p:spPr>
          <a:xfrm>
            <a:off x="511180" y="1279083"/>
            <a:ext cx="11071225" cy="647700"/>
          </a:xfrm>
        </p:spPr>
        <p:txBody>
          <a:bodyPr>
            <a:noAutofit/>
          </a:bodyPr>
          <a:lstStyle>
            <a:lvl1pPr marL="0" indent="0">
              <a:buNone/>
              <a:defRPr sz="1800">
                <a:solidFill>
                  <a:schemeClr val="tx2"/>
                </a:solidFill>
              </a:defRPr>
            </a:lvl1pPr>
            <a:lvl2pPr marL="457167" indent="0">
              <a:buNone/>
              <a:defRPr/>
            </a:lvl2pPr>
            <a:lvl3pPr marL="914332" indent="0">
              <a:buNone/>
              <a:defRPr/>
            </a:lvl3pPr>
            <a:lvl4pPr marL="1371498" indent="0">
              <a:buNone/>
              <a:defRPr/>
            </a:lvl4pPr>
            <a:lvl5pPr marL="1828664" indent="0">
              <a:buNone/>
              <a:defRPr/>
            </a:lvl5pPr>
          </a:lstStyle>
          <a:p>
            <a:pPr lvl="0"/>
            <a:r>
              <a:rPr lang="en-US" dirty="0"/>
              <a:t>Click to edit Master text styles</a:t>
            </a:r>
          </a:p>
        </p:txBody>
      </p:sp>
    </p:spTree>
    <p:extLst>
      <p:ext uri="{BB962C8B-B14F-4D97-AF65-F5344CB8AC3E}">
        <p14:creationId xmlns:p14="http://schemas.microsoft.com/office/powerpoint/2010/main" val="446474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DC_Title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337544"/>
            <a:ext cx="10972800" cy="729257"/>
          </a:xfrm>
        </p:spPr>
        <p:txBody>
          <a:bodyPr>
            <a:noAutofit/>
          </a:bodyPr>
          <a:lstStyle>
            <a:lvl1pPr>
              <a:lnSpc>
                <a:spcPct val="100000"/>
              </a:lnSpc>
              <a:defRPr b="0">
                <a:solidFill>
                  <a:schemeClr val="bg2"/>
                </a:solidFill>
              </a:defRPr>
            </a:lvl1pPr>
          </a:lstStyle>
          <a:p>
            <a:r>
              <a:rPr lang="en-US"/>
              <a:t>Click to edit Master title style</a:t>
            </a:r>
            <a:endParaRPr lang="en-US" dirty="0"/>
          </a:p>
        </p:txBody>
      </p:sp>
    </p:spTree>
    <p:extLst>
      <p:ext uri="{BB962C8B-B14F-4D97-AF65-F5344CB8AC3E}">
        <p14:creationId xmlns:p14="http://schemas.microsoft.com/office/powerpoint/2010/main" val="198774143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2 columns of text">
    <p:spTree>
      <p:nvGrpSpPr>
        <p:cNvPr id="1" name=""/>
        <p:cNvGrpSpPr/>
        <p:nvPr/>
      </p:nvGrpSpPr>
      <p:grpSpPr>
        <a:xfrm>
          <a:off x="0" y="0"/>
          <a:ext cx="0" cy="0"/>
          <a:chOff x="0" y="0"/>
          <a:chExt cx="0" cy="0"/>
        </a:xfrm>
      </p:grpSpPr>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dirty="0"/>
              <a:t>Click to add subtitle</a:t>
            </a:r>
          </a:p>
        </p:txBody>
      </p:sp>
      <p:sp>
        <p:nvSpPr>
          <p:cNvPr id="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8" name="Content Placeholder 3"/>
          <p:cNvSpPr>
            <a:spLocks noGrp="1"/>
          </p:cNvSpPr>
          <p:nvPr>
            <p:ph sz="quarter" idx="10"/>
          </p:nvPr>
        </p:nvSpPr>
        <p:spPr>
          <a:xfrm>
            <a:off x="469900" y="1665291"/>
            <a:ext cx="5535613" cy="1744067"/>
          </a:xfrm>
          <a:prstGeom prst="rect">
            <a:avLst/>
          </a:prstGeom>
        </p:spPr>
        <p:txBody>
          <a:bodyPr wrap="square">
            <a:spAutoFit/>
          </a:bodyPr>
          <a:lstStyle>
            <a:lvl1pPr>
              <a:spcAft>
                <a:spcPts val="1000"/>
              </a:spcAft>
              <a:tabLst>
                <a:tab pos="8972326" algn="r"/>
              </a:tabLst>
              <a:defRPr sz="1600"/>
            </a:lvl1pPr>
            <a:lvl2pPr marL="171450" indent="-171450">
              <a:spcAft>
                <a:spcPts val="1000"/>
              </a:spcAft>
              <a:tabLst>
                <a:tab pos="8972326" algn="r"/>
              </a:tabLst>
              <a:defRPr sz="1600"/>
            </a:lvl2pPr>
            <a:lvl3pPr marL="344488" indent="-173038">
              <a:spcAft>
                <a:spcPts val="1000"/>
              </a:spcAft>
              <a:tabLst>
                <a:tab pos="8972326" algn="r"/>
              </a:tabLst>
              <a:defRPr sz="1600"/>
            </a:lvl3pPr>
            <a:lvl4pPr marL="460375" indent="-115888">
              <a:spcAft>
                <a:spcPts val="1000"/>
              </a:spcAft>
              <a:tabLst>
                <a:tab pos="8972326" algn="r"/>
              </a:tabLst>
              <a:defRPr sz="1600"/>
            </a:lvl4pPr>
            <a:lvl5pPr marL="687388" indent="-206375">
              <a:spcAft>
                <a:spcPts val="1000"/>
              </a:spcAft>
              <a:tabLst>
                <a:tab pos="6705432" algn="r"/>
              </a:tabLst>
              <a:defRPr sz="1600"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3"/>
          <p:cNvSpPr>
            <a:spLocks noGrp="1"/>
          </p:cNvSpPr>
          <p:nvPr>
            <p:ph sz="quarter" idx="14"/>
          </p:nvPr>
        </p:nvSpPr>
        <p:spPr>
          <a:xfrm>
            <a:off x="6192893" y="1665291"/>
            <a:ext cx="5535613" cy="1744067"/>
          </a:xfrm>
          <a:prstGeom prst="rect">
            <a:avLst/>
          </a:prstGeom>
        </p:spPr>
        <p:txBody>
          <a:bodyPr wrap="square">
            <a:spAutoFit/>
          </a:bodyPr>
          <a:lstStyle>
            <a:lvl1pPr>
              <a:spcAft>
                <a:spcPts val="1000"/>
              </a:spcAft>
              <a:tabLst>
                <a:tab pos="8972326" algn="r"/>
              </a:tabLst>
              <a:defRPr sz="1600"/>
            </a:lvl1pPr>
            <a:lvl2pPr marL="171450" indent="-171450">
              <a:spcAft>
                <a:spcPts val="1000"/>
              </a:spcAft>
              <a:tabLst>
                <a:tab pos="8972326" algn="r"/>
              </a:tabLst>
              <a:defRPr sz="1600"/>
            </a:lvl2pPr>
            <a:lvl3pPr marL="344488" indent="-173038">
              <a:spcAft>
                <a:spcPts val="1000"/>
              </a:spcAft>
              <a:tabLst>
                <a:tab pos="8972326" algn="r"/>
              </a:tabLst>
              <a:defRPr sz="1600"/>
            </a:lvl3pPr>
            <a:lvl4pPr marL="460375" indent="-115888">
              <a:spcAft>
                <a:spcPts val="1000"/>
              </a:spcAft>
              <a:tabLst>
                <a:tab pos="8972326" algn="r"/>
              </a:tabLst>
              <a:defRPr sz="1600"/>
            </a:lvl4pPr>
            <a:lvl5pPr marL="687388" indent="-206375">
              <a:spcAft>
                <a:spcPts val="1000"/>
              </a:spcAft>
              <a:tabLst>
                <a:tab pos="6705432" algn="r"/>
              </a:tabLst>
              <a:defRPr sz="1600"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2692010"/>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2 columns - large">
    <p:spTree>
      <p:nvGrpSpPr>
        <p:cNvPr id="1" name=""/>
        <p:cNvGrpSpPr/>
        <p:nvPr/>
      </p:nvGrpSpPr>
      <p:grpSpPr>
        <a:xfrm>
          <a:off x="0" y="0"/>
          <a:ext cx="0" cy="0"/>
          <a:chOff x="0" y="0"/>
          <a:chExt cx="0" cy="0"/>
        </a:xfrm>
      </p:grpSpPr>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7" name="Content Placeholder 3"/>
          <p:cNvSpPr>
            <a:spLocks noGrp="1"/>
          </p:cNvSpPr>
          <p:nvPr>
            <p:ph sz="quarter" idx="10"/>
          </p:nvPr>
        </p:nvSpPr>
        <p:spPr>
          <a:xfrm>
            <a:off x="469900" y="1665291"/>
            <a:ext cx="5535613" cy="1744067"/>
          </a:xfrm>
          <a:prstGeom prst="rect">
            <a:avLst/>
          </a:prstGeom>
        </p:spPr>
        <p:txBody>
          <a:bodyPr wrap="square">
            <a:spAutoFit/>
          </a:bodyPr>
          <a:lstStyle>
            <a:lvl1pPr>
              <a:spcAft>
                <a:spcPts val="1000"/>
              </a:spcAft>
              <a:tabLst>
                <a:tab pos="8972326" algn="r"/>
              </a:tabLst>
              <a:defRPr sz="1600"/>
            </a:lvl1pPr>
            <a:lvl2pPr marL="171450" indent="-171450">
              <a:spcAft>
                <a:spcPts val="1000"/>
              </a:spcAft>
              <a:tabLst>
                <a:tab pos="8972326" algn="r"/>
              </a:tabLst>
              <a:defRPr sz="1600"/>
            </a:lvl2pPr>
            <a:lvl3pPr marL="344488" indent="-173038">
              <a:spcAft>
                <a:spcPts val="1000"/>
              </a:spcAft>
              <a:tabLst>
                <a:tab pos="8972326" algn="r"/>
              </a:tabLst>
              <a:defRPr sz="1600"/>
            </a:lvl3pPr>
            <a:lvl4pPr marL="460375" indent="-115888">
              <a:spcAft>
                <a:spcPts val="1000"/>
              </a:spcAft>
              <a:tabLst>
                <a:tab pos="8972326" algn="r"/>
              </a:tabLst>
              <a:defRPr sz="1600"/>
            </a:lvl4pPr>
            <a:lvl5pPr marL="687388" indent="-206375">
              <a:spcAft>
                <a:spcPts val="1000"/>
              </a:spcAft>
              <a:tabLst>
                <a:tab pos="6705432" algn="r"/>
              </a:tabLst>
              <a:defRPr sz="1600"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3"/>
          <p:cNvSpPr>
            <a:spLocks noGrp="1"/>
          </p:cNvSpPr>
          <p:nvPr>
            <p:ph sz="quarter" idx="14"/>
          </p:nvPr>
        </p:nvSpPr>
        <p:spPr>
          <a:xfrm>
            <a:off x="6192893" y="1665291"/>
            <a:ext cx="5535613" cy="1744067"/>
          </a:xfrm>
          <a:prstGeom prst="rect">
            <a:avLst/>
          </a:prstGeom>
        </p:spPr>
        <p:txBody>
          <a:bodyPr wrap="square">
            <a:spAutoFit/>
          </a:bodyPr>
          <a:lstStyle>
            <a:lvl1pPr>
              <a:spcAft>
                <a:spcPts val="1000"/>
              </a:spcAft>
              <a:tabLst>
                <a:tab pos="8972326" algn="r"/>
              </a:tabLst>
              <a:defRPr sz="1600"/>
            </a:lvl1pPr>
            <a:lvl2pPr marL="171450" indent="-171450">
              <a:spcAft>
                <a:spcPts val="1000"/>
              </a:spcAft>
              <a:tabLst>
                <a:tab pos="8972326" algn="r"/>
              </a:tabLst>
              <a:defRPr sz="1600"/>
            </a:lvl2pPr>
            <a:lvl3pPr marL="344488" indent="-173038">
              <a:spcAft>
                <a:spcPts val="1000"/>
              </a:spcAft>
              <a:tabLst>
                <a:tab pos="8972326" algn="r"/>
              </a:tabLst>
              <a:defRPr sz="1600"/>
            </a:lvl3pPr>
            <a:lvl4pPr marL="460375" indent="-115888">
              <a:spcAft>
                <a:spcPts val="1000"/>
              </a:spcAft>
              <a:tabLst>
                <a:tab pos="8972326" algn="r"/>
              </a:tabLst>
              <a:defRPr sz="1600"/>
            </a:lvl4pPr>
            <a:lvl5pPr marL="687388" indent="-206375">
              <a:spcAft>
                <a:spcPts val="1000"/>
              </a:spcAft>
              <a:tabLst>
                <a:tab pos="6705432" algn="r"/>
              </a:tabLst>
              <a:defRPr sz="1600"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48069155"/>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userDrawn="1">
  <p:cSld name="1_Blueprint 1">
    <p:spTree>
      <p:nvGrpSpPr>
        <p:cNvPr id="1" name=""/>
        <p:cNvGrpSpPr/>
        <p:nvPr/>
      </p:nvGrpSpPr>
      <p:grpSpPr>
        <a:xfrm>
          <a:off x="0" y="0"/>
          <a:ext cx="0" cy="0"/>
          <a:chOff x="0" y="0"/>
          <a:chExt cx="0" cy="0"/>
        </a:xfrm>
      </p:grpSpPr>
      <p:sp>
        <p:nvSpPr>
          <p:cNvPr id="5" name="Text Placeholder 8"/>
          <p:cNvSpPr>
            <a:spLocks noGrp="1"/>
          </p:cNvSpPr>
          <p:nvPr userDrawn="1">
            <p:ph type="body" sz="quarter" idx="13" hasCustomPrompt="1"/>
          </p:nvPr>
        </p:nvSpPr>
        <p:spPr>
          <a:xfrm>
            <a:off x="469900" y="773264"/>
            <a:ext cx="10731500" cy="222618"/>
          </a:xfrm>
          <a:prstGeom prst="rect">
            <a:avLst/>
          </a:prstGeom>
        </p:spPr>
        <p:txBody>
          <a:bodyPr lIns="0" tIns="0" rIns="0" bIns="0">
            <a:noAutofit/>
          </a:bodyPr>
          <a:lstStyle>
            <a:lvl1pPr marL="0" indent="0">
              <a:buNone/>
              <a:defRPr sz="1200" b="0">
                <a:solidFill>
                  <a:schemeClr val="tx1"/>
                </a:solidFill>
              </a:defRPr>
            </a:lvl1pPr>
          </a:lstStyle>
          <a:p>
            <a:pPr lvl="0"/>
            <a:r>
              <a:rPr lang="en-US" noProof="0" dirty="0"/>
              <a:t>Click to add subtitle</a:t>
            </a:r>
          </a:p>
        </p:txBody>
      </p:sp>
      <p:sp>
        <p:nvSpPr>
          <p:cNvPr id="6" name="Title Placeholder 1"/>
          <p:cNvSpPr>
            <a:spLocks noGrp="1"/>
          </p:cNvSpPr>
          <p:nvPr userDrawn="1">
            <p:ph type="title" hasCustomPrompt="1"/>
          </p:nvPr>
        </p:nvSpPr>
        <p:spPr>
          <a:xfrm>
            <a:off x="469900" y="457201"/>
            <a:ext cx="10731500" cy="303290"/>
          </a:xfrm>
          <a:prstGeom prst="rect">
            <a:avLst/>
          </a:prstGeom>
        </p:spPr>
        <p:txBody>
          <a:bodyPr vert="horz" lIns="0" tIns="0" rIns="0" bIns="0" rtlCol="0" anchor="t" anchorCtr="0">
            <a:noAutofit/>
          </a:bodyPr>
          <a:lstStyle>
            <a:lvl1pPr>
              <a:defRPr sz="2000">
                <a:solidFill>
                  <a:schemeClr val="accent5"/>
                </a:solidFill>
              </a:defRPr>
            </a:lvl1pPr>
          </a:lstStyle>
          <a:p>
            <a:r>
              <a:rPr lang="en-US" noProof="0" dirty="0"/>
              <a:t>CLICK TO EDIT MASTER TITLE STYLE</a:t>
            </a:r>
          </a:p>
        </p:txBody>
      </p:sp>
      <p:sp>
        <p:nvSpPr>
          <p:cNvPr id="3" name="Content Placeholder 2"/>
          <p:cNvSpPr>
            <a:spLocks noGrp="1"/>
          </p:cNvSpPr>
          <p:nvPr userDrawn="1">
            <p:ph sz="quarter" idx="14" hasCustomPrompt="1"/>
          </p:nvPr>
        </p:nvSpPr>
        <p:spPr>
          <a:xfrm>
            <a:off x="469900" y="257145"/>
            <a:ext cx="5852160" cy="153888"/>
          </a:xfrm>
        </p:spPr>
        <p:txBody>
          <a:bodyPr>
            <a:spAutoFit/>
          </a:bodyPr>
          <a:lstStyle>
            <a:lvl1pPr>
              <a:defRPr sz="1000">
                <a:solidFill>
                  <a:schemeClr val="tx1"/>
                </a:solidFill>
              </a:defRPr>
            </a:lvl1pPr>
          </a:lstStyle>
          <a:p>
            <a:pPr lvl="0"/>
            <a:r>
              <a:rPr lang="en-US" dirty="0"/>
              <a:t>Placeholder for Section</a:t>
            </a:r>
          </a:p>
        </p:txBody>
      </p:sp>
      <p:grpSp>
        <p:nvGrpSpPr>
          <p:cNvPr id="7" name="Group 6"/>
          <p:cNvGrpSpPr/>
          <p:nvPr userDrawn="1"/>
        </p:nvGrpSpPr>
        <p:grpSpPr>
          <a:xfrm>
            <a:off x="-9525" y="-411691"/>
            <a:ext cx="1871133" cy="186267"/>
            <a:chOff x="0" y="0"/>
            <a:chExt cx="1871133" cy="186267"/>
          </a:xfrm>
        </p:grpSpPr>
        <p:sp>
          <p:nvSpPr>
            <p:cNvPr id="8" name="Rectangle 7"/>
            <p:cNvSpPr/>
            <p:nvPr userDrawn="1"/>
          </p:nvSpPr>
          <p:spPr bwMode="gray">
            <a:xfrm>
              <a:off x="0" y="0"/>
              <a:ext cx="186267" cy="186267"/>
            </a:xfrm>
            <a:prstGeom prst="rect">
              <a:avLst/>
            </a:prstGeom>
            <a:solidFill>
              <a:schemeClr val="accent6"/>
            </a:solidFill>
            <a:ln w="19050" algn="ctr">
              <a:noFill/>
              <a:miter lim="800000"/>
              <a:headEnd/>
              <a:tailEnd/>
            </a:ln>
          </p:spPr>
          <p:txBody>
            <a:bodyPr wrap="square" lIns="88900" tIns="88900" rIns="88900" bIns="88900" rtlCol="0" anchor="ctr"/>
            <a:lstStyle/>
            <a:p>
              <a:pPr algn="ctr" defTabSz="1219170">
                <a:lnSpc>
                  <a:spcPct val="106000"/>
                </a:lnSpc>
                <a:buFont typeface="Wingdings 2" pitchFamily="18" charset="2"/>
                <a:buNone/>
              </a:pPr>
              <a:endParaRPr lang="en-US" sz="1600" b="1" dirty="0">
                <a:solidFill>
                  <a:prstClr val="white"/>
                </a:solidFill>
              </a:endParaRPr>
            </a:p>
          </p:txBody>
        </p:sp>
        <p:sp>
          <p:nvSpPr>
            <p:cNvPr id="10" name="Rectangle 9"/>
            <p:cNvSpPr/>
            <p:nvPr userDrawn="1"/>
          </p:nvSpPr>
          <p:spPr bwMode="gray">
            <a:xfrm>
              <a:off x="166511" y="0"/>
              <a:ext cx="186267" cy="186267"/>
            </a:xfrm>
            <a:prstGeom prst="rect">
              <a:avLst/>
            </a:prstGeom>
            <a:solidFill>
              <a:schemeClr val="accent5"/>
            </a:solidFill>
            <a:ln w="19050" algn="ctr">
              <a:noFill/>
              <a:miter lim="800000"/>
              <a:headEnd/>
              <a:tailEnd/>
            </a:ln>
          </p:spPr>
          <p:txBody>
            <a:bodyPr wrap="square" lIns="88900" tIns="88900" rIns="88900" bIns="88900" rtlCol="0" anchor="ctr"/>
            <a:lstStyle/>
            <a:p>
              <a:pPr algn="ctr" defTabSz="1219170">
                <a:lnSpc>
                  <a:spcPct val="106000"/>
                </a:lnSpc>
                <a:buFont typeface="Wingdings 2" pitchFamily="18" charset="2"/>
                <a:buNone/>
              </a:pPr>
              <a:endParaRPr lang="en-US" sz="1600" b="1" dirty="0">
                <a:solidFill>
                  <a:prstClr val="white"/>
                </a:solidFill>
              </a:endParaRPr>
            </a:p>
          </p:txBody>
        </p:sp>
        <p:sp>
          <p:nvSpPr>
            <p:cNvPr id="11" name="Rectangle 10"/>
            <p:cNvSpPr/>
            <p:nvPr userDrawn="1"/>
          </p:nvSpPr>
          <p:spPr bwMode="gray">
            <a:xfrm>
              <a:off x="333022" y="0"/>
              <a:ext cx="186267" cy="186267"/>
            </a:xfrm>
            <a:prstGeom prst="rect">
              <a:avLst/>
            </a:prstGeom>
            <a:solidFill>
              <a:schemeClr val="accent4"/>
            </a:solidFill>
            <a:ln w="19050" algn="ctr">
              <a:noFill/>
              <a:miter lim="800000"/>
              <a:headEnd/>
              <a:tailEnd/>
            </a:ln>
          </p:spPr>
          <p:txBody>
            <a:bodyPr wrap="square" lIns="88900" tIns="88900" rIns="88900" bIns="88900" rtlCol="0" anchor="ctr"/>
            <a:lstStyle/>
            <a:p>
              <a:pPr algn="ctr" defTabSz="1219170">
                <a:lnSpc>
                  <a:spcPct val="106000"/>
                </a:lnSpc>
                <a:buFont typeface="Wingdings 2" pitchFamily="18" charset="2"/>
                <a:buNone/>
              </a:pPr>
              <a:endParaRPr lang="en-US" sz="1600" b="1" dirty="0">
                <a:solidFill>
                  <a:prstClr val="white"/>
                </a:solidFill>
              </a:endParaRPr>
            </a:p>
          </p:txBody>
        </p:sp>
        <p:sp>
          <p:nvSpPr>
            <p:cNvPr id="12" name="Rectangle 11"/>
            <p:cNvSpPr/>
            <p:nvPr userDrawn="1"/>
          </p:nvSpPr>
          <p:spPr bwMode="gray">
            <a:xfrm>
              <a:off x="499533" y="0"/>
              <a:ext cx="186267" cy="186267"/>
            </a:xfrm>
            <a:prstGeom prst="rect">
              <a:avLst/>
            </a:prstGeom>
            <a:solidFill>
              <a:schemeClr val="accent2"/>
            </a:solidFill>
            <a:ln w="19050" algn="ctr">
              <a:noFill/>
              <a:miter lim="800000"/>
              <a:headEnd/>
              <a:tailEnd/>
            </a:ln>
          </p:spPr>
          <p:txBody>
            <a:bodyPr wrap="square" lIns="88900" tIns="88900" rIns="88900" bIns="88900" rtlCol="0" anchor="ctr"/>
            <a:lstStyle/>
            <a:p>
              <a:pPr algn="ctr" defTabSz="1219170">
                <a:lnSpc>
                  <a:spcPct val="106000"/>
                </a:lnSpc>
                <a:buFont typeface="Wingdings 2" pitchFamily="18" charset="2"/>
                <a:buNone/>
              </a:pPr>
              <a:endParaRPr lang="en-US" sz="1600" b="1" dirty="0">
                <a:solidFill>
                  <a:prstClr val="white"/>
                </a:solidFill>
              </a:endParaRPr>
            </a:p>
          </p:txBody>
        </p:sp>
        <p:sp>
          <p:nvSpPr>
            <p:cNvPr id="13" name="Rectangle 12"/>
            <p:cNvSpPr/>
            <p:nvPr userDrawn="1"/>
          </p:nvSpPr>
          <p:spPr bwMode="gray">
            <a:xfrm>
              <a:off x="666044" y="0"/>
              <a:ext cx="186267" cy="186267"/>
            </a:xfrm>
            <a:prstGeom prst="rect">
              <a:avLst/>
            </a:prstGeom>
            <a:solidFill>
              <a:schemeClr val="accent1"/>
            </a:solidFill>
            <a:ln w="19050" algn="ctr">
              <a:noFill/>
              <a:miter lim="800000"/>
              <a:headEnd/>
              <a:tailEnd/>
            </a:ln>
          </p:spPr>
          <p:txBody>
            <a:bodyPr wrap="square" lIns="88900" tIns="88900" rIns="88900" bIns="88900" rtlCol="0" anchor="ctr"/>
            <a:lstStyle/>
            <a:p>
              <a:pPr algn="ctr" defTabSz="1219170">
                <a:lnSpc>
                  <a:spcPct val="106000"/>
                </a:lnSpc>
                <a:buFont typeface="Wingdings 2" pitchFamily="18" charset="2"/>
                <a:buNone/>
              </a:pPr>
              <a:endParaRPr lang="en-US" sz="1600" b="1" dirty="0">
                <a:solidFill>
                  <a:prstClr val="white"/>
                </a:solidFill>
              </a:endParaRPr>
            </a:p>
          </p:txBody>
        </p:sp>
        <p:sp>
          <p:nvSpPr>
            <p:cNvPr id="14" name="Rectangle 13"/>
            <p:cNvSpPr/>
            <p:nvPr userDrawn="1"/>
          </p:nvSpPr>
          <p:spPr bwMode="gray">
            <a:xfrm>
              <a:off x="832555" y="0"/>
              <a:ext cx="186267" cy="186267"/>
            </a:xfrm>
            <a:prstGeom prst="rect">
              <a:avLst/>
            </a:prstGeom>
            <a:solidFill>
              <a:srgbClr val="86BC25"/>
            </a:solidFill>
            <a:ln w="19050" algn="ctr">
              <a:noFill/>
              <a:miter lim="800000"/>
              <a:headEnd/>
              <a:tailEnd/>
            </a:ln>
          </p:spPr>
          <p:txBody>
            <a:bodyPr wrap="square" lIns="88900" tIns="88900" rIns="88900" bIns="88900" rtlCol="0" anchor="ctr"/>
            <a:lstStyle/>
            <a:p>
              <a:pPr algn="ctr" defTabSz="1219170">
                <a:lnSpc>
                  <a:spcPct val="106000"/>
                </a:lnSpc>
                <a:buFont typeface="Wingdings 2" pitchFamily="18" charset="2"/>
                <a:buNone/>
              </a:pPr>
              <a:endParaRPr lang="en-US" sz="1600" b="1" dirty="0">
                <a:solidFill>
                  <a:prstClr val="white"/>
                </a:solidFill>
              </a:endParaRPr>
            </a:p>
          </p:txBody>
        </p:sp>
        <p:sp>
          <p:nvSpPr>
            <p:cNvPr id="15" name="Rectangle 14"/>
            <p:cNvSpPr/>
            <p:nvPr userDrawn="1"/>
          </p:nvSpPr>
          <p:spPr bwMode="gray">
            <a:xfrm>
              <a:off x="999066" y="0"/>
              <a:ext cx="186267" cy="186267"/>
            </a:xfrm>
            <a:prstGeom prst="rect">
              <a:avLst/>
            </a:prstGeom>
            <a:solidFill>
              <a:srgbClr val="C4D600"/>
            </a:solidFill>
            <a:ln w="19050" algn="ctr">
              <a:noFill/>
              <a:miter lim="800000"/>
              <a:headEnd/>
              <a:tailEnd/>
            </a:ln>
          </p:spPr>
          <p:txBody>
            <a:bodyPr wrap="square" lIns="88900" tIns="88900" rIns="88900" bIns="88900" rtlCol="0" anchor="ctr"/>
            <a:lstStyle/>
            <a:p>
              <a:pPr algn="ctr" defTabSz="1219170">
                <a:lnSpc>
                  <a:spcPct val="106000"/>
                </a:lnSpc>
                <a:buFont typeface="Wingdings 2" pitchFamily="18" charset="2"/>
                <a:buNone/>
              </a:pPr>
              <a:endParaRPr lang="en-US" sz="1600" b="1" dirty="0">
                <a:solidFill>
                  <a:prstClr val="white"/>
                </a:solidFill>
              </a:endParaRPr>
            </a:p>
          </p:txBody>
        </p:sp>
        <p:sp>
          <p:nvSpPr>
            <p:cNvPr id="16" name="Rectangle 15"/>
            <p:cNvSpPr/>
            <p:nvPr userDrawn="1"/>
          </p:nvSpPr>
          <p:spPr bwMode="gray">
            <a:xfrm>
              <a:off x="1165577" y="0"/>
              <a:ext cx="186267" cy="186267"/>
            </a:xfrm>
            <a:prstGeom prst="rect">
              <a:avLst/>
            </a:prstGeom>
            <a:solidFill>
              <a:srgbClr val="FFDF0B"/>
            </a:solidFill>
            <a:ln w="19050" algn="ctr">
              <a:noFill/>
              <a:miter lim="800000"/>
              <a:headEnd/>
              <a:tailEnd/>
            </a:ln>
          </p:spPr>
          <p:txBody>
            <a:bodyPr wrap="square" lIns="88900" tIns="88900" rIns="88900" bIns="88900" rtlCol="0" anchor="ctr"/>
            <a:lstStyle/>
            <a:p>
              <a:pPr algn="ctr" defTabSz="1219170">
                <a:lnSpc>
                  <a:spcPct val="106000"/>
                </a:lnSpc>
                <a:buFont typeface="Wingdings 2" pitchFamily="18" charset="2"/>
                <a:buNone/>
              </a:pPr>
              <a:endParaRPr lang="en-US" sz="1600" b="1" dirty="0">
                <a:solidFill>
                  <a:prstClr val="white"/>
                </a:solidFill>
              </a:endParaRPr>
            </a:p>
          </p:txBody>
        </p:sp>
        <p:sp>
          <p:nvSpPr>
            <p:cNvPr id="17" name="Rectangle 16"/>
            <p:cNvSpPr/>
            <p:nvPr userDrawn="1"/>
          </p:nvSpPr>
          <p:spPr bwMode="gray">
            <a:xfrm>
              <a:off x="1332088" y="0"/>
              <a:ext cx="186267" cy="186267"/>
            </a:xfrm>
            <a:prstGeom prst="rect">
              <a:avLst/>
            </a:prstGeom>
            <a:solidFill>
              <a:srgbClr val="FF9517"/>
            </a:solidFill>
            <a:ln w="19050" algn="ctr">
              <a:noFill/>
              <a:miter lim="800000"/>
              <a:headEnd/>
              <a:tailEnd/>
            </a:ln>
          </p:spPr>
          <p:txBody>
            <a:bodyPr wrap="square" lIns="88900" tIns="88900" rIns="88900" bIns="88900" rtlCol="0" anchor="ctr"/>
            <a:lstStyle/>
            <a:p>
              <a:pPr algn="ctr" defTabSz="1219170">
                <a:lnSpc>
                  <a:spcPct val="106000"/>
                </a:lnSpc>
                <a:buFont typeface="Wingdings 2" pitchFamily="18" charset="2"/>
                <a:buNone/>
              </a:pPr>
              <a:endParaRPr lang="en-US" sz="1600" b="1" dirty="0">
                <a:solidFill>
                  <a:prstClr val="white"/>
                </a:solidFill>
              </a:endParaRPr>
            </a:p>
          </p:txBody>
        </p:sp>
        <p:sp>
          <p:nvSpPr>
            <p:cNvPr id="18" name="Rectangle 17"/>
            <p:cNvSpPr/>
            <p:nvPr userDrawn="1"/>
          </p:nvSpPr>
          <p:spPr bwMode="gray">
            <a:xfrm>
              <a:off x="1498599" y="0"/>
              <a:ext cx="186267" cy="186267"/>
            </a:xfrm>
            <a:prstGeom prst="rect">
              <a:avLst/>
            </a:prstGeom>
            <a:solidFill>
              <a:srgbClr val="FD2A28"/>
            </a:solidFill>
            <a:ln w="19050" algn="ctr">
              <a:noFill/>
              <a:miter lim="800000"/>
              <a:headEnd/>
              <a:tailEnd/>
            </a:ln>
          </p:spPr>
          <p:txBody>
            <a:bodyPr wrap="square" lIns="88900" tIns="88900" rIns="88900" bIns="88900" rtlCol="0" anchor="ctr"/>
            <a:lstStyle/>
            <a:p>
              <a:pPr algn="ctr" defTabSz="1219170">
                <a:lnSpc>
                  <a:spcPct val="106000"/>
                </a:lnSpc>
                <a:buFont typeface="Wingdings 2" pitchFamily="18" charset="2"/>
                <a:buNone/>
              </a:pPr>
              <a:endParaRPr lang="en-US" sz="1600" b="1" dirty="0">
                <a:solidFill>
                  <a:prstClr val="white"/>
                </a:solidFill>
              </a:endParaRPr>
            </a:p>
          </p:txBody>
        </p:sp>
        <p:sp>
          <p:nvSpPr>
            <p:cNvPr id="19" name="Rectangle 18"/>
            <p:cNvSpPr/>
            <p:nvPr userDrawn="1"/>
          </p:nvSpPr>
          <p:spPr bwMode="gray">
            <a:xfrm>
              <a:off x="1684866" y="0"/>
              <a:ext cx="186267" cy="186267"/>
            </a:xfrm>
            <a:prstGeom prst="rect">
              <a:avLst/>
            </a:prstGeom>
            <a:solidFill>
              <a:srgbClr val="CE1B43"/>
            </a:solidFill>
            <a:ln w="19050" algn="ctr">
              <a:noFill/>
              <a:miter lim="800000"/>
              <a:headEnd/>
              <a:tailEnd/>
            </a:ln>
          </p:spPr>
          <p:txBody>
            <a:bodyPr wrap="square" lIns="88900" tIns="88900" rIns="88900" bIns="88900" rtlCol="0" anchor="ctr"/>
            <a:lstStyle/>
            <a:p>
              <a:pPr algn="ctr" defTabSz="1219170">
                <a:lnSpc>
                  <a:spcPct val="106000"/>
                </a:lnSpc>
                <a:buFont typeface="Wingdings 2" pitchFamily="18" charset="2"/>
                <a:buNone/>
              </a:pPr>
              <a:endParaRPr lang="en-US" sz="1600" b="1" dirty="0">
                <a:solidFill>
                  <a:prstClr val="white"/>
                </a:solidFill>
              </a:endParaRPr>
            </a:p>
          </p:txBody>
        </p:sp>
      </p:grpSp>
      <p:grpSp>
        <p:nvGrpSpPr>
          <p:cNvPr id="20" name="Group 19"/>
          <p:cNvGrpSpPr/>
          <p:nvPr userDrawn="1"/>
        </p:nvGrpSpPr>
        <p:grpSpPr>
          <a:xfrm>
            <a:off x="-9525" y="-233892"/>
            <a:ext cx="1871133" cy="186267"/>
            <a:chOff x="0" y="0"/>
            <a:chExt cx="1871133" cy="186267"/>
          </a:xfrm>
        </p:grpSpPr>
        <p:sp>
          <p:nvSpPr>
            <p:cNvPr id="21" name="Rectangle 20"/>
            <p:cNvSpPr/>
            <p:nvPr userDrawn="1"/>
          </p:nvSpPr>
          <p:spPr bwMode="gray">
            <a:xfrm>
              <a:off x="0" y="0"/>
              <a:ext cx="186267" cy="186267"/>
            </a:xfrm>
            <a:prstGeom prst="rect">
              <a:avLst/>
            </a:prstGeom>
            <a:solidFill>
              <a:srgbClr val="838589"/>
            </a:solidFill>
            <a:ln w="19050" algn="ctr">
              <a:noFill/>
              <a:miter lim="800000"/>
              <a:headEnd/>
              <a:tailEnd/>
            </a:ln>
          </p:spPr>
          <p:txBody>
            <a:bodyPr wrap="square" lIns="88900" tIns="88900" rIns="88900" bIns="88900" rtlCol="0" anchor="ctr"/>
            <a:lstStyle/>
            <a:p>
              <a:pPr algn="ctr" defTabSz="1219170">
                <a:lnSpc>
                  <a:spcPct val="106000"/>
                </a:lnSpc>
                <a:buFont typeface="Wingdings 2" pitchFamily="18" charset="2"/>
                <a:buNone/>
              </a:pPr>
              <a:endParaRPr lang="en-US" sz="1600" b="1" dirty="0">
                <a:solidFill>
                  <a:prstClr val="white"/>
                </a:solidFill>
              </a:endParaRPr>
            </a:p>
          </p:txBody>
        </p:sp>
        <p:sp>
          <p:nvSpPr>
            <p:cNvPr id="22" name="Rectangle 21"/>
            <p:cNvSpPr/>
            <p:nvPr userDrawn="1"/>
          </p:nvSpPr>
          <p:spPr bwMode="gray">
            <a:xfrm>
              <a:off x="166511" y="0"/>
              <a:ext cx="186267" cy="186267"/>
            </a:xfrm>
            <a:prstGeom prst="rect">
              <a:avLst/>
            </a:prstGeom>
            <a:solidFill>
              <a:srgbClr val="DCDFD9"/>
            </a:solidFill>
            <a:ln w="19050" algn="ctr">
              <a:noFill/>
              <a:miter lim="800000"/>
              <a:headEnd/>
              <a:tailEnd/>
            </a:ln>
          </p:spPr>
          <p:txBody>
            <a:bodyPr wrap="square" lIns="88900" tIns="88900" rIns="88900" bIns="88900" rtlCol="0" anchor="ctr"/>
            <a:lstStyle/>
            <a:p>
              <a:pPr algn="ctr" defTabSz="1219170">
                <a:lnSpc>
                  <a:spcPct val="106000"/>
                </a:lnSpc>
                <a:buFont typeface="Wingdings 2" pitchFamily="18" charset="2"/>
                <a:buNone/>
              </a:pPr>
              <a:endParaRPr lang="en-US" sz="1600" b="1" dirty="0">
                <a:solidFill>
                  <a:prstClr val="white"/>
                </a:solidFill>
              </a:endParaRPr>
            </a:p>
          </p:txBody>
        </p:sp>
        <p:sp>
          <p:nvSpPr>
            <p:cNvPr id="23" name="Rectangle 22"/>
            <p:cNvSpPr/>
            <p:nvPr userDrawn="1"/>
          </p:nvSpPr>
          <p:spPr bwMode="gray">
            <a:xfrm>
              <a:off x="333022" y="0"/>
              <a:ext cx="186267" cy="186267"/>
            </a:xfrm>
            <a:prstGeom prst="rect">
              <a:avLst/>
            </a:prstGeom>
            <a:solidFill>
              <a:srgbClr val="D4CABE"/>
            </a:solidFill>
            <a:ln w="19050" algn="ctr">
              <a:noFill/>
              <a:miter lim="800000"/>
              <a:headEnd/>
              <a:tailEnd/>
            </a:ln>
          </p:spPr>
          <p:txBody>
            <a:bodyPr wrap="square" lIns="88900" tIns="88900" rIns="88900" bIns="88900" rtlCol="0" anchor="ctr"/>
            <a:lstStyle/>
            <a:p>
              <a:pPr algn="ctr" defTabSz="1219170">
                <a:lnSpc>
                  <a:spcPct val="106000"/>
                </a:lnSpc>
                <a:buFont typeface="Wingdings 2" pitchFamily="18" charset="2"/>
                <a:buNone/>
              </a:pPr>
              <a:endParaRPr lang="en-US" sz="1600" b="1" dirty="0">
                <a:solidFill>
                  <a:prstClr val="white"/>
                </a:solidFill>
              </a:endParaRPr>
            </a:p>
          </p:txBody>
        </p:sp>
        <p:sp>
          <p:nvSpPr>
            <p:cNvPr id="24" name="Rectangle 23"/>
            <p:cNvSpPr/>
            <p:nvPr userDrawn="1"/>
          </p:nvSpPr>
          <p:spPr bwMode="gray">
            <a:xfrm>
              <a:off x="499533" y="0"/>
              <a:ext cx="186267" cy="186267"/>
            </a:xfrm>
            <a:prstGeom prst="rect">
              <a:avLst/>
            </a:prstGeom>
            <a:solidFill>
              <a:srgbClr val="B1A08F"/>
            </a:solidFill>
            <a:ln w="19050" algn="ctr">
              <a:noFill/>
              <a:miter lim="800000"/>
              <a:headEnd/>
              <a:tailEnd/>
            </a:ln>
          </p:spPr>
          <p:txBody>
            <a:bodyPr wrap="square" lIns="88900" tIns="88900" rIns="88900" bIns="88900" rtlCol="0" anchor="ctr"/>
            <a:lstStyle/>
            <a:p>
              <a:pPr algn="ctr" defTabSz="1219170">
                <a:lnSpc>
                  <a:spcPct val="106000"/>
                </a:lnSpc>
                <a:buFont typeface="Wingdings 2" pitchFamily="18" charset="2"/>
                <a:buNone/>
              </a:pPr>
              <a:endParaRPr lang="en-US" sz="1600" b="1" dirty="0">
                <a:solidFill>
                  <a:prstClr val="white"/>
                </a:solidFill>
              </a:endParaRPr>
            </a:p>
          </p:txBody>
        </p:sp>
        <p:sp>
          <p:nvSpPr>
            <p:cNvPr id="25" name="Rectangle 24"/>
            <p:cNvSpPr/>
            <p:nvPr userDrawn="1"/>
          </p:nvSpPr>
          <p:spPr bwMode="gray">
            <a:xfrm>
              <a:off x="832555" y="0"/>
              <a:ext cx="186267" cy="186267"/>
            </a:xfrm>
            <a:prstGeom prst="rect">
              <a:avLst/>
            </a:prstGeom>
            <a:solidFill>
              <a:srgbClr val="005587"/>
            </a:solidFill>
            <a:ln w="19050" algn="ctr">
              <a:noFill/>
              <a:miter lim="800000"/>
              <a:headEnd/>
              <a:tailEnd/>
            </a:ln>
          </p:spPr>
          <p:txBody>
            <a:bodyPr wrap="square" lIns="88900" tIns="88900" rIns="88900" bIns="88900" rtlCol="0" anchor="ctr"/>
            <a:lstStyle/>
            <a:p>
              <a:pPr algn="ctr" defTabSz="1219170">
                <a:lnSpc>
                  <a:spcPct val="106000"/>
                </a:lnSpc>
                <a:buFont typeface="Wingdings 2" pitchFamily="18" charset="2"/>
                <a:buNone/>
              </a:pPr>
              <a:endParaRPr lang="en-US" sz="1600" b="1" dirty="0">
                <a:solidFill>
                  <a:prstClr val="white"/>
                </a:solidFill>
              </a:endParaRPr>
            </a:p>
          </p:txBody>
        </p:sp>
        <p:sp>
          <p:nvSpPr>
            <p:cNvPr id="26" name="Rectangle 25"/>
            <p:cNvSpPr/>
            <p:nvPr userDrawn="1"/>
          </p:nvSpPr>
          <p:spPr bwMode="gray">
            <a:xfrm>
              <a:off x="999066" y="0"/>
              <a:ext cx="186267" cy="186267"/>
            </a:xfrm>
            <a:prstGeom prst="rect">
              <a:avLst/>
            </a:prstGeom>
            <a:solidFill>
              <a:srgbClr val="0076A8"/>
            </a:solidFill>
            <a:ln w="19050" algn="ctr">
              <a:noFill/>
              <a:miter lim="800000"/>
              <a:headEnd/>
              <a:tailEnd/>
            </a:ln>
          </p:spPr>
          <p:txBody>
            <a:bodyPr wrap="square" lIns="88900" tIns="88900" rIns="88900" bIns="88900" rtlCol="0" anchor="ctr"/>
            <a:lstStyle/>
            <a:p>
              <a:pPr algn="ctr" defTabSz="1219170">
                <a:lnSpc>
                  <a:spcPct val="106000"/>
                </a:lnSpc>
                <a:buFont typeface="Wingdings 2" pitchFamily="18" charset="2"/>
                <a:buNone/>
              </a:pPr>
              <a:endParaRPr lang="en-US" sz="1600" b="1" dirty="0">
                <a:solidFill>
                  <a:prstClr val="white"/>
                </a:solidFill>
              </a:endParaRPr>
            </a:p>
          </p:txBody>
        </p:sp>
        <p:sp>
          <p:nvSpPr>
            <p:cNvPr id="27" name="Rectangle 26"/>
            <p:cNvSpPr/>
            <p:nvPr userDrawn="1"/>
          </p:nvSpPr>
          <p:spPr bwMode="gray">
            <a:xfrm>
              <a:off x="1165577" y="0"/>
              <a:ext cx="186267" cy="186267"/>
            </a:xfrm>
            <a:prstGeom prst="rect">
              <a:avLst/>
            </a:prstGeom>
            <a:solidFill>
              <a:srgbClr val="00A3E0"/>
            </a:solidFill>
            <a:ln w="19050" algn="ctr">
              <a:noFill/>
              <a:miter lim="800000"/>
              <a:headEnd/>
              <a:tailEnd/>
            </a:ln>
          </p:spPr>
          <p:txBody>
            <a:bodyPr wrap="square" lIns="88900" tIns="88900" rIns="88900" bIns="88900" rtlCol="0" anchor="ctr"/>
            <a:lstStyle/>
            <a:p>
              <a:pPr algn="ctr" defTabSz="1219170">
                <a:lnSpc>
                  <a:spcPct val="106000"/>
                </a:lnSpc>
                <a:buFont typeface="Wingdings 2" pitchFamily="18" charset="2"/>
                <a:buNone/>
              </a:pPr>
              <a:endParaRPr lang="en-US" sz="1600" b="1" dirty="0">
                <a:solidFill>
                  <a:prstClr val="white"/>
                </a:solidFill>
              </a:endParaRPr>
            </a:p>
          </p:txBody>
        </p:sp>
        <p:sp>
          <p:nvSpPr>
            <p:cNvPr id="28" name="Rectangle 27"/>
            <p:cNvSpPr/>
            <p:nvPr userDrawn="1"/>
          </p:nvSpPr>
          <p:spPr bwMode="gray">
            <a:xfrm>
              <a:off x="1332088" y="0"/>
              <a:ext cx="186267" cy="186267"/>
            </a:xfrm>
            <a:prstGeom prst="rect">
              <a:avLst/>
            </a:prstGeom>
            <a:solidFill>
              <a:srgbClr val="62B5E5"/>
            </a:solidFill>
            <a:ln w="19050" algn="ctr">
              <a:noFill/>
              <a:miter lim="800000"/>
              <a:headEnd/>
              <a:tailEnd/>
            </a:ln>
          </p:spPr>
          <p:txBody>
            <a:bodyPr wrap="square" lIns="88900" tIns="88900" rIns="88900" bIns="88900" rtlCol="0" anchor="ctr"/>
            <a:lstStyle/>
            <a:p>
              <a:pPr algn="ctr" defTabSz="1219170">
                <a:lnSpc>
                  <a:spcPct val="106000"/>
                </a:lnSpc>
                <a:buFont typeface="Wingdings 2" pitchFamily="18" charset="2"/>
                <a:buNone/>
              </a:pPr>
              <a:endParaRPr lang="en-US" sz="1600" b="1" dirty="0">
                <a:solidFill>
                  <a:prstClr val="white"/>
                </a:solidFill>
              </a:endParaRPr>
            </a:p>
          </p:txBody>
        </p:sp>
        <p:sp>
          <p:nvSpPr>
            <p:cNvPr id="29" name="Rectangle 28"/>
            <p:cNvSpPr/>
            <p:nvPr userDrawn="1"/>
          </p:nvSpPr>
          <p:spPr bwMode="gray">
            <a:xfrm>
              <a:off x="1498599" y="0"/>
              <a:ext cx="186267" cy="186267"/>
            </a:xfrm>
            <a:prstGeom prst="rect">
              <a:avLst/>
            </a:prstGeom>
            <a:solidFill>
              <a:schemeClr val="tx1"/>
            </a:solidFill>
            <a:ln w="19050" algn="ctr">
              <a:noFill/>
              <a:miter lim="800000"/>
              <a:headEnd/>
              <a:tailEnd/>
            </a:ln>
          </p:spPr>
          <p:txBody>
            <a:bodyPr wrap="square" lIns="88900" tIns="88900" rIns="88900" bIns="88900" rtlCol="0" anchor="ctr"/>
            <a:lstStyle/>
            <a:p>
              <a:pPr algn="ctr" defTabSz="1219170">
                <a:lnSpc>
                  <a:spcPct val="106000"/>
                </a:lnSpc>
                <a:buFont typeface="Wingdings 2" pitchFamily="18" charset="2"/>
                <a:buNone/>
              </a:pPr>
              <a:endParaRPr lang="en-US" sz="1600" b="1" dirty="0">
                <a:solidFill>
                  <a:prstClr val="white"/>
                </a:solidFill>
              </a:endParaRPr>
            </a:p>
          </p:txBody>
        </p:sp>
        <p:sp>
          <p:nvSpPr>
            <p:cNvPr id="30" name="Rectangle 29"/>
            <p:cNvSpPr/>
            <p:nvPr userDrawn="1"/>
          </p:nvSpPr>
          <p:spPr bwMode="gray">
            <a:xfrm>
              <a:off x="1684866" y="0"/>
              <a:ext cx="186267" cy="186267"/>
            </a:xfrm>
            <a:prstGeom prst="rect">
              <a:avLst/>
            </a:prstGeom>
            <a:solidFill>
              <a:srgbClr val="53565A"/>
            </a:solidFill>
            <a:ln w="19050" algn="ctr">
              <a:noFill/>
              <a:miter lim="800000"/>
              <a:headEnd/>
              <a:tailEnd/>
            </a:ln>
          </p:spPr>
          <p:txBody>
            <a:bodyPr wrap="square" lIns="88900" tIns="88900" rIns="88900" bIns="88900" rtlCol="0" anchor="ctr"/>
            <a:lstStyle/>
            <a:p>
              <a:pPr algn="ctr" defTabSz="1219170">
                <a:lnSpc>
                  <a:spcPct val="106000"/>
                </a:lnSpc>
                <a:buFont typeface="Wingdings 2" pitchFamily="18" charset="2"/>
                <a:buNone/>
              </a:pPr>
              <a:endParaRPr lang="en-US" sz="1600" b="1" dirty="0">
                <a:solidFill>
                  <a:prstClr val="white"/>
                </a:solidFill>
              </a:endParaRPr>
            </a:p>
          </p:txBody>
        </p:sp>
      </p:grpSp>
      <p:sp>
        <p:nvSpPr>
          <p:cNvPr id="31" name="CaseCode"/>
          <p:cNvSpPr txBox="1"/>
          <p:nvPr userDrawn="1"/>
        </p:nvSpPr>
        <p:spPr>
          <a:xfrm>
            <a:off x="6335184" y="6476999"/>
            <a:ext cx="4896560" cy="200054"/>
          </a:xfrm>
          <a:prstGeom prst="rect">
            <a:avLst/>
          </a:prstGeom>
          <a:noFill/>
        </p:spPr>
        <p:txBody>
          <a:bodyPr vert="horz" wrap="square" lIns="0" tIns="0" rIns="0" bIns="0" rtlCol="0" anchor="t">
            <a:noAutofit/>
          </a:bodyPr>
          <a:lstStyle/>
          <a:p>
            <a:pPr algn="r">
              <a:buSzPct val="100000"/>
            </a:pPr>
            <a:r>
              <a:rPr lang="en-US" sz="650" dirty="0">
                <a:solidFill>
                  <a:prstClr val="black"/>
                </a:solidFill>
              </a:rPr>
              <a:t>Deloitte RFP Response</a:t>
            </a:r>
          </a:p>
        </p:txBody>
      </p:sp>
      <p:sp>
        <p:nvSpPr>
          <p:cNvPr id="32" name="Copyright"/>
          <p:cNvSpPr txBox="1"/>
          <p:nvPr userDrawn="1"/>
        </p:nvSpPr>
        <p:spPr>
          <a:xfrm>
            <a:off x="501649" y="6477000"/>
            <a:ext cx="5355168" cy="201260"/>
          </a:xfrm>
          <a:prstGeom prst="rect">
            <a:avLst/>
          </a:prstGeom>
          <a:noFill/>
        </p:spPr>
        <p:txBody>
          <a:bodyPr vert="horz" wrap="square" lIns="0" tIns="0" rIns="0" bIns="0" rtlCol="0" anchor="t">
            <a:noAutofit/>
          </a:bodyPr>
          <a:lstStyle/>
          <a:p>
            <a:pPr>
              <a:spcBef>
                <a:spcPts val="600"/>
              </a:spcBef>
              <a:buSzPct val="100000"/>
              <a:buFont typeface="Arial"/>
              <a:buNone/>
            </a:pPr>
            <a:r>
              <a:rPr lang="en-US" sz="650" dirty="0">
                <a:solidFill>
                  <a:prstClr val="black"/>
                </a:solidFill>
              </a:rPr>
              <a:t>Copyright © 2017 Deloitte Consulting LLP. All rights reserved.</a:t>
            </a:r>
          </a:p>
        </p:txBody>
      </p:sp>
      <p:sp>
        <p:nvSpPr>
          <p:cNvPr id="33" name="TextBox 32"/>
          <p:cNvSpPr txBox="1"/>
          <p:nvPr userDrawn="1"/>
        </p:nvSpPr>
        <p:spPr>
          <a:xfrm>
            <a:off x="11382379" y="6477005"/>
            <a:ext cx="307975" cy="100027"/>
          </a:xfrm>
          <a:prstGeom prst="rect">
            <a:avLst/>
          </a:prstGeom>
          <a:noFill/>
        </p:spPr>
        <p:txBody>
          <a:bodyPr wrap="square" lIns="0" tIns="0" rIns="0" bIns="0" rtlCol="0">
            <a:noAutofit/>
          </a:bodyPr>
          <a:lstStyle/>
          <a:p>
            <a:pPr algn="r">
              <a:spcBef>
                <a:spcPts val="600"/>
              </a:spcBef>
              <a:buSzPct val="100000"/>
              <a:buFont typeface="Arial"/>
              <a:buNone/>
            </a:pPr>
            <a:fld id="{C58DF478-B544-4ED8-9ED4-6A2648E2D233}" type="slidenum">
              <a:rPr lang="en-US" sz="650" smtClean="0">
                <a:solidFill>
                  <a:prstClr val="black"/>
                </a:solidFill>
              </a:rPr>
              <a:pPr algn="r">
                <a:spcBef>
                  <a:spcPts val="600"/>
                </a:spcBef>
                <a:buSzPct val="100000"/>
                <a:buFont typeface="Arial"/>
                <a:buNone/>
              </a:pPr>
              <a:t>‹#›</a:t>
            </a:fld>
            <a:endParaRPr lang="en-US" sz="650" dirty="0">
              <a:solidFill>
                <a:prstClr val="black"/>
              </a:solidFill>
            </a:endParaRPr>
          </a:p>
        </p:txBody>
      </p:sp>
    </p:spTree>
    <p:extLst>
      <p:ext uri="{BB962C8B-B14F-4D97-AF65-F5344CB8AC3E}">
        <p14:creationId xmlns:p14="http://schemas.microsoft.com/office/powerpoint/2010/main" val="2497759087"/>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1_PVH Title and Subtitle">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371474" y="647700"/>
            <a:ext cx="11572876" cy="371475"/>
          </a:xfrm>
          <a:prstGeom prst="rect">
            <a:avLst/>
          </a:prstGeom>
        </p:spPr>
        <p:txBody>
          <a:bodyPr lIns="0" tIns="0" rIns="0" bIns="0">
            <a:noAutofit/>
          </a:bodyPr>
          <a:lstStyle>
            <a:lvl1pPr marL="0" indent="0">
              <a:buNone/>
              <a:defRPr sz="1100" b="0" spc="100" baseline="0">
                <a:solidFill>
                  <a:srgbClr val="63666A"/>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noProof="0" dirty="0"/>
              <a:t>CLICK TO ADD SUBTITLE</a:t>
            </a:r>
          </a:p>
        </p:txBody>
      </p:sp>
      <p:sp>
        <p:nvSpPr>
          <p:cNvPr id="9" name="Title Placeholder 1"/>
          <p:cNvSpPr>
            <a:spLocks noGrp="1"/>
          </p:cNvSpPr>
          <p:nvPr>
            <p:ph type="title" hasCustomPrompt="1"/>
          </p:nvPr>
        </p:nvSpPr>
        <p:spPr>
          <a:xfrm>
            <a:off x="371474" y="154360"/>
            <a:ext cx="11572876" cy="617166"/>
          </a:xfrm>
          <a:prstGeom prst="rect">
            <a:avLst/>
          </a:prstGeom>
        </p:spPr>
        <p:txBody>
          <a:bodyPr vert="horz" lIns="0" tIns="0" rIns="0" bIns="0" rtlCol="0" anchor="ctr" anchorCtr="0">
            <a:noAutofit/>
          </a:bodyPr>
          <a:lstStyle>
            <a:lvl1pPr>
              <a:defRPr sz="2000" spc="100" baseline="0"/>
            </a:lvl1pPr>
          </a:lstStyle>
          <a:p>
            <a:r>
              <a:rPr lang="en-US" noProof="0" dirty="0"/>
              <a:t>CLICK TO EDIT MASTER TITLE STYLE</a:t>
            </a:r>
          </a:p>
        </p:txBody>
      </p:sp>
    </p:spTree>
    <p:extLst>
      <p:ext uri="{BB962C8B-B14F-4D97-AF65-F5344CB8AC3E}">
        <p14:creationId xmlns:p14="http://schemas.microsoft.com/office/powerpoint/2010/main" val="3926067710"/>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44476" y="350113"/>
            <a:ext cx="11230030" cy="630202"/>
          </a:xfrm>
          <a:prstGeom prst="rect">
            <a:avLst/>
          </a:prstGeom>
        </p:spPr>
        <p:txBody>
          <a:bodyPr vert="horz" wrap="square" lIns="0" tIns="0" rIns="0" bIns="0" rtlCol="0" anchor="t" anchorCtr="0">
            <a:noAutofit/>
          </a:bodyPr>
          <a:lstStyle>
            <a:lvl1pPr algn="l">
              <a:defRPr/>
            </a:lvl1pPr>
          </a:lstStyle>
          <a:p>
            <a:r>
              <a:rPr lang="en-US" noProof="0" dirty="0"/>
              <a:t>Click to add title</a:t>
            </a:r>
          </a:p>
        </p:txBody>
      </p:sp>
      <p:sp>
        <p:nvSpPr>
          <p:cNvPr id="5" name="Picture Placeholder 9"/>
          <p:cNvSpPr>
            <a:spLocks noGrp="1"/>
          </p:cNvSpPr>
          <p:nvPr>
            <p:ph type="pic" sz="quarter" idx="15"/>
          </p:nvPr>
        </p:nvSpPr>
        <p:spPr>
          <a:xfrm>
            <a:off x="5485791" y="1701804"/>
            <a:ext cx="6210203" cy="4679950"/>
          </a:xfrm>
        </p:spPr>
        <p:txBody>
          <a:bodyPr/>
          <a:lstStyle/>
          <a:p>
            <a:r>
              <a:rPr lang="en-US" noProof="0" dirty="0"/>
              <a:t>Click icon to add picture</a:t>
            </a:r>
          </a:p>
        </p:txBody>
      </p:sp>
      <p:sp>
        <p:nvSpPr>
          <p:cNvPr id="6" name="Content Placeholder 3"/>
          <p:cNvSpPr>
            <a:spLocks noGrp="1"/>
          </p:cNvSpPr>
          <p:nvPr>
            <p:ph sz="quarter" idx="10"/>
          </p:nvPr>
        </p:nvSpPr>
        <p:spPr>
          <a:xfrm>
            <a:off x="494198" y="1665291"/>
            <a:ext cx="4463886" cy="4716463"/>
          </a:xfrm>
          <a:prstGeom prst="rect">
            <a:avLst/>
          </a:prstGeom>
        </p:spPr>
        <p:txBody>
          <a:bodyPr/>
          <a:lstStyle>
            <a:lvl1pPr>
              <a:tabLst>
                <a:tab pos="3891604" algn="r"/>
              </a:tabLst>
              <a:defRPr/>
            </a:lvl1pPr>
            <a:lvl2pPr>
              <a:tabLst>
                <a:tab pos="3891604" algn="r"/>
              </a:tabLst>
              <a:defRPr/>
            </a:lvl2pPr>
            <a:lvl3pPr>
              <a:tabLst>
                <a:tab pos="3891604" algn="r"/>
              </a:tabLst>
              <a:defRPr/>
            </a:lvl3pPr>
            <a:lvl4pPr>
              <a:tabLst>
                <a:tab pos="3891604" algn="r"/>
              </a:tabLst>
              <a:defRPr/>
            </a:lvl4pPr>
            <a:lvl5pPr>
              <a:tabLst>
                <a:tab pos="3891604"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64419563"/>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03_Dover-Title and subtitle">
    <p:spTree>
      <p:nvGrpSpPr>
        <p:cNvPr id="1" name=""/>
        <p:cNvGrpSpPr/>
        <p:nvPr/>
      </p:nvGrpSpPr>
      <p:grpSpPr>
        <a:xfrm>
          <a:off x="0" y="0"/>
          <a:ext cx="0" cy="0"/>
          <a:chOff x="0" y="0"/>
          <a:chExt cx="0" cy="0"/>
        </a:xfrm>
      </p:grpSpPr>
      <p:sp>
        <p:nvSpPr>
          <p:cNvPr id="4" name="Line 35"/>
          <p:cNvSpPr>
            <a:spLocks noChangeShapeType="1"/>
          </p:cNvSpPr>
          <p:nvPr userDrawn="1"/>
        </p:nvSpPr>
        <p:spPr bwMode="gray">
          <a:xfrm>
            <a:off x="475217" y="618999"/>
            <a:ext cx="11166479" cy="0"/>
          </a:xfrm>
          <a:prstGeom prst="line">
            <a:avLst/>
          </a:prstGeom>
          <a:noFill/>
          <a:ln w="19050">
            <a:solidFill>
              <a:schemeClr val="accent1"/>
            </a:solidFill>
            <a:round/>
            <a:headEnd/>
            <a:tailEnd/>
          </a:ln>
          <a:effectLst/>
        </p:spPr>
        <p:txBody>
          <a:bodyPr wrap="none" lIns="80615" tIns="40307" rIns="80615" bIns="40307" anchor="ctr"/>
          <a:lstStyle/>
          <a:p>
            <a:pPr defTabSz="1219170" eaLnBrk="0" fontAlgn="base" hangingPunct="0">
              <a:lnSpc>
                <a:spcPct val="106000"/>
              </a:lnSpc>
              <a:spcBef>
                <a:spcPct val="50000"/>
              </a:spcBef>
              <a:spcAft>
                <a:spcPct val="0"/>
              </a:spcAft>
              <a:buSzPct val="100000"/>
              <a:buFont typeface="Wingdings 2" pitchFamily="18" charset="2"/>
              <a:buNone/>
              <a:defRPr/>
            </a:pPr>
            <a:endParaRPr lang="en-US" sz="1764" dirty="0">
              <a:solidFill>
                <a:srgbClr val="000000"/>
              </a:solidFill>
              <a:cs typeface="Arial" charset="0"/>
            </a:endParaRPr>
          </a:p>
        </p:txBody>
      </p:sp>
      <p:sp>
        <p:nvSpPr>
          <p:cNvPr id="5" name="Title Placeholder 10"/>
          <p:cNvSpPr>
            <a:spLocks noGrp="1"/>
          </p:cNvSpPr>
          <p:nvPr>
            <p:ph type="title"/>
          </p:nvPr>
        </p:nvSpPr>
        <p:spPr bwMode="gray">
          <a:xfrm>
            <a:off x="479064" y="325340"/>
            <a:ext cx="11162629" cy="244362"/>
          </a:xfrm>
          <a:prstGeom prst="rect">
            <a:avLst/>
          </a:prstGeom>
        </p:spPr>
        <p:txBody>
          <a:bodyPr wrap="square" lIns="0" tIns="0" rIns="0" bIns="0" anchor="ctr" anchorCtr="0">
            <a:spAutoFit/>
          </a:bodyPr>
          <a:lstStyle>
            <a:lvl1pPr>
              <a:lnSpc>
                <a:spcPct val="100000"/>
              </a:lnSpc>
              <a:defRPr sz="1764">
                <a:solidFill>
                  <a:srgbClr val="002776"/>
                </a:solidFill>
              </a:defRPr>
            </a:lvl1pPr>
          </a:lstStyle>
          <a:p>
            <a:pPr marL="0" marR="0" lvl="0" indent="0" algn="l" defTabSz="806148" rtl="0" eaLnBrk="0" fontAlgn="base" latinLnBrk="0" hangingPunct="0">
              <a:lnSpc>
                <a:spcPct val="90000"/>
              </a:lnSpc>
              <a:spcBef>
                <a:spcPct val="0"/>
              </a:spcBef>
              <a:spcAft>
                <a:spcPct val="0"/>
              </a:spcAft>
              <a:buClrTx/>
              <a:buSzTx/>
              <a:buFontTx/>
              <a:buNone/>
              <a:tabLst/>
              <a:defRPr/>
            </a:pPr>
            <a:r>
              <a:rPr lang="en-US" dirty="0"/>
              <a:t>Click to edit Master title style</a:t>
            </a:r>
          </a:p>
        </p:txBody>
      </p:sp>
      <p:sp>
        <p:nvSpPr>
          <p:cNvPr id="8" name="Subtitle0"/>
          <p:cNvSpPr>
            <a:spLocks noGrp="1"/>
          </p:cNvSpPr>
          <p:nvPr>
            <p:ph type="body" idx="13" hasCustomPrompt="1"/>
          </p:nvPr>
        </p:nvSpPr>
        <p:spPr>
          <a:xfrm>
            <a:off x="489667" y="739921"/>
            <a:ext cx="11152028" cy="217304"/>
          </a:xfrm>
          <a:prstGeom prst="rect">
            <a:avLst/>
          </a:prstGeom>
        </p:spPr>
        <p:txBody>
          <a:bodyPr vert="horz" wrap="square" lIns="0" tIns="0" rIns="0" bIns="0" rtlCol="0" anchor="t" anchorCtr="0">
            <a:spAutoFit/>
          </a:bodyPr>
          <a:lstStyle>
            <a:lvl1pPr marL="0" indent="0" algn="l" defTabSz="806535" rtl="0" eaLnBrk="1" latinLnBrk="0" hangingPunct="1">
              <a:spcBef>
                <a:spcPct val="0"/>
              </a:spcBef>
              <a:buNone/>
              <a:defRPr lang="en-US" sz="1412" b="1" i="1" kern="1200" dirty="0" smtClean="0">
                <a:solidFill>
                  <a:srgbClr val="92D400"/>
                </a:solidFill>
                <a:latin typeface="+mn-lt"/>
                <a:ea typeface="+mj-ea"/>
                <a:cs typeface="+mj-cs"/>
              </a:defRPr>
            </a:lvl1pPr>
            <a:lvl2pPr marL="403267" indent="0">
              <a:buNone/>
              <a:defRPr sz="1764" b="1"/>
            </a:lvl2pPr>
            <a:lvl3pPr marL="806535" indent="0">
              <a:buNone/>
              <a:defRPr sz="1588" b="1"/>
            </a:lvl3pPr>
            <a:lvl4pPr marL="1209802" indent="0">
              <a:buNone/>
              <a:defRPr sz="1412" b="1"/>
            </a:lvl4pPr>
            <a:lvl5pPr marL="1613068" indent="0">
              <a:buNone/>
              <a:defRPr sz="1412" b="1"/>
            </a:lvl5pPr>
            <a:lvl6pPr marL="2016335" indent="0">
              <a:buNone/>
              <a:defRPr sz="1412" b="1"/>
            </a:lvl6pPr>
            <a:lvl7pPr marL="2419602" indent="0">
              <a:buNone/>
              <a:defRPr sz="1412" b="1"/>
            </a:lvl7pPr>
            <a:lvl8pPr marL="2822869" indent="0">
              <a:buNone/>
              <a:defRPr sz="1412" b="1"/>
            </a:lvl8pPr>
            <a:lvl9pPr marL="3226138" indent="0">
              <a:buNone/>
              <a:defRPr sz="1412" b="1"/>
            </a:lvl9pPr>
          </a:lstStyle>
          <a:p>
            <a:pPr lvl="0"/>
            <a:r>
              <a:rPr lang="en-US" noProof="0" dirty="0"/>
              <a:t>Click to add subtitle</a:t>
            </a:r>
          </a:p>
        </p:txBody>
      </p:sp>
    </p:spTree>
    <p:extLst>
      <p:ext uri="{BB962C8B-B14F-4D97-AF65-F5344CB8AC3E}">
        <p14:creationId xmlns:p14="http://schemas.microsoft.com/office/powerpoint/2010/main" val="241236770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Title Only_withsubtitle">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Click to edit Master title style</a:t>
            </a:r>
          </a:p>
        </p:txBody>
      </p:sp>
      <p:sp>
        <p:nvSpPr>
          <p:cNvPr id="8" name="Text Placeholder 8"/>
          <p:cNvSpPr>
            <a:spLocks noGrp="1"/>
          </p:cNvSpPr>
          <p:nvPr>
            <p:ph type="body" sz="quarter" idx="14"/>
          </p:nvPr>
        </p:nvSpPr>
        <p:spPr>
          <a:xfrm>
            <a:off x="511177" y="1279083"/>
            <a:ext cx="11071225" cy="647700"/>
          </a:xfrm>
        </p:spPr>
        <p:txBody>
          <a:bodyPr>
            <a:noAutofit/>
          </a:bodyPr>
          <a:lstStyle>
            <a:lvl1pPr marL="0" indent="0">
              <a:buNone/>
              <a:defRPr sz="2000">
                <a:solidFill>
                  <a:schemeClr val="tx1"/>
                </a:solidFill>
              </a:defRPr>
            </a:lvl1pPr>
            <a:lvl2pPr marL="457189" indent="0">
              <a:buNone/>
              <a:defRPr/>
            </a:lvl2pPr>
            <a:lvl3pPr marL="914377" indent="0">
              <a:buNone/>
              <a:defRPr/>
            </a:lvl3pPr>
            <a:lvl4pPr marL="1371566" indent="0">
              <a:buNone/>
              <a:defRPr/>
            </a:lvl4pPr>
            <a:lvl5pPr marL="1828754" indent="0">
              <a:buNone/>
              <a:defRPr/>
            </a:lvl5pPr>
          </a:lstStyle>
          <a:p>
            <a:pPr lvl="0"/>
            <a:r>
              <a:rPr lang="en-US" dirty="0"/>
              <a:t>Click to edit Master text styles</a:t>
            </a:r>
          </a:p>
        </p:txBody>
      </p:sp>
    </p:spTree>
    <p:extLst>
      <p:ext uri="{BB962C8B-B14F-4D97-AF65-F5344CB8AC3E}">
        <p14:creationId xmlns:p14="http://schemas.microsoft.com/office/powerpoint/2010/main" val="425777380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8"/>
          <p:cNvSpPr>
            <a:spLocks noGrp="1"/>
          </p:cNvSpPr>
          <p:nvPr>
            <p:ph type="body" sz="quarter" idx="14"/>
          </p:nvPr>
        </p:nvSpPr>
        <p:spPr>
          <a:xfrm>
            <a:off x="511175" y="1279083"/>
            <a:ext cx="11071225" cy="647700"/>
          </a:xfrm>
        </p:spPr>
        <p:txBody>
          <a:bodyPr>
            <a:noAutofit/>
          </a:bodyPr>
          <a:lstStyle>
            <a:lvl1pPr marL="0" indent="0">
              <a:buNone/>
              <a:defRPr sz="2000">
                <a:solidFill>
                  <a:schemeClr val="bg1">
                    <a:lumMod val="7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6" name="Text Placeholder 5"/>
          <p:cNvSpPr>
            <a:spLocks noGrp="1"/>
          </p:cNvSpPr>
          <p:nvPr>
            <p:ph type="body" sz="quarter" idx="15"/>
          </p:nvPr>
        </p:nvSpPr>
        <p:spPr>
          <a:xfrm>
            <a:off x="510492" y="2212900"/>
            <a:ext cx="11071907" cy="2576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111282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827134812"/>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L_SIDE LAYOUT">
    <p:spTree>
      <p:nvGrpSpPr>
        <p:cNvPr id="1" name=""/>
        <p:cNvGrpSpPr/>
        <p:nvPr/>
      </p:nvGrpSpPr>
      <p:grpSpPr>
        <a:xfrm>
          <a:off x="0" y="0"/>
          <a:ext cx="0" cy="0"/>
          <a:chOff x="0" y="0"/>
          <a:chExt cx="0" cy="0"/>
        </a:xfrm>
      </p:grpSpPr>
      <p:sp>
        <p:nvSpPr>
          <p:cNvPr id="6" name="Text Placeholder 8"/>
          <p:cNvSpPr>
            <a:spLocks noGrp="1"/>
          </p:cNvSpPr>
          <p:nvPr>
            <p:ph type="body" sz="quarter" idx="13" hasCustomPrompt="1"/>
          </p:nvPr>
        </p:nvSpPr>
        <p:spPr>
          <a:xfrm>
            <a:off x="802533" y="736688"/>
            <a:ext cx="10919570" cy="757255"/>
          </a:xfrm>
          <a:prstGeom prst="rect">
            <a:avLst/>
          </a:prstGeom>
        </p:spPr>
        <p:txBody>
          <a:bodyPr lIns="0" tIns="0" rIns="0" bIns="0">
            <a:noAutofit/>
          </a:bodyPr>
          <a:lstStyle>
            <a:lvl1pPr marL="0" indent="0">
              <a:buNone/>
              <a:defRPr sz="1750" b="0">
                <a:solidFill>
                  <a:srgbClr val="575757"/>
                </a:solidFill>
              </a:defRPr>
            </a:lvl1pPr>
          </a:lstStyle>
          <a:p>
            <a:pPr lvl="0"/>
            <a:r>
              <a:rPr lang="en-US" noProof="0" dirty="0"/>
              <a:t>Click to add subtitle</a:t>
            </a:r>
          </a:p>
        </p:txBody>
      </p:sp>
      <p:sp>
        <p:nvSpPr>
          <p:cNvPr id="7" name="Title Placeholder 1"/>
          <p:cNvSpPr>
            <a:spLocks noGrp="1"/>
          </p:cNvSpPr>
          <p:nvPr>
            <p:ph type="title"/>
          </p:nvPr>
        </p:nvSpPr>
        <p:spPr>
          <a:xfrm>
            <a:off x="802533" y="402590"/>
            <a:ext cx="10919570" cy="334101"/>
          </a:xfrm>
          <a:prstGeom prst="rect">
            <a:avLst/>
          </a:prstGeom>
        </p:spPr>
        <p:txBody>
          <a:bodyPr vert="horz" lIns="0" tIns="0" rIns="0" bIns="0" rtlCol="0" anchor="t" anchorCtr="0">
            <a:noAutofit/>
          </a:bodyPr>
          <a:lstStyle>
            <a:lvl1pPr>
              <a:defRPr sz="2250"/>
            </a:lvl1pPr>
          </a:lstStyle>
          <a:p>
            <a:r>
              <a:rPr lang="en-US" noProof="0" dirty="0"/>
              <a:t>Click to edit Master title style</a:t>
            </a:r>
          </a:p>
        </p:txBody>
      </p:sp>
    </p:spTree>
    <p:extLst>
      <p:ext uri="{BB962C8B-B14F-4D97-AF65-F5344CB8AC3E}">
        <p14:creationId xmlns:p14="http://schemas.microsoft.com/office/powerpoint/2010/main" val="2861704640"/>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R_SIDE LAYOUT">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802533" y="736688"/>
            <a:ext cx="10919570" cy="757255"/>
          </a:xfrm>
          <a:prstGeom prst="rect">
            <a:avLst/>
          </a:prstGeom>
        </p:spPr>
        <p:txBody>
          <a:bodyPr lIns="0" tIns="0" rIns="0" bIns="0">
            <a:noAutofit/>
          </a:bodyPr>
          <a:lstStyle>
            <a:lvl1pPr marL="0" indent="0">
              <a:buNone/>
              <a:defRPr sz="175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802533" y="402590"/>
            <a:ext cx="10919570" cy="334101"/>
          </a:xfrm>
          <a:prstGeom prst="rect">
            <a:avLst/>
          </a:prstGeom>
        </p:spPr>
        <p:txBody>
          <a:bodyPr vert="horz" lIns="0" tIns="0" rIns="0" bIns="0" rtlCol="0" anchor="t" anchorCtr="0">
            <a:noAutofit/>
          </a:bodyPr>
          <a:lstStyle>
            <a:lvl1pPr>
              <a:defRPr sz="2250"/>
            </a:lvl1pPr>
          </a:lstStyle>
          <a:p>
            <a:r>
              <a:rPr lang="en-US" noProof="0" dirty="0"/>
              <a:t>Click to edit Master title style</a:t>
            </a:r>
          </a:p>
        </p:txBody>
      </p:sp>
    </p:spTree>
    <p:extLst>
      <p:ext uri="{BB962C8B-B14F-4D97-AF65-F5344CB8AC3E}">
        <p14:creationId xmlns:p14="http://schemas.microsoft.com/office/powerpoint/2010/main" val="786376524"/>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Humana_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9900" y="1665291"/>
            <a:ext cx="11252200" cy="1744067"/>
          </a:xfrm>
          <a:prstGeom prst="rect">
            <a:avLst/>
          </a:prstGeom>
        </p:spPr>
        <p:txBody>
          <a:bodyPr wrap="square">
            <a:spAutoFit/>
          </a:bodyPr>
          <a:lstStyle>
            <a:lvl1pPr>
              <a:spcAft>
                <a:spcPts val="1000"/>
              </a:spcAft>
              <a:tabLst>
                <a:tab pos="8972326" algn="r"/>
              </a:tabLst>
              <a:defRPr sz="1600"/>
            </a:lvl1pPr>
            <a:lvl2pPr marL="171450" indent="-171450">
              <a:spcAft>
                <a:spcPts val="1000"/>
              </a:spcAft>
              <a:tabLst>
                <a:tab pos="8972326" algn="r"/>
              </a:tabLst>
              <a:defRPr sz="1600"/>
            </a:lvl2pPr>
            <a:lvl3pPr marL="344488" indent="-173038">
              <a:spcAft>
                <a:spcPts val="1000"/>
              </a:spcAft>
              <a:tabLst>
                <a:tab pos="8972326" algn="r"/>
              </a:tabLst>
              <a:defRPr sz="1600"/>
            </a:lvl3pPr>
            <a:lvl4pPr marL="460375" indent="-115888">
              <a:spcAft>
                <a:spcPts val="1000"/>
              </a:spcAft>
              <a:tabLst>
                <a:tab pos="8972326" algn="r"/>
              </a:tabLst>
              <a:defRPr sz="1600"/>
            </a:lvl4pPr>
            <a:lvl5pPr marL="687388" indent="-206375">
              <a:spcAft>
                <a:spcPts val="1000"/>
              </a:spcAft>
              <a:tabLst>
                <a:tab pos="6705432" algn="r"/>
              </a:tabLst>
              <a:defRPr sz="1600"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600" b="0">
                <a:solidFill>
                  <a:srgbClr val="575757"/>
                </a:solidFill>
              </a:defRPr>
            </a:lvl1pPr>
          </a:lstStyle>
          <a:p>
            <a:pPr lvl="0"/>
            <a:r>
              <a:rPr lang="en-US" noProof="0" dirty="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469674111"/>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Slide Page">
    <p:bg>
      <p:bgPr>
        <a:solidFill>
          <a:srgbClr val="FFFFFF"/>
        </a:solidFill>
        <a:effectLst/>
      </p:bgPr>
    </p:bg>
    <p:spTree>
      <p:nvGrpSpPr>
        <p:cNvPr id="1" name="Shape 159"/>
        <p:cNvGrpSpPr/>
        <p:nvPr/>
      </p:nvGrpSpPr>
      <p:grpSpPr>
        <a:xfrm>
          <a:off x="0" y="0"/>
          <a:ext cx="0" cy="0"/>
          <a:chOff x="0" y="0"/>
          <a:chExt cx="0" cy="0"/>
        </a:xfrm>
      </p:grpSpPr>
      <p:sp>
        <p:nvSpPr>
          <p:cNvPr id="161" name="Shape 161"/>
          <p:cNvSpPr/>
          <p:nvPr/>
        </p:nvSpPr>
        <p:spPr>
          <a:xfrm>
            <a:off x="-33" y="0"/>
            <a:ext cx="12192000" cy="861120"/>
          </a:xfrm>
          <a:prstGeom prst="rect">
            <a:avLst/>
          </a:prstGeom>
          <a:solidFill>
            <a:schemeClr val="tx1"/>
          </a:solidFill>
          <a:ln>
            <a:noFill/>
          </a:ln>
        </p:spPr>
        <p:txBody>
          <a:bodyPr lIns="109710" tIns="109710" rIns="109710" bIns="109710" anchor="ctr" anchorCtr="0">
            <a:noAutofit/>
          </a:bodyPr>
          <a:lstStyle/>
          <a:p>
            <a:endParaRPr sz="2160" dirty="0">
              <a:solidFill>
                <a:srgbClr val="000000"/>
              </a:solidFill>
            </a:endParaRPr>
          </a:p>
        </p:txBody>
      </p:sp>
      <p:sp>
        <p:nvSpPr>
          <p:cNvPr id="165" name="Shape 165"/>
          <p:cNvSpPr txBox="1">
            <a:spLocks noGrp="1"/>
          </p:cNvSpPr>
          <p:nvPr>
            <p:ph type="title"/>
          </p:nvPr>
        </p:nvSpPr>
        <p:spPr>
          <a:xfrm>
            <a:off x="135667" y="122432"/>
            <a:ext cx="11110400" cy="654120"/>
          </a:xfrm>
          <a:prstGeom prst="rect">
            <a:avLst/>
          </a:prstGeom>
          <a:noFill/>
          <a:ln>
            <a:noFill/>
          </a:ln>
        </p:spPr>
        <p:txBody>
          <a:bodyPr lIns="91425" tIns="91425" rIns="91425" bIns="91425" anchor="ctr" anchorCtr="0"/>
          <a:lstStyle>
            <a:lvl1pPr marL="0" marR="0" lvl="0" indent="-83820" algn="l" rtl="0">
              <a:lnSpc>
                <a:spcPct val="100000"/>
              </a:lnSpc>
              <a:spcBef>
                <a:spcPts val="0"/>
              </a:spcBef>
              <a:spcAft>
                <a:spcPts val="0"/>
              </a:spcAft>
              <a:defRPr sz="2640" b="1">
                <a:solidFill>
                  <a:srgbClr val="FFFFFF"/>
                </a:solidFill>
                <a:latin typeface="Ropa Sans"/>
                <a:ea typeface="Ropa Sans"/>
                <a:cs typeface="Ropa Sans"/>
                <a:sym typeface="Ropa Sans"/>
              </a:defRPr>
            </a:lvl1pPr>
            <a:lvl2pPr lvl="1" rtl="0">
              <a:spcBef>
                <a:spcPts val="0"/>
              </a:spcBef>
              <a:buClr>
                <a:srgbClr val="FFFFFF"/>
              </a:buClr>
              <a:defRPr>
                <a:solidFill>
                  <a:srgbClr val="FFFFFF"/>
                </a:solidFill>
              </a:defRPr>
            </a:lvl2pPr>
            <a:lvl3pPr lvl="2" rtl="0">
              <a:spcBef>
                <a:spcPts val="0"/>
              </a:spcBef>
              <a:buClr>
                <a:srgbClr val="FFFFFF"/>
              </a:buClr>
              <a:defRPr>
                <a:solidFill>
                  <a:srgbClr val="FFFFFF"/>
                </a:solidFill>
              </a:defRPr>
            </a:lvl3pPr>
            <a:lvl4pPr lvl="3" rtl="0">
              <a:spcBef>
                <a:spcPts val="0"/>
              </a:spcBef>
              <a:buClr>
                <a:srgbClr val="FFFFFF"/>
              </a:buClr>
              <a:defRPr>
                <a:solidFill>
                  <a:srgbClr val="FFFFFF"/>
                </a:solidFill>
              </a:defRPr>
            </a:lvl4pPr>
            <a:lvl5pPr lvl="4" rtl="0">
              <a:spcBef>
                <a:spcPts val="0"/>
              </a:spcBef>
              <a:buClr>
                <a:srgbClr val="FFFFFF"/>
              </a:buClr>
              <a:defRPr>
                <a:solidFill>
                  <a:srgbClr val="FFFFFF"/>
                </a:solidFill>
              </a:defRPr>
            </a:lvl5pPr>
            <a:lvl6pPr lvl="5" rtl="0">
              <a:spcBef>
                <a:spcPts val="0"/>
              </a:spcBef>
              <a:buClr>
                <a:srgbClr val="FFFFFF"/>
              </a:buClr>
              <a:defRPr>
                <a:solidFill>
                  <a:srgbClr val="FFFFFF"/>
                </a:solidFill>
              </a:defRPr>
            </a:lvl6pPr>
            <a:lvl7pPr lvl="6" rtl="0">
              <a:spcBef>
                <a:spcPts val="0"/>
              </a:spcBef>
              <a:buClr>
                <a:srgbClr val="FFFFFF"/>
              </a:buClr>
              <a:defRPr>
                <a:solidFill>
                  <a:srgbClr val="FFFFFF"/>
                </a:solidFill>
              </a:defRPr>
            </a:lvl7pPr>
            <a:lvl8pPr lvl="7" rtl="0">
              <a:spcBef>
                <a:spcPts val="0"/>
              </a:spcBef>
              <a:buClr>
                <a:srgbClr val="FFFFFF"/>
              </a:buClr>
              <a:defRPr>
                <a:solidFill>
                  <a:srgbClr val="FFFFFF"/>
                </a:solidFill>
              </a:defRPr>
            </a:lvl8pPr>
            <a:lvl9pPr lvl="8" rtl="0">
              <a:spcBef>
                <a:spcPts val="0"/>
              </a:spcBef>
              <a:buClr>
                <a:srgbClr val="FFFFFF"/>
              </a:buClr>
              <a:defRPr>
                <a:solidFill>
                  <a:srgbClr val="FFFFFF"/>
                </a:solidFill>
              </a:defRPr>
            </a:lvl9pPr>
          </a:lstStyle>
          <a:p>
            <a:endParaRPr dirty="0"/>
          </a:p>
        </p:txBody>
      </p:sp>
      <p:sp>
        <p:nvSpPr>
          <p:cNvPr id="12" name="Shape 139"/>
          <p:cNvSpPr txBox="1">
            <a:spLocks/>
          </p:cNvSpPr>
          <p:nvPr userDrawn="1"/>
        </p:nvSpPr>
        <p:spPr>
          <a:xfrm>
            <a:off x="11409044" y="6333134"/>
            <a:ext cx="731600" cy="524880"/>
          </a:xfrm>
          <a:prstGeom prst="rect">
            <a:avLst/>
          </a:prstGeom>
        </p:spPr>
        <p:txBody>
          <a:bodyPr lIns="91425" tIns="91425" rIns="91425" bIns="91425"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00000000-1234-1234-1234-123412341234}" type="slidenum">
              <a:rPr lang="en-US" sz="1400" smtClean="0">
                <a:solidFill>
                  <a:srgbClr val="DEE1E0"/>
                </a:solidFill>
                <a:latin typeface="Ropa Sans"/>
                <a:ea typeface="Ropa Sans"/>
                <a:cs typeface="Ropa Sans"/>
                <a:sym typeface="Ropa Sans"/>
              </a:rPr>
              <a:pPr algn="ctr"/>
              <a:t>‹#›</a:t>
            </a:fld>
            <a:endParaRPr lang="en-US" sz="1400" dirty="0">
              <a:solidFill>
                <a:srgbClr val="DEE1E0"/>
              </a:solidFill>
              <a:latin typeface="Ropa Sans"/>
              <a:ea typeface="Ropa Sans"/>
              <a:cs typeface="Ropa Sans"/>
              <a:sym typeface="Ropa Sans"/>
            </a:endParaRPr>
          </a:p>
        </p:txBody>
      </p:sp>
      <p:sp>
        <p:nvSpPr>
          <p:cNvPr id="13" name="Shape 160"/>
          <p:cNvSpPr txBox="1">
            <a:spLocks noGrp="1"/>
          </p:cNvSpPr>
          <p:nvPr>
            <p:ph type="body" idx="1"/>
          </p:nvPr>
        </p:nvSpPr>
        <p:spPr>
          <a:xfrm>
            <a:off x="360667" y="1012633"/>
            <a:ext cx="11470632" cy="4596480"/>
          </a:xfrm>
          <a:prstGeom prst="rect">
            <a:avLst/>
          </a:prstGeom>
          <a:noFill/>
          <a:ln>
            <a:noFill/>
          </a:ln>
        </p:spPr>
        <p:txBody>
          <a:bodyPr lIns="91425" tIns="91425" rIns="91425" bIns="91425" anchor="t" anchorCtr="0"/>
          <a:lstStyle>
            <a:lvl1pPr lvl="0" rtl="0">
              <a:lnSpc>
                <a:spcPct val="115000"/>
              </a:lnSpc>
              <a:spcBef>
                <a:spcPts val="0"/>
              </a:spcBef>
              <a:buClr>
                <a:srgbClr val="212121"/>
              </a:buClr>
              <a:buFont typeface="Droid Sans"/>
              <a:defRPr>
                <a:solidFill>
                  <a:srgbClr val="212121"/>
                </a:solidFill>
                <a:latin typeface="Droid Sans"/>
                <a:ea typeface="Droid Sans"/>
                <a:cs typeface="Droid Sans"/>
                <a:sym typeface="Droid Sans"/>
              </a:defRPr>
            </a:lvl1pPr>
            <a:lvl2pPr lvl="1" rtl="0">
              <a:lnSpc>
                <a:spcPct val="115000"/>
              </a:lnSpc>
              <a:spcBef>
                <a:spcPts val="0"/>
              </a:spcBef>
              <a:buClr>
                <a:srgbClr val="212121"/>
              </a:buClr>
              <a:buFont typeface="Droid Sans"/>
              <a:defRPr>
                <a:solidFill>
                  <a:srgbClr val="212121"/>
                </a:solidFill>
                <a:latin typeface="Droid Sans"/>
                <a:ea typeface="Droid Sans"/>
                <a:cs typeface="Droid Sans"/>
                <a:sym typeface="Droid Sans"/>
              </a:defRPr>
            </a:lvl2pPr>
            <a:lvl3pPr lvl="2" rtl="0">
              <a:lnSpc>
                <a:spcPct val="115000"/>
              </a:lnSpc>
              <a:spcBef>
                <a:spcPts val="0"/>
              </a:spcBef>
              <a:buClr>
                <a:srgbClr val="212121"/>
              </a:buClr>
              <a:buFont typeface="Droid Sans"/>
              <a:defRPr>
                <a:solidFill>
                  <a:srgbClr val="212121"/>
                </a:solidFill>
                <a:latin typeface="Droid Sans"/>
                <a:ea typeface="Droid Sans"/>
                <a:cs typeface="Droid Sans"/>
                <a:sym typeface="Droid Sans"/>
              </a:defRPr>
            </a:lvl3pPr>
            <a:lvl4pPr lvl="3" rtl="0">
              <a:lnSpc>
                <a:spcPct val="115000"/>
              </a:lnSpc>
              <a:spcBef>
                <a:spcPts val="0"/>
              </a:spcBef>
              <a:buClr>
                <a:srgbClr val="212121"/>
              </a:buClr>
              <a:buFont typeface="Droid Sans"/>
              <a:defRPr>
                <a:solidFill>
                  <a:srgbClr val="212121"/>
                </a:solidFill>
                <a:latin typeface="Droid Sans"/>
                <a:ea typeface="Droid Sans"/>
                <a:cs typeface="Droid Sans"/>
                <a:sym typeface="Droid Sans"/>
              </a:defRPr>
            </a:lvl4pPr>
            <a:lvl5pPr lvl="4" rtl="0">
              <a:lnSpc>
                <a:spcPct val="115000"/>
              </a:lnSpc>
              <a:spcBef>
                <a:spcPts val="0"/>
              </a:spcBef>
              <a:buClr>
                <a:srgbClr val="212121"/>
              </a:buClr>
              <a:buFont typeface="Droid Sans"/>
              <a:defRPr>
                <a:solidFill>
                  <a:srgbClr val="212121"/>
                </a:solidFill>
                <a:latin typeface="Droid Sans"/>
                <a:ea typeface="Droid Sans"/>
                <a:cs typeface="Droid Sans"/>
                <a:sym typeface="Droid Sans"/>
              </a:defRPr>
            </a:lvl5pPr>
            <a:lvl6pPr lvl="5" rtl="0">
              <a:lnSpc>
                <a:spcPct val="115000"/>
              </a:lnSpc>
              <a:spcBef>
                <a:spcPts val="0"/>
              </a:spcBef>
              <a:buClr>
                <a:srgbClr val="212121"/>
              </a:buClr>
              <a:buFont typeface="Droid Sans"/>
              <a:defRPr>
                <a:solidFill>
                  <a:srgbClr val="212121"/>
                </a:solidFill>
                <a:latin typeface="Droid Sans"/>
                <a:ea typeface="Droid Sans"/>
                <a:cs typeface="Droid Sans"/>
                <a:sym typeface="Droid Sans"/>
              </a:defRPr>
            </a:lvl6pPr>
            <a:lvl7pPr lvl="6" rtl="0">
              <a:lnSpc>
                <a:spcPct val="115000"/>
              </a:lnSpc>
              <a:spcBef>
                <a:spcPts val="0"/>
              </a:spcBef>
              <a:buClr>
                <a:srgbClr val="212121"/>
              </a:buClr>
              <a:buFont typeface="Droid Sans"/>
              <a:defRPr>
                <a:solidFill>
                  <a:srgbClr val="212121"/>
                </a:solidFill>
                <a:latin typeface="Droid Sans"/>
                <a:ea typeface="Droid Sans"/>
                <a:cs typeface="Droid Sans"/>
                <a:sym typeface="Droid Sans"/>
              </a:defRPr>
            </a:lvl7pPr>
            <a:lvl8pPr lvl="7" rtl="0">
              <a:lnSpc>
                <a:spcPct val="115000"/>
              </a:lnSpc>
              <a:spcBef>
                <a:spcPts val="0"/>
              </a:spcBef>
              <a:buClr>
                <a:srgbClr val="212121"/>
              </a:buClr>
              <a:buFont typeface="Droid Sans"/>
              <a:defRPr>
                <a:solidFill>
                  <a:srgbClr val="212121"/>
                </a:solidFill>
                <a:latin typeface="Droid Sans"/>
                <a:ea typeface="Droid Sans"/>
                <a:cs typeface="Droid Sans"/>
                <a:sym typeface="Droid Sans"/>
              </a:defRPr>
            </a:lvl8pPr>
            <a:lvl9pPr lvl="8" rtl="0">
              <a:lnSpc>
                <a:spcPct val="115000"/>
              </a:lnSpc>
              <a:spcBef>
                <a:spcPts val="0"/>
              </a:spcBef>
              <a:buClr>
                <a:srgbClr val="212121"/>
              </a:buClr>
              <a:buFont typeface="Droid Sans"/>
              <a:defRPr>
                <a:solidFill>
                  <a:srgbClr val="212121"/>
                </a:solidFill>
                <a:latin typeface="Droid Sans"/>
                <a:ea typeface="Droid Sans"/>
                <a:cs typeface="Droid Sans"/>
                <a:sym typeface="Droid Sans"/>
              </a:defRPr>
            </a:lvl9pPr>
          </a:lstStyle>
          <a:p>
            <a:endParaRPr dirty="0"/>
          </a:p>
        </p:txBody>
      </p:sp>
    </p:spTree>
    <p:extLst>
      <p:ext uri="{BB962C8B-B14F-4D97-AF65-F5344CB8AC3E}">
        <p14:creationId xmlns:p14="http://schemas.microsoft.com/office/powerpoint/2010/main" val="1189208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8296" y="402587"/>
            <a:ext cx="15160790" cy="300058"/>
          </a:xfrm>
          <a:prstGeom prst="rect">
            <a:avLst/>
          </a:prstGeom>
        </p:spPr>
        <p:txBody>
          <a:bodyPr vert="horz" lIns="0" tIns="0" rIns="0" bIns="0" rtlCol="0" anchor="t" anchorCtr="0">
            <a:noAutofit/>
          </a:bodyPr>
          <a:lstStyle>
            <a:lvl1pPr>
              <a:defRPr sz="2000">
                <a:latin typeface="Verdana" panose="020B0604030504040204" pitchFamily="34" charset="0"/>
                <a:ea typeface="Verdana" panose="020B0604030504040204" pitchFamily="34" charset="0"/>
                <a:cs typeface="Verdana" panose="020B0604030504040204" pitchFamily="34" charset="0"/>
              </a:defRPr>
            </a:lvl1pPr>
          </a:lstStyle>
          <a:p>
            <a:r>
              <a:rPr lang="en-US" noProof="0" dirty="0"/>
              <a:t>Click to edit Master title style</a:t>
            </a:r>
          </a:p>
        </p:txBody>
      </p:sp>
      <p:sp>
        <p:nvSpPr>
          <p:cNvPr id="5" name="Text Placeholder 4"/>
          <p:cNvSpPr>
            <a:spLocks noGrp="1"/>
          </p:cNvSpPr>
          <p:nvPr>
            <p:ph type="body" sz="quarter" idx="10"/>
          </p:nvPr>
        </p:nvSpPr>
        <p:spPr>
          <a:xfrm>
            <a:off x="510188" y="950002"/>
            <a:ext cx="11088253" cy="385763"/>
          </a:xfrm>
        </p:spPr>
        <p:txBody>
          <a:bodyPr/>
          <a:lstStyle>
            <a:lvl1pPr>
              <a:defRPr sz="1400">
                <a:solidFill>
                  <a:schemeClr val="bg2">
                    <a:lumMod val="25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Edit Master text styles</a:t>
            </a:r>
          </a:p>
        </p:txBody>
      </p:sp>
    </p:spTree>
    <p:extLst>
      <p:ext uri="{BB962C8B-B14F-4D97-AF65-F5344CB8AC3E}">
        <p14:creationId xmlns:p14="http://schemas.microsoft.com/office/powerpoint/2010/main" val="2181667250"/>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400"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lvl1pPr marL="0" indent="0" algn="l">
              <a:buFontTx/>
              <a:buNone/>
              <a:defRPr/>
            </a:lvl1pPr>
            <a:lvl2pPr marL="127000" indent="-127000" algn="l">
              <a:buClrTx/>
              <a:buSzPct val="100000"/>
              <a:buFont typeface="Arial" panose="020B0604020202020204" pitchFamily="34" charset="0"/>
              <a:buChar char="•"/>
              <a:defRPr/>
            </a:lvl2pPr>
            <a:lvl3pPr marL="279400" indent="-127000" algn="l">
              <a:buClrTx/>
              <a:buSzPct val="100000"/>
              <a:buFont typeface="Arial" panose="020B0604020202020204" pitchFamily="34" charset="0"/>
              <a:buChar char="−"/>
              <a:defRPr/>
            </a:lvl3pPr>
            <a:lvl4pPr marL="431800" indent="-127000" algn="l">
              <a:buClrTx/>
              <a:buSzPct val="100000"/>
              <a:buFont typeface="Arial" panose="020B0604020202020204" pitchFamily="34" charset="0"/>
              <a:buChar char="◦"/>
              <a:defRPr/>
            </a:lvl4pPr>
            <a:lvl5pPr marL="584200" indent="-127000" algn="l">
              <a:buClrTx/>
              <a:buSzPct val="100000"/>
              <a:buFont typeface="Arial" panose="020B0604020202020204" pitchFamily="34" charset="0"/>
              <a:buChar cha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903017487"/>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2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87683" y="782664"/>
            <a:ext cx="11216640" cy="757254"/>
          </a:xfrm>
        </p:spPr>
        <p:txBody>
          <a:bodyPr>
            <a:noAutofit/>
          </a:bodyPr>
          <a:lstStyle>
            <a:lvl1pPr marL="0" indent="0">
              <a:buNone/>
              <a:defRPr sz="2005" b="0">
                <a:solidFill>
                  <a:srgbClr val="575757"/>
                </a:solidFill>
              </a:defRPr>
            </a:lvl1pPr>
          </a:lstStyle>
          <a:p>
            <a:pPr lvl="0"/>
            <a:r>
              <a:rPr lang="en-US" dirty="0"/>
              <a:t>Click to add subtitle</a:t>
            </a:r>
          </a:p>
        </p:txBody>
      </p:sp>
      <p:sp>
        <p:nvSpPr>
          <p:cNvPr id="14" name="Title Placeholder 1"/>
          <p:cNvSpPr>
            <a:spLocks noGrp="1"/>
          </p:cNvSpPr>
          <p:nvPr>
            <p:ph type="title" hasCustomPrompt="1"/>
          </p:nvPr>
        </p:nvSpPr>
        <p:spPr>
          <a:xfrm>
            <a:off x="487683" y="295692"/>
            <a:ext cx="11216640" cy="469492"/>
          </a:xfrm>
          <a:prstGeom prst="rect">
            <a:avLst/>
          </a:prstGeom>
        </p:spPr>
        <p:txBody>
          <a:bodyPr vert="horz" lIns="0" tIns="0" rIns="0" bIns="0" rtlCol="0" anchor="t" anchorCtr="0">
            <a:noAutofit/>
          </a:bodyPr>
          <a:lstStyle>
            <a:lvl1pPr>
              <a:defRPr/>
            </a:lvl1pPr>
          </a:lstStyle>
          <a:p>
            <a:r>
              <a:rPr lang="en-US" dirty="0"/>
              <a:t>Click to add title</a:t>
            </a:r>
          </a:p>
        </p:txBody>
      </p:sp>
      <p:sp>
        <p:nvSpPr>
          <p:cNvPr id="3" name="Text Placeholder 2"/>
          <p:cNvSpPr>
            <a:spLocks noGrp="1"/>
          </p:cNvSpPr>
          <p:nvPr>
            <p:ph type="body" sz="quarter" idx="14"/>
          </p:nvPr>
        </p:nvSpPr>
        <p:spPr>
          <a:xfrm>
            <a:off x="487683" y="1611354"/>
            <a:ext cx="11216640" cy="4734292"/>
          </a:xfrm>
        </p:spPr>
        <p:txBody>
          <a:bodyPr/>
          <a:lstStyle>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1"/>
          <p:cNvSpPr>
            <a:spLocks noGrp="1"/>
          </p:cNvSpPr>
          <p:nvPr>
            <p:ph type="sldNum" sz="quarter" idx="10"/>
          </p:nvPr>
        </p:nvSpPr>
        <p:spPr>
          <a:xfrm>
            <a:off x="9348904" y="6488851"/>
            <a:ext cx="2742046" cy="364550"/>
          </a:xfrm>
        </p:spPr>
        <p:txBody>
          <a:bodyPr/>
          <a:lstStyle>
            <a:lvl1pPr>
              <a:defRPr sz="802"/>
            </a:lvl1pPr>
          </a:lstStyle>
          <a:p>
            <a:fld id="{A0BE534F-4DB5-4353-81EF-57A81A82D530}"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78800621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1_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dirty="0"/>
              <a:t>Click to edit Master title style</a:t>
            </a:r>
          </a:p>
        </p:txBody>
      </p:sp>
      <p:sp>
        <p:nvSpPr>
          <p:cNvPr id="3" name="Text Placeholder 2"/>
          <p:cNvSpPr>
            <a:spLocks noGrp="1"/>
          </p:cNvSpPr>
          <p:nvPr>
            <p:ph type="body" idx="1"/>
          </p:nvPr>
        </p:nvSpPr>
        <p:spPr bwMode="gray">
          <a:xfrm>
            <a:off x="469900"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5" name="Content Placeholder 4"/>
          <p:cNvSpPr>
            <a:spLocks noGrp="1"/>
          </p:cNvSpPr>
          <p:nvPr>
            <p:ph sz="quarter" idx="10"/>
          </p:nvPr>
        </p:nvSpPr>
        <p:spPr>
          <a:xfrm>
            <a:off x="584200" y="1009650"/>
            <a:ext cx="11433175" cy="468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439777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5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903641"/>
            <a:ext cx="11252200" cy="590302"/>
          </a:xfrm>
          <a:prstGeom prst="rect">
            <a:avLst/>
          </a:prstGeom>
        </p:spPr>
        <p:txBody>
          <a:bodyPr lIns="0" tIns="0" rIns="0" bIns="0">
            <a:noAutofit/>
          </a:bodyPr>
          <a:lstStyle>
            <a:lvl1pPr marL="0" indent="0">
              <a:buNone/>
              <a:defRPr sz="2000" b="0" u="none">
                <a:solidFill>
                  <a:srgbClr val="575757"/>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noProof="0" dirty="0"/>
              <a:t>Click to add subtitle</a:t>
            </a:r>
          </a:p>
        </p:txBody>
      </p:sp>
      <p:sp>
        <p:nvSpPr>
          <p:cNvPr id="14" name="Title Placeholder 1"/>
          <p:cNvSpPr>
            <a:spLocks noGrp="1"/>
          </p:cNvSpPr>
          <p:nvPr>
            <p:ph type="title"/>
          </p:nvPr>
        </p:nvSpPr>
        <p:spPr>
          <a:xfrm>
            <a:off x="469900" y="402586"/>
            <a:ext cx="11252200" cy="501055"/>
          </a:xfrm>
          <a:prstGeom prst="rect">
            <a:avLst/>
          </a:prstGeom>
        </p:spPr>
        <p:txBody>
          <a:bodyPr vert="horz" lIns="0" tIns="0" rIns="0" bIns="0" rtlCol="0" anchor="t" anchorCtr="0">
            <a:noAutofit/>
          </a:bodyPr>
          <a:lstStyle>
            <a:lvl1pPr>
              <a:defRPr sz="3200"/>
            </a:lvl1pPr>
          </a:lstStyle>
          <a:p>
            <a:r>
              <a:rPr lang="en-US" noProof="0"/>
              <a:t>Click to edit Master title style</a:t>
            </a:r>
            <a:endParaRPr lang="en-US" noProof="0" dirty="0"/>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lvl1pPr marL="0" indent="0" algn="l">
              <a:buFontTx/>
              <a:buNone/>
              <a:defRPr u="sng">
                <a:latin typeface="Verdana" panose="020B0604030504040204" pitchFamily="34" charset="0"/>
                <a:ea typeface="Verdana" panose="020B0604030504040204" pitchFamily="34" charset="0"/>
                <a:cs typeface="Verdana" panose="020B0604030504040204" pitchFamily="34" charset="0"/>
              </a:defRPr>
            </a:lvl1pPr>
            <a:lvl2pPr marL="127000" indent="-127000" algn="l">
              <a:buClrTx/>
              <a:buSzPct val="100000"/>
              <a:buFont typeface="Arial" panose="020B0604020202020204" pitchFamily="34" charset="0"/>
              <a:buChar char="•"/>
              <a:defRPr u="sng">
                <a:latin typeface="Verdana" panose="020B0604030504040204" pitchFamily="34" charset="0"/>
                <a:ea typeface="Verdana" panose="020B0604030504040204" pitchFamily="34" charset="0"/>
                <a:cs typeface="Verdana" panose="020B0604030504040204" pitchFamily="34" charset="0"/>
              </a:defRPr>
            </a:lvl2pPr>
            <a:lvl3pPr marL="279400" indent="-127000" algn="l">
              <a:buClrTx/>
              <a:buSzPct val="100000"/>
              <a:buFont typeface="Arial" panose="020B0604020202020204" pitchFamily="34" charset="0"/>
              <a:buChar char="−"/>
              <a:defRPr u="sng">
                <a:latin typeface="Verdana" panose="020B0604030504040204" pitchFamily="34" charset="0"/>
                <a:ea typeface="Verdana" panose="020B0604030504040204" pitchFamily="34" charset="0"/>
                <a:cs typeface="Verdana" panose="020B0604030504040204" pitchFamily="34" charset="0"/>
              </a:defRPr>
            </a:lvl3pPr>
            <a:lvl4pPr marL="431800" indent="-127000" algn="l">
              <a:buClrTx/>
              <a:buSzPct val="100000"/>
              <a:buFont typeface="Arial" panose="020B0604020202020204" pitchFamily="34" charset="0"/>
              <a:buChar char="◦"/>
              <a:defRPr u="sng">
                <a:latin typeface="Verdana" panose="020B0604030504040204" pitchFamily="34" charset="0"/>
                <a:ea typeface="Verdana" panose="020B0604030504040204" pitchFamily="34" charset="0"/>
                <a:cs typeface="Verdana" panose="020B0604030504040204" pitchFamily="34" charset="0"/>
              </a:defRPr>
            </a:lvl4pPr>
            <a:lvl5pPr marL="584200" indent="-127000" algn="l">
              <a:buClrTx/>
              <a:buSzPct val="100000"/>
              <a:buFont typeface="Arial" panose="020B0604020202020204" pitchFamily="34" charset="0"/>
              <a:buChar char="−"/>
              <a:defRPr u="sng">
                <a:latin typeface="Verdana" panose="020B0604030504040204" pitchFamily="34" charset="0"/>
                <a:ea typeface="Verdana" panose="020B0604030504040204" pitchFamily="34" charset="0"/>
                <a:cs typeface="Verdana" panose="020B0604030504040204"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1628029"/>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822495145"/>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2161475007"/>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7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458031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lvl1pPr>
              <a:defRPr sz="2400"/>
            </a:lvl1pPr>
          </a:lstStyle>
          <a:p>
            <a:r>
              <a:rPr lang="en-US" dirty="0"/>
              <a:t>Click to edit Master title style</a:t>
            </a:r>
          </a:p>
        </p:txBody>
      </p:sp>
    </p:spTree>
    <p:extLst>
      <p:ext uri="{BB962C8B-B14F-4D97-AF65-F5344CB8AC3E}">
        <p14:creationId xmlns:p14="http://schemas.microsoft.com/office/powerpoint/2010/main" val="2091649526"/>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4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12535143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17" Type="http://schemas.openxmlformats.org/officeDocument/2006/relationships/theme" Target="../theme/theme2.xml"/><Relationship Id="rId2" Type="http://schemas.openxmlformats.org/officeDocument/2006/relationships/slideLayout" Target="../slideLayouts/slideLayout8.xml"/><Relationship Id="rId16" Type="http://schemas.openxmlformats.org/officeDocument/2006/relationships/slideLayout" Target="../slideLayouts/slideLayout22.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slideLayout" Target="../slideLayouts/slideLayout2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7.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image" Target="../media/image6.jpeg"/><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image" Target="../media/image5.png"/><Relationship Id="rId5" Type="http://schemas.openxmlformats.org/officeDocument/2006/relationships/slideLayout" Target="../slideLayouts/slideLayout27.xml"/><Relationship Id="rId10" Type="http://schemas.openxmlformats.org/officeDocument/2006/relationships/image" Target="../media/image4.png"/><Relationship Id="rId4" Type="http://schemas.openxmlformats.org/officeDocument/2006/relationships/slideLayout" Target="../slideLayouts/slideLayout26.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theme" Target="../theme/theme4.xml"/><Relationship Id="rId5" Type="http://schemas.openxmlformats.org/officeDocument/2006/relationships/slideLayout" Target="../slideLayouts/slideLayout35.xml"/><Relationship Id="rId4"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38.xml"/><Relationship Id="rId7" Type="http://schemas.openxmlformats.org/officeDocument/2006/relationships/theme" Target="../theme/theme5.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44.xml"/><Relationship Id="rId7" Type="http://schemas.openxmlformats.org/officeDocument/2006/relationships/theme" Target="../theme/theme6.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5" Type="http://schemas.openxmlformats.org/officeDocument/2006/relationships/slideLayout" Target="../slideLayouts/slideLayout46.xml"/><Relationship Id="rId4" Type="http://schemas.openxmlformats.org/officeDocument/2006/relationships/slideLayout" Target="../slideLayouts/slideLayout45.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slideLayout" Target="../slideLayouts/slideLayout60.xml"/><Relationship Id="rId18" Type="http://schemas.openxmlformats.org/officeDocument/2006/relationships/slideLayout" Target="../slideLayouts/slideLayout65.xml"/><Relationship Id="rId26" Type="http://schemas.openxmlformats.org/officeDocument/2006/relationships/slideLayout" Target="../slideLayouts/slideLayout73.xml"/><Relationship Id="rId39" Type="http://schemas.openxmlformats.org/officeDocument/2006/relationships/slideLayout" Target="../slideLayouts/slideLayout86.xml"/><Relationship Id="rId3" Type="http://schemas.openxmlformats.org/officeDocument/2006/relationships/slideLayout" Target="../slideLayouts/slideLayout50.xml"/><Relationship Id="rId21" Type="http://schemas.openxmlformats.org/officeDocument/2006/relationships/slideLayout" Target="../slideLayouts/slideLayout68.xml"/><Relationship Id="rId34" Type="http://schemas.openxmlformats.org/officeDocument/2006/relationships/slideLayout" Target="../slideLayouts/slideLayout81.xml"/><Relationship Id="rId42" Type="http://schemas.openxmlformats.org/officeDocument/2006/relationships/slideLayout" Target="../slideLayouts/slideLayout89.xml"/><Relationship Id="rId47" Type="http://schemas.openxmlformats.org/officeDocument/2006/relationships/oleObject" Target="../embeddings/oleObject2.bin"/><Relationship Id="rId7" Type="http://schemas.openxmlformats.org/officeDocument/2006/relationships/slideLayout" Target="../slideLayouts/slideLayout54.xml"/><Relationship Id="rId12" Type="http://schemas.openxmlformats.org/officeDocument/2006/relationships/slideLayout" Target="../slideLayouts/slideLayout59.xml"/><Relationship Id="rId17" Type="http://schemas.openxmlformats.org/officeDocument/2006/relationships/slideLayout" Target="../slideLayouts/slideLayout64.xml"/><Relationship Id="rId25" Type="http://schemas.openxmlformats.org/officeDocument/2006/relationships/slideLayout" Target="../slideLayouts/slideLayout72.xml"/><Relationship Id="rId33" Type="http://schemas.openxmlformats.org/officeDocument/2006/relationships/slideLayout" Target="../slideLayouts/slideLayout80.xml"/><Relationship Id="rId38" Type="http://schemas.openxmlformats.org/officeDocument/2006/relationships/slideLayout" Target="../slideLayouts/slideLayout85.xml"/><Relationship Id="rId46" Type="http://schemas.openxmlformats.org/officeDocument/2006/relationships/tags" Target="../tags/tag6.xml"/><Relationship Id="rId2" Type="http://schemas.openxmlformats.org/officeDocument/2006/relationships/slideLayout" Target="../slideLayouts/slideLayout49.xml"/><Relationship Id="rId16" Type="http://schemas.openxmlformats.org/officeDocument/2006/relationships/slideLayout" Target="../slideLayouts/slideLayout63.xml"/><Relationship Id="rId20" Type="http://schemas.openxmlformats.org/officeDocument/2006/relationships/slideLayout" Target="../slideLayouts/slideLayout67.xml"/><Relationship Id="rId29" Type="http://schemas.openxmlformats.org/officeDocument/2006/relationships/slideLayout" Target="../slideLayouts/slideLayout76.xml"/><Relationship Id="rId41" Type="http://schemas.openxmlformats.org/officeDocument/2006/relationships/slideLayout" Target="../slideLayouts/slideLayout88.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24" Type="http://schemas.openxmlformats.org/officeDocument/2006/relationships/slideLayout" Target="../slideLayouts/slideLayout71.xml"/><Relationship Id="rId32" Type="http://schemas.openxmlformats.org/officeDocument/2006/relationships/slideLayout" Target="../slideLayouts/slideLayout79.xml"/><Relationship Id="rId37" Type="http://schemas.openxmlformats.org/officeDocument/2006/relationships/slideLayout" Target="../slideLayouts/slideLayout84.xml"/><Relationship Id="rId40" Type="http://schemas.openxmlformats.org/officeDocument/2006/relationships/slideLayout" Target="../slideLayouts/slideLayout87.xml"/><Relationship Id="rId45" Type="http://schemas.openxmlformats.org/officeDocument/2006/relationships/vmlDrawing" Target="../drawings/vmlDrawing2.vml"/><Relationship Id="rId5" Type="http://schemas.openxmlformats.org/officeDocument/2006/relationships/slideLayout" Target="../slideLayouts/slideLayout52.xml"/><Relationship Id="rId15" Type="http://schemas.openxmlformats.org/officeDocument/2006/relationships/slideLayout" Target="../slideLayouts/slideLayout62.xml"/><Relationship Id="rId23" Type="http://schemas.openxmlformats.org/officeDocument/2006/relationships/slideLayout" Target="../slideLayouts/slideLayout70.xml"/><Relationship Id="rId28" Type="http://schemas.openxmlformats.org/officeDocument/2006/relationships/slideLayout" Target="../slideLayouts/slideLayout75.xml"/><Relationship Id="rId36" Type="http://schemas.openxmlformats.org/officeDocument/2006/relationships/slideLayout" Target="../slideLayouts/slideLayout83.xml"/><Relationship Id="rId10" Type="http://schemas.openxmlformats.org/officeDocument/2006/relationships/slideLayout" Target="../slideLayouts/slideLayout57.xml"/><Relationship Id="rId19" Type="http://schemas.openxmlformats.org/officeDocument/2006/relationships/slideLayout" Target="../slideLayouts/slideLayout66.xml"/><Relationship Id="rId31" Type="http://schemas.openxmlformats.org/officeDocument/2006/relationships/slideLayout" Target="../slideLayouts/slideLayout78.xml"/><Relationship Id="rId44" Type="http://schemas.openxmlformats.org/officeDocument/2006/relationships/theme" Target="../theme/theme7.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 Id="rId22" Type="http://schemas.openxmlformats.org/officeDocument/2006/relationships/slideLayout" Target="../slideLayouts/slideLayout69.xml"/><Relationship Id="rId27" Type="http://schemas.openxmlformats.org/officeDocument/2006/relationships/slideLayout" Target="../slideLayouts/slideLayout74.xml"/><Relationship Id="rId30" Type="http://schemas.openxmlformats.org/officeDocument/2006/relationships/slideLayout" Target="../slideLayouts/slideLayout77.xml"/><Relationship Id="rId35" Type="http://schemas.openxmlformats.org/officeDocument/2006/relationships/slideLayout" Target="../slideLayouts/slideLayout82.xml"/><Relationship Id="rId43" Type="http://schemas.openxmlformats.org/officeDocument/2006/relationships/slideLayout" Target="../slideLayouts/slideLayout90.xml"/><Relationship Id="rId48" Type="http://schemas.openxmlformats.org/officeDocument/2006/relationships/image" Target="../media/image1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9090606"/>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72" r:id="rId3"/>
    <p:sldLayoutId id="2147483664" r:id="rId4"/>
    <p:sldLayoutId id="2147483673" r:id="rId5"/>
    <p:sldLayoutId id="2147484167" r:id="rId6"/>
  </p:sldLayoutIdLst>
  <p:hf hdr="0" dt="0"/>
  <p:txStyles>
    <p:titleStyle>
      <a:lvl1pPr algn="l" defTabSz="914265" rtl="0" eaLnBrk="1" latinLnBrk="0" hangingPunct="1">
        <a:spcBef>
          <a:spcPct val="0"/>
        </a:spcBef>
        <a:buNone/>
        <a:defRPr sz="3200" b="1" kern="1200">
          <a:solidFill>
            <a:srgbClr val="1073AB"/>
          </a:solidFill>
          <a:latin typeface="+mj-lt"/>
          <a:ea typeface="+mj-ea"/>
          <a:cs typeface="+mj-cs"/>
        </a:defRPr>
      </a:lvl1pPr>
    </p:titleStyle>
    <p:bodyStyle>
      <a:lvl1pPr marL="0" indent="0" algn="l" defTabSz="914265" rtl="0" eaLnBrk="1" latinLnBrk="0" hangingPunct="1">
        <a:spcBef>
          <a:spcPct val="20000"/>
        </a:spcBef>
        <a:buFont typeface="Arial" pitchFamily="34" charset="0"/>
        <a:buNone/>
        <a:defRPr sz="2400" b="1" kern="1200">
          <a:solidFill>
            <a:srgbClr val="64B35F"/>
          </a:solidFill>
          <a:latin typeface="+mn-lt"/>
          <a:ea typeface="+mn-ea"/>
          <a:cs typeface="+mn-cs"/>
        </a:defRPr>
      </a:lvl1pPr>
      <a:lvl2pPr marL="457130" indent="-457130" algn="l" defTabSz="914265" rtl="0" eaLnBrk="1" latinLnBrk="0" hangingPunct="1">
        <a:spcBef>
          <a:spcPct val="20000"/>
        </a:spcBef>
        <a:buFontTx/>
        <a:buNone/>
        <a:defRPr sz="2000" kern="1200">
          <a:solidFill>
            <a:schemeClr val="tx1"/>
          </a:solidFill>
          <a:latin typeface="+mn-lt"/>
          <a:ea typeface="+mn-ea"/>
          <a:cs typeface="+mn-cs"/>
        </a:defRPr>
      </a:lvl2pPr>
      <a:lvl3pPr marL="628559" indent="-171426" algn="l" defTabSz="914265" rtl="0" eaLnBrk="1" latinLnBrk="0" hangingPunct="1">
        <a:spcBef>
          <a:spcPct val="20000"/>
        </a:spcBef>
        <a:buClr>
          <a:srgbClr val="1073AB"/>
        </a:buClr>
        <a:buSzPct val="110000"/>
        <a:buFont typeface="Arial" pitchFamily="34" charset="0"/>
        <a:buChar char="•"/>
        <a:defRPr sz="1800" b="1" kern="1200">
          <a:solidFill>
            <a:srgbClr val="1073AB"/>
          </a:solidFill>
          <a:latin typeface="+mn-lt"/>
          <a:ea typeface="+mn-ea"/>
          <a:cs typeface="+mn-cs"/>
        </a:defRPr>
      </a:lvl3pPr>
      <a:lvl4pPr marL="914265" indent="0" algn="l" defTabSz="914265" rtl="0" eaLnBrk="1" latinLnBrk="0" hangingPunct="1">
        <a:spcBef>
          <a:spcPct val="20000"/>
        </a:spcBef>
        <a:buFont typeface="Arial" pitchFamily="34" charset="0"/>
        <a:buNone/>
        <a:defRPr sz="1600" kern="1200">
          <a:solidFill>
            <a:schemeClr val="tx1"/>
          </a:solidFill>
          <a:latin typeface="+mn-lt"/>
          <a:ea typeface="+mn-ea"/>
          <a:cs typeface="+mn-cs"/>
        </a:defRPr>
      </a:lvl4pPr>
      <a:lvl5pPr marL="1371396" indent="-171426" algn="l" defTabSz="914265" rtl="0" eaLnBrk="1" latinLnBrk="0" hangingPunct="1">
        <a:spcBef>
          <a:spcPct val="20000"/>
        </a:spcBef>
        <a:buFont typeface="Arial" pitchFamily="34" charset="0"/>
        <a:buChar char="»"/>
        <a:defRPr sz="1400" kern="1200">
          <a:solidFill>
            <a:schemeClr val="tx1"/>
          </a:solidFill>
          <a:latin typeface="+mn-lt"/>
          <a:ea typeface="+mn-ea"/>
          <a:cs typeface="+mn-cs"/>
        </a:defRPr>
      </a:lvl5pPr>
      <a:lvl6pPr marL="2514222" indent="-228564" algn="l" defTabSz="91426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356" indent="-228564" algn="l" defTabSz="91426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487" indent="-228564" algn="l" defTabSz="91426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618" indent="-228564" algn="l" defTabSz="914265"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265" rtl="0" eaLnBrk="1" latinLnBrk="0" hangingPunct="1">
        <a:defRPr sz="1800" kern="1200">
          <a:solidFill>
            <a:schemeClr val="tx1"/>
          </a:solidFill>
          <a:latin typeface="+mn-lt"/>
          <a:ea typeface="+mn-ea"/>
          <a:cs typeface="+mn-cs"/>
        </a:defRPr>
      </a:lvl1pPr>
      <a:lvl2pPr marL="457130" algn="l" defTabSz="914265" rtl="0" eaLnBrk="1" latinLnBrk="0" hangingPunct="1">
        <a:defRPr sz="1800" kern="1200">
          <a:solidFill>
            <a:schemeClr val="tx1"/>
          </a:solidFill>
          <a:latin typeface="+mn-lt"/>
          <a:ea typeface="+mn-ea"/>
          <a:cs typeface="+mn-cs"/>
        </a:defRPr>
      </a:lvl2pPr>
      <a:lvl3pPr marL="914265" algn="l" defTabSz="914265" rtl="0" eaLnBrk="1" latinLnBrk="0" hangingPunct="1">
        <a:defRPr sz="1800" kern="1200">
          <a:solidFill>
            <a:schemeClr val="tx1"/>
          </a:solidFill>
          <a:latin typeface="+mn-lt"/>
          <a:ea typeface="+mn-ea"/>
          <a:cs typeface="+mn-cs"/>
        </a:defRPr>
      </a:lvl3pPr>
      <a:lvl4pPr marL="1371396" algn="l" defTabSz="914265" rtl="0" eaLnBrk="1" latinLnBrk="0" hangingPunct="1">
        <a:defRPr sz="1800" kern="1200">
          <a:solidFill>
            <a:schemeClr val="tx1"/>
          </a:solidFill>
          <a:latin typeface="+mn-lt"/>
          <a:ea typeface="+mn-ea"/>
          <a:cs typeface="+mn-cs"/>
        </a:defRPr>
      </a:lvl4pPr>
      <a:lvl5pPr marL="1828529" algn="l" defTabSz="914265" rtl="0" eaLnBrk="1" latinLnBrk="0" hangingPunct="1">
        <a:defRPr sz="1800" kern="1200">
          <a:solidFill>
            <a:schemeClr val="tx1"/>
          </a:solidFill>
          <a:latin typeface="+mn-lt"/>
          <a:ea typeface="+mn-ea"/>
          <a:cs typeface="+mn-cs"/>
        </a:defRPr>
      </a:lvl5pPr>
      <a:lvl6pPr marL="2285658" algn="l" defTabSz="914265" rtl="0" eaLnBrk="1" latinLnBrk="0" hangingPunct="1">
        <a:defRPr sz="1800" kern="1200">
          <a:solidFill>
            <a:schemeClr val="tx1"/>
          </a:solidFill>
          <a:latin typeface="+mn-lt"/>
          <a:ea typeface="+mn-ea"/>
          <a:cs typeface="+mn-cs"/>
        </a:defRPr>
      </a:lvl6pPr>
      <a:lvl7pPr marL="2742788" algn="l" defTabSz="914265" rtl="0" eaLnBrk="1" latinLnBrk="0" hangingPunct="1">
        <a:defRPr sz="1800" kern="1200">
          <a:solidFill>
            <a:schemeClr val="tx1"/>
          </a:solidFill>
          <a:latin typeface="+mn-lt"/>
          <a:ea typeface="+mn-ea"/>
          <a:cs typeface="+mn-cs"/>
        </a:defRPr>
      </a:lvl7pPr>
      <a:lvl8pPr marL="3199920" algn="l" defTabSz="914265" rtl="0" eaLnBrk="1" latinLnBrk="0" hangingPunct="1">
        <a:defRPr sz="1800" kern="1200">
          <a:solidFill>
            <a:schemeClr val="tx1"/>
          </a:solidFill>
          <a:latin typeface="+mn-lt"/>
          <a:ea typeface="+mn-ea"/>
          <a:cs typeface="+mn-cs"/>
        </a:defRPr>
      </a:lvl8pPr>
      <a:lvl9pPr marL="3657052" algn="l" defTabSz="914265"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8"/>
          <p:cNvSpPr>
            <a:spLocks noGrp="1" noChangeArrowheads="1"/>
          </p:cNvSpPr>
          <p:nvPr>
            <p:ph type="title"/>
          </p:nvPr>
        </p:nvSpPr>
        <p:spPr bwMode="auto">
          <a:xfrm>
            <a:off x="601134" y="379414"/>
            <a:ext cx="10968567" cy="64928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US"/>
              <a:t>Click to edit Master title style</a:t>
            </a:r>
          </a:p>
        </p:txBody>
      </p:sp>
      <p:sp>
        <p:nvSpPr>
          <p:cNvPr id="4099" name="Rectangle 9"/>
          <p:cNvSpPr>
            <a:spLocks noGrp="1" noChangeArrowheads="1"/>
          </p:cNvSpPr>
          <p:nvPr>
            <p:ph type="body" idx="1"/>
          </p:nvPr>
        </p:nvSpPr>
        <p:spPr bwMode="auto">
          <a:xfrm>
            <a:off x="609600" y="1436688"/>
            <a:ext cx="10964333" cy="4729162"/>
          </a:xfrm>
          <a:prstGeom prst="rect">
            <a:avLst/>
          </a:prstGeom>
          <a:noFill/>
          <a:ln w="9525">
            <a:noFill/>
            <a:miter lim="800000"/>
            <a:headEnd/>
            <a:tailEnd/>
          </a:ln>
        </p:spPr>
        <p:txBody>
          <a:bodyPr vert="horz" wrap="square" lIns="0" tIns="46038" rIns="0" bIns="460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101" name="Group 229"/>
          <p:cNvGrpSpPr>
            <a:grpSpLocks/>
          </p:cNvGrpSpPr>
          <p:nvPr/>
        </p:nvGrpSpPr>
        <p:grpSpPr bwMode="auto">
          <a:xfrm>
            <a:off x="622300" y="1111250"/>
            <a:ext cx="10905067" cy="19050"/>
            <a:chOff x="290" y="806"/>
            <a:chExt cx="5152" cy="12"/>
          </a:xfrm>
        </p:grpSpPr>
        <p:sp>
          <p:nvSpPr>
            <p:cNvPr id="1032" name="Oval 230"/>
            <p:cNvSpPr>
              <a:spLocks noChangeArrowheads="1"/>
            </p:cNvSpPr>
            <p:nvPr userDrawn="1"/>
          </p:nvSpPr>
          <p:spPr bwMode="auto">
            <a:xfrm>
              <a:off x="29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33" name="Oval 231"/>
            <p:cNvSpPr>
              <a:spLocks noChangeArrowheads="1"/>
            </p:cNvSpPr>
            <p:nvPr userDrawn="1"/>
          </p:nvSpPr>
          <p:spPr bwMode="auto">
            <a:xfrm>
              <a:off x="35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2" name="Oval 232"/>
            <p:cNvSpPr>
              <a:spLocks noChangeArrowheads="1"/>
            </p:cNvSpPr>
            <p:nvPr userDrawn="1"/>
          </p:nvSpPr>
          <p:spPr bwMode="auto">
            <a:xfrm>
              <a:off x="41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35" name="Oval 233"/>
            <p:cNvSpPr>
              <a:spLocks noChangeArrowheads="1"/>
            </p:cNvSpPr>
            <p:nvPr userDrawn="1"/>
          </p:nvSpPr>
          <p:spPr bwMode="auto">
            <a:xfrm>
              <a:off x="47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36" name="Oval 234"/>
            <p:cNvSpPr>
              <a:spLocks noChangeArrowheads="1"/>
            </p:cNvSpPr>
            <p:nvPr userDrawn="1"/>
          </p:nvSpPr>
          <p:spPr bwMode="auto">
            <a:xfrm>
              <a:off x="53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37" name="Oval 235"/>
            <p:cNvSpPr>
              <a:spLocks noChangeArrowheads="1"/>
            </p:cNvSpPr>
            <p:nvPr userDrawn="1"/>
          </p:nvSpPr>
          <p:spPr bwMode="auto">
            <a:xfrm>
              <a:off x="60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38" name="Oval 236"/>
            <p:cNvSpPr>
              <a:spLocks noChangeArrowheads="1"/>
            </p:cNvSpPr>
            <p:nvPr userDrawn="1"/>
          </p:nvSpPr>
          <p:spPr bwMode="auto">
            <a:xfrm>
              <a:off x="66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39" name="Oval 237"/>
            <p:cNvSpPr>
              <a:spLocks noChangeArrowheads="1"/>
            </p:cNvSpPr>
            <p:nvPr userDrawn="1"/>
          </p:nvSpPr>
          <p:spPr bwMode="auto">
            <a:xfrm>
              <a:off x="72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40" name="Oval 238"/>
            <p:cNvSpPr>
              <a:spLocks noChangeArrowheads="1"/>
            </p:cNvSpPr>
            <p:nvPr userDrawn="1"/>
          </p:nvSpPr>
          <p:spPr bwMode="auto">
            <a:xfrm>
              <a:off x="78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41" name="Oval 239"/>
            <p:cNvSpPr>
              <a:spLocks noChangeArrowheads="1"/>
            </p:cNvSpPr>
            <p:nvPr userDrawn="1"/>
          </p:nvSpPr>
          <p:spPr bwMode="auto">
            <a:xfrm>
              <a:off x="84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42" name="Oval 240"/>
            <p:cNvSpPr>
              <a:spLocks noChangeArrowheads="1"/>
            </p:cNvSpPr>
            <p:nvPr userDrawn="1"/>
          </p:nvSpPr>
          <p:spPr bwMode="auto">
            <a:xfrm>
              <a:off x="91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43" name="Oval 241"/>
            <p:cNvSpPr>
              <a:spLocks noChangeArrowheads="1"/>
            </p:cNvSpPr>
            <p:nvPr userDrawn="1"/>
          </p:nvSpPr>
          <p:spPr bwMode="auto">
            <a:xfrm>
              <a:off x="97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44" name="Oval 242"/>
            <p:cNvSpPr>
              <a:spLocks noChangeArrowheads="1"/>
            </p:cNvSpPr>
            <p:nvPr userDrawn="1"/>
          </p:nvSpPr>
          <p:spPr bwMode="auto">
            <a:xfrm>
              <a:off x="103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45" name="Oval 243"/>
            <p:cNvSpPr>
              <a:spLocks noChangeArrowheads="1"/>
            </p:cNvSpPr>
            <p:nvPr userDrawn="1"/>
          </p:nvSpPr>
          <p:spPr bwMode="auto">
            <a:xfrm>
              <a:off x="109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46" name="Oval 244"/>
            <p:cNvSpPr>
              <a:spLocks noChangeArrowheads="1"/>
            </p:cNvSpPr>
            <p:nvPr userDrawn="1"/>
          </p:nvSpPr>
          <p:spPr bwMode="auto">
            <a:xfrm>
              <a:off x="115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47" name="Oval 245"/>
            <p:cNvSpPr>
              <a:spLocks noChangeArrowheads="1"/>
            </p:cNvSpPr>
            <p:nvPr userDrawn="1"/>
          </p:nvSpPr>
          <p:spPr bwMode="auto">
            <a:xfrm>
              <a:off x="122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48" name="Oval 246"/>
            <p:cNvSpPr>
              <a:spLocks noChangeArrowheads="1"/>
            </p:cNvSpPr>
            <p:nvPr userDrawn="1"/>
          </p:nvSpPr>
          <p:spPr bwMode="auto">
            <a:xfrm>
              <a:off x="128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49" name="Oval 247"/>
            <p:cNvSpPr>
              <a:spLocks noChangeArrowheads="1"/>
            </p:cNvSpPr>
            <p:nvPr userDrawn="1"/>
          </p:nvSpPr>
          <p:spPr bwMode="auto">
            <a:xfrm>
              <a:off x="134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50" name="Oval 248"/>
            <p:cNvSpPr>
              <a:spLocks noChangeArrowheads="1"/>
            </p:cNvSpPr>
            <p:nvPr userDrawn="1"/>
          </p:nvSpPr>
          <p:spPr bwMode="auto">
            <a:xfrm>
              <a:off x="140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51" name="Oval 249"/>
            <p:cNvSpPr>
              <a:spLocks noChangeArrowheads="1"/>
            </p:cNvSpPr>
            <p:nvPr userDrawn="1"/>
          </p:nvSpPr>
          <p:spPr bwMode="auto">
            <a:xfrm>
              <a:off x="146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52" name="Oval 250"/>
            <p:cNvSpPr>
              <a:spLocks noChangeArrowheads="1"/>
            </p:cNvSpPr>
            <p:nvPr userDrawn="1"/>
          </p:nvSpPr>
          <p:spPr bwMode="auto">
            <a:xfrm>
              <a:off x="152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53" name="Oval 251"/>
            <p:cNvSpPr>
              <a:spLocks noChangeArrowheads="1"/>
            </p:cNvSpPr>
            <p:nvPr userDrawn="1"/>
          </p:nvSpPr>
          <p:spPr bwMode="auto">
            <a:xfrm>
              <a:off x="158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54" name="Oval 252"/>
            <p:cNvSpPr>
              <a:spLocks noChangeArrowheads="1"/>
            </p:cNvSpPr>
            <p:nvPr userDrawn="1"/>
          </p:nvSpPr>
          <p:spPr bwMode="auto">
            <a:xfrm>
              <a:off x="164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55" name="Oval 253"/>
            <p:cNvSpPr>
              <a:spLocks noChangeArrowheads="1"/>
            </p:cNvSpPr>
            <p:nvPr userDrawn="1"/>
          </p:nvSpPr>
          <p:spPr bwMode="auto">
            <a:xfrm>
              <a:off x="170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56" name="Oval 254"/>
            <p:cNvSpPr>
              <a:spLocks noChangeArrowheads="1"/>
            </p:cNvSpPr>
            <p:nvPr userDrawn="1"/>
          </p:nvSpPr>
          <p:spPr bwMode="auto">
            <a:xfrm>
              <a:off x="177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57" name="Oval 255"/>
            <p:cNvSpPr>
              <a:spLocks noChangeArrowheads="1"/>
            </p:cNvSpPr>
            <p:nvPr userDrawn="1"/>
          </p:nvSpPr>
          <p:spPr bwMode="auto">
            <a:xfrm>
              <a:off x="183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58" name="Oval 256"/>
            <p:cNvSpPr>
              <a:spLocks noChangeArrowheads="1"/>
            </p:cNvSpPr>
            <p:nvPr userDrawn="1"/>
          </p:nvSpPr>
          <p:spPr bwMode="auto">
            <a:xfrm>
              <a:off x="189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59" name="Oval 257"/>
            <p:cNvSpPr>
              <a:spLocks noChangeArrowheads="1"/>
            </p:cNvSpPr>
            <p:nvPr userDrawn="1"/>
          </p:nvSpPr>
          <p:spPr bwMode="auto">
            <a:xfrm>
              <a:off x="195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60" name="Oval 258"/>
            <p:cNvSpPr>
              <a:spLocks noChangeArrowheads="1"/>
            </p:cNvSpPr>
            <p:nvPr userDrawn="1"/>
          </p:nvSpPr>
          <p:spPr bwMode="auto">
            <a:xfrm>
              <a:off x="201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61" name="Oval 259"/>
            <p:cNvSpPr>
              <a:spLocks noChangeArrowheads="1"/>
            </p:cNvSpPr>
            <p:nvPr userDrawn="1"/>
          </p:nvSpPr>
          <p:spPr bwMode="auto">
            <a:xfrm>
              <a:off x="207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62" name="Oval 260"/>
            <p:cNvSpPr>
              <a:spLocks noChangeArrowheads="1"/>
            </p:cNvSpPr>
            <p:nvPr userDrawn="1"/>
          </p:nvSpPr>
          <p:spPr bwMode="auto">
            <a:xfrm>
              <a:off x="213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63" name="Oval 261"/>
            <p:cNvSpPr>
              <a:spLocks noChangeArrowheads="1"/>
            </p:cNvSpPr>
            <p:nvPr userDrawn="1"/>
          </p:nvSpPr>
          <p:spPr bwMode="auto">
            <a:xfrm>
              <a:off x="219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64" name="Oval 262"/>
            <p:cNvSpPr>
              <a:spLocks noChangeArrowheads="1"/>
            </p:cNvSpPr>
            <p:nvPr userDrawn="1"/>
          </p:nvSpPr>
          <p:spPr bwMode="auto">
            <a:xfrm>
              <a:off x="225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65" name="Oval 263"/>
            <p:cNvSpPr>
              <a:spLocks noChangeArrowheads="1"/>
            </p:cNvSpPr>
            <p:nvPr userDrawn="1"/>
          </p:nvSpPr>
          <p:spPr bwMode="auto">
            <a:xfrm>
              <a:off x="231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66" name="Oval 264"/>
            <p:cNvSpPr>
              <a:spLocks noChangeArrowheads="1"/>
            </p:cNvSpPr>
            <p:nvPr userDrawn="1"/>
          </p:nvSpPr>
          <p:spPr bwMode="auto">
            <a:xfrm>
              <a:off x="238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67" name="Oval 265"/>
            <p:cNvSpPr>
              <a:spLocks noChangeArrowheads="1"/>
            </p:cNvSpPr>
            <p:nvPr userDrawn="1"/>
          </p:nvSpPr>
          <p:spPr bwMode="auto">
            <a:xfrm>
              <a:off x="244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68" name="Oval 266"/>
            <p:cNvSpPr>
              <a:spLocks noChangeArrowheads="1"/>
            </p:cNvSpPr>
            <p:nvPr userDrawn="1"/>
          </p:nvSpPr>
          <p:spPr bwMode="auto">
            <a:xfrm>
              <a:off x="250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69" name="Oval 267"/>
            <p:cNvSpPr>
              <a:spLocks noChangeArrowheads="1"/>
            </p:cNvSpPr>
            <p:nvPr userDrawn="1"/>
          </p:nvSpPr>
          <p:spPr bwMode="auto">
            <a:xfrm>
              <a:off x="256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70" name="Oval 268"/>
            <p:cNvSpPr>
              <a:spLocks noChangeArrowheads="1"/>
            </p:cNvSpPr>
            <p:nvPr userDrawn="1"/>
          </p:nvSpPr>
          <p:spPr bwMode="auto">
            <a:xfrm>
              <a:off x="262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71" name="Oval 269"/>
            <p:cNvSpPr>
              <a:spLocks noChangeArrowheads="1"/>
            </p:cNvSpPr>
            <p:nvPr userDrawn="1"/>
          </p:nvSpPr>
          <p:spPr bwMode="auto">
            <a:xfrm>
              <a:off x="268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72" name="Oval 270"/>
            <p:cNvSpPr>
              <a:spLocks noChangeArrowheads="1"/>
            </p:cNvSpPr>
            <p:nvPr userDrawn="1"/>
          </p:nvSpPr>
          <p:spPr bwMode="auto">
            <a:xfrm>
              <a:off x="274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73" name="Oval 271"/>
            <p:cNvSpPr>
              <a:spLocks noChangeArrowheads="1"/>
            </p:cNvSpPr>
            <p:nvPr userDrawn="1"/>
          </p:nvSpPr>
          <p:spPr bwMode="auto">
            <a:xfrm>
              <a:off x="280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74" name="Oval 272"/>
            <p:cNvSpPr>
              <a:spLocks noChangeArrowheads="1"/>
            </p:cNvSpPr>
            <p:nvPr userDrawn="1"/>
          </p:nvSpPr>
          <p:spPr bwMode="auto">
            <a:xfrm>
              <a:off x="286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75" name="Oval 273"/>
            <p:cNvSpPr>
              <a:spLocks noChangeArrowheads="1"/>
            </p:cNvSpPr>
            <p:nvPr userDrawn="1"/>
          </p:nvSpPr>
          <p:spPr bwMode="auto">
            <a:xfrm>
              <a:off x="292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76" name="Oval 274"/>
            <p:cNvSpPr>
              <a:spLocks noChangeArrowheads="1"/>
            </p:cNvSpPr>
            <p:nvPr userDrawn="1"/>
          </p:nvSpPr>
          <p:spPr bwMode="auto">
            <a:xfrm>
              <a:off x="299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77" name="Oval 275"/>
            <p:cNvSpPr>
              <a:spLocks noChangeArrowheads="1"/>
            </p:cNvSpPr>
            <p:nvPr userDrawn="1"/>
          </p:nvSpPr>
          <p:spPr bwMode="auto">
            <a:xfrm>
              <a:off x="305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78" name="Oval 276"/>
            <p:cNvSpPr>
              <a:spLocks noChangeArrowheads="1"/>
            </p:cNvSpPr>
            <p:nvPr userDrawn="1"/>
          </p:nvSpPr>
          <p:spPr bwMode="auto">
            <a:xfrm>
              <a:off x="311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79" name="Oval 277"/>
            <p:cNvSpPr>
              <a:spLocks noChangeArrowheads="1"/>
            </p:cNvSpPr>
            <p:nvPr userDrawn="1"/>
          </p:nvSpPr>
          <p:spPr bwMode="auto">
            <a:xfrm>
              <a:off x="317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80" name="Oval 278"/>
            <p:cNvSpPr>
              <a:spLocks noChangeArrowheads="1"/>
            </p:cNvSpPr>
            <p:nvPr userDrawn="1"/>
          </p:nvSpPr>
          <p:spPr bwMode="auto">
            <a:xfrm>
              <a:off x="323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81" name="Oval 279"/>
            <p:cNvSpPr>
              <a:spLocks noChangeArrowheads="1"/>
            </p:cNvSpPr>
            <p:nvPr userDrawn="1"/>
          </p:nvSpPr>
          <p:spPr bwMode="auto">
            <a:xfrm>
              <a:off x="329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82" name="Oval 280"/>
            <p:cNvSpPr>
              <a:spLocks noChangeArrowheads="1"/>
            </p:cNvSpPr>
            <p:nvPr userDrawn="1"/>
          </p:nvSpPr>
          <p:spPr bwMode="auto">
            <a:xfrm>
              <a:off x="335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83" name="Oval 281"/>
            <p:cNvSpPr>
              <a:spLocks noChangeArrowheads="1"/>
            </p:cNvSpPr>
            <p:nvPr userDrawn="1"/>
          </p:nvSpPr>
          <p:spPr bwMode="auto">
            <a:xfrm>
              <a:off x="341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84" name="Oval 282"/>
            <p:cNvSpPr>
              <a:spLocks noChangeArrowheads="1"/>
            </p:cNvSpPr>
            <p:nvPr userDrawn="1"/>
          </p:nvSpPr>
          <p:spPr bwMode="auto">
            <a:xfrm>
              <a:off x="347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85" name="Oval 283"/>
            <p:cNvSpPr>
              <a:spLocks noChangeArrowheads="1"/>
            </p:cNvSpPr>
            <p:nvPr userDrawn="1"/>
          </p:nvSpPr>
          <p:spPr bwMode="auto">
            <a:xfrm>
              <a:off x="353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86" name="Oval 284"/>
            <p:cNvSpPr>
              <a:spLocks noChangeArrowheads="1"/>
            </p:cNvSpPr>
            <p:nvPr userDrawn="1"/>
          </p:nvSpPr>
          <p:spPr bwMode="auto">
            <a:xfrm>
              <a:off x="360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87" name="Oval 285"/>
            <p:cNvSpPr>
              <a:spLocks noChangeArrowheads="1"/>
            </p:cNvSpPr>
            <p:nvPr userDrawn="1"/>
          </p:nvSpPr>
          <p:spPr bwMode="auto">
            <a:xfrm>
              <a:off x="366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88" name="Oval 286"/>
            <p:cNvSpPr>
              <a:spLocks noChangeArrowheads="1"/>
            </p:cNvSpPr>
            <p:nvPr userDrawn="1"/>
          </p:nvSpPr>
          <p:spPr bwMode="auto">
            <a:xfrm>
              <a:off x="372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89" name="Oval 287"/>
            <p:cNvSpPr>
              <a:spLocks noChangeArrowheads="1"/>
            </p:cNvSpPr>
            <p:nvPr userDrawn="1"/>
          </p:nvSpPr>
          <p:spPr bwMode="auto">
            <a:xfrm>
              <a:off x="378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90" name="Oval 288"/>
            <p:cNvSpPr>
              <a:spLocks noChangeArrowheads="1"/>
            </p:cNvSpPr>
            <p:nvPr userDrawn="1"/>
          </p:nvSpPr>
          <p:spPr bwMode="auto">
            <a:xfrm>
              <a:off x="384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91" name="Oval 289"/>
            <p:cNvSpPr>
              <a:spLocks noChangeArrowheads="1"/>
            </p:cNvSpPr>
            <p:nvPr userDrawn="1"/>
          </p:nvSpPr>
          <p:spPr bwMode="auto">
            <a:xfrm>
              <a:off x="390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92" name="Oval 290"/>
            <p:cNvSpPr>
              <a:spLocks noChangeArrowheads="1"/>
            </p:cNvSpPr>
            <p:nvPr userDrawn="1"/>
          </p:nvSpPr>
          <p:spPr bwMode="auto">
            <a:xfrm>
              <a:off x="396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93" name="Oval 291"/>
            <p:cNvSpPr>
              <a:spLocks noChangeArrowheads="1"/>
            </p:cNvSpPr>
            <p:nvPr userDrawn="1"/>
          </p:nvSpPr>
          <p:spPr bwMode="auto">
            <a:xfrm>
              <a:off x="402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94" name="Oval 292"/>
            <p:cNvSpPr>
              <a:spLocks noChangeArrowheads="1"/>
            </p:cNvSpPr>
            <p:nvPr userDrawn="1"/>
          </p:nvSpPr>
          <p:spPr bwMode="auto">
            <a:xfrm>
              <a:off x="408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95" name="Oval 293"/>
            <p:cNvSpPr>
              <a:spLocks noChangeArrowheads="1"/>
            </p:cNvSpPr>
            <p:nvPr userDrawn="1"/>
          </p:nvSpPr>
          <p:spPr bwMode="auto">
            <a:xfrm>
              <a:off x="414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96" name="Oval 294"/>
            <p:cNvSpPr>
              <a:spLocks noChangeArrowheads="1"/>
            </p:cNvSpPr>
            <p:nvPr userDrawn="1"/>
          </p:nvSpPr>
          <p:spPr bwMode="auto">
            <a:xfrm>
              <a:off x="421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97" name="Oval 295"/>
            <p:cNvSpPr>
              <a:spLocks noChangeArrowheads="1"/>
            </p:cNvSpPr>
            <p:nvPr userDrawn="1"/>
          </p:nvSpPr>
          <p:spPr bwMode="auto">
            <a:xfrm>
              <a:off x="427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98" name="Oval 296"/>
            <p:cNvSpPr>
              <a:spLocks noChangeArrowheads="1"/>
            </p:cNvSpPr>
            <p:nvPr userDrawn="1"/>
          </p:nvSpPr>
          <p:spPr bwMode="auto">
            <a:xfrm>
              <a:off x="433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099" name="Oval 297"/>
            <p:cNvSpPr>
              <a:spLocks noChangeArrowheads="1"/>
            </p:cNvSpPr>
            <p:nvPr userDrawn="1"/>
          </p:nvSpPr>
          <p:spPr bwMode="auto">
            <a:xfrm>
              <a:off x="439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00" name="Oval 298"/>
            <p:cNvSpPr>
              <a:spLocks noChangeArrowheads="1"/>
            </p:cNvSpPr>
            <p:nvPr userDrawn="1"/>
          </p:nvSpPr>
          <p:spPr bwMode="auto">
            <a:xfrm>
              <a:off x="445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01" name="Oval 299"/>
            <p:cNvSpPr>
              <a:spLocks noChangeArrowheads="1"/>
            </p:cNvSpPr>
            <p:nvPr userDrawn="1"/>
          </p:nvSpPr>
          <p:spPr bwMode="auto">
            <a:xfrm>
              <a:off x="451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02" name="Oval 300"/>
            <p:cNvSpPr>
              <a:spLocks noChangeArrowheads="1"/>
            </p:cNvSpPr>
            <p:nvPr userDrawn="1"/>
          </p:nvSpPr>
          <p:spPr bwMode="auto">
            <a:xfrm>
              <a:off x="457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03" name="Oval 301"/>
            <p:cNvSpPr>
              <a:spLocks noChangeArrowheads="1"/>
            </p:cNvSpPr>
            <p:nvPr userDrawn="1"/>
          </p:nvSpPr>
          <p:spPr bwMode="auto">
            <a:xfrm>
              <a:off x="463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04" name="Oval 302"/>
            <p:cNvSpPr>
              <a:spLocks noChangeArrowheads="1"/>
            </p:cNvSpPr>
            <p:nvPr userDrawn="1"/>
          </p:nvSpPr>
          <p:spPr bwMode="auto">
            <a:xfrm>
              <a:off x="469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05" name="Oval 303"/>
            <p:cNvSpPr>
              <a:spLocks noChangeArrowheads="1"/>
            </p:cNvSpPr>
            <p:nvPr userDrawn="1"/>
          </p:nvSpPr>
          <p:spPr bwMode="auto">
            <a:xfrm>
              <a:off x="475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06" name="Oval 304"/>
            <p:cNvSpPr>
              <a:spLocks noChangeArrowheads="1"/>
            </p:cNvSpPr>
            <p:nvPr userDrawn="1"/>
          </p:nvSpPr>
          <p:spPr bwMode="auto">
            <a:xfrm>
              <a:off x="482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07" name="Oval 305"/>
            <p:cNvSpPr>
              <a:spLocks noChangeArrowheads="1"/>
            </p:cNvSpPr>
            <p:nvPr userDrawn="1"/>
          </p:nvSpPr>
          <p:spPr bwMode="auto">
            <a:xfrm>
              <a:off x="4881"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08" name="Oval 306"/>
            <p:cNvSpPr>
              <a:spLocks noChangeArrowheads="1"/>
            </p:cNvSpPr>
            <p:nvPr userDrawn="1"/>
          </p:nvSpPr>
          <p:spPr bwMode="auto">
            <a:xfrm>
              <a:off x="4942"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09" name="Oval 307"/>
            <p:cNvSpPr>
              <a:spLocks noChangeArrowheads="1"/>
            </p:cNvSpPr>
            <p:nvPr userDrawn="1"/>
          </p:nvSpPr>
          <p:spPr bwMode="auto">
            <a:xfrm>
              <a:off x="5003"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10" name="Oval 308"/>
            <p:cNvSpPr>
              <a:spLocks noChangeArrowheads="1"/>
            </p:cNvSpPr>
            <p:nvPr userDrawn="1"/>
          </p:nvSpPr>
          <p:spPr bwMode="auto">
            <a:xfrm>
              <a:off x="5064"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11" name="Oval 309"/>
            <p:cNvSpPr>
              <a:spLocks noChangeArrowheads="1"/>
            </p:cNvSpPr>
            <p:nvPr userDrawn="1"/>
          </p:nvSpPr>
          <p:spPr bwMode="auto">
            <a:xfrm>
              <a:off x="5125"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12" name="Oval 310"/>
            <p:cNvSpPr>
              <a:spLocks noChangeArrowheads="1"/>
            </p:cNvSpPr>
            <p:nvPr userDrawn="1"/>
          </p:nvSpPr>
          <p:spPr bwMode="auto">
            <a:xfrm>
              <a:off x="5186"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13" name="Oval 311"/>
            <p:cNvSpPr>
              <a:spLocks noChangeArrowheads="1"/>
            </p:cNvSpPr>
            <p:nvPr userDrawn="1"/>
          </p:nvSpPr>
          <p:spPr bwMode="auto">
            <a:xfrm>
              <a:off x="5247"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14" name="Oval 312"/>
            <p:cNvSpPr>
              <a:spLocks noChangeArrowheads="1"/>
            </p:cNvSpPr>
            <p:nvPr userDrawn="1"/>
          </p:nvSpPr>
          <p:spPr bwMode="auto">
            <a:xfrm>
              <a:off x="5308"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15" name="Oval 313"/>
            <p:cNvSpPr>
              <a:spLocks noChangeArrowheads="1"/>
            </p:cNvSpPr>
            <p:nvPr userDrawn="1"/>
          </p:nvSpPr>
          <p:spPr bwMode="auto">
            <a:xfrm>
              <a:off x="5369"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sp>
          <p:nvSpPr>
            <p:cNvPr id="1116" name="Oval 314"/>
            <p:cNvSpPr>
              <a:spLocks noChangeArrowheads="1"/>
            </p:cNvSpPr>
            <p:nvPr userDrawn="1"/>
          </p:nvSpPr>
          <p:spPr bwMode="auto">
            <a:xfrm>
              <a:off x="5430" y="806"/>
              <a:ext cx="12" cy="12"/>
            </a:xfrm>
            <a:prstGeom prst="ellipse">
              <a:avLst/>
            </a:prstGeom>
            <a:solidFill>
              <a:schemeClr val="accent1"/>
            </a:solidFill>
            <a:ln w="9525">
              <a:noFill/>
              <a:round/>
              <a:headEnd type="none" w="sm" len="sm"/>
              <a:tailEnd type="none" w="sm" len="sm"/>
            </a:ln>
          </p:spPr>
          <p:txBody>
            <a:bodyPr wrap="none" anchor="ctr"/>
            <a:lstStyle/>
            <a:p>
              <a:pPr>
                <a:defRPr/>
              </a:pPr>
              <a:endParaRPr lang="en-US" sz="1800" dirty="0">
                <a:ea typeface="MS PGothic" pitchFamily="34" charset="-128"/>
              </a:endParaRPr>
            </a:p>
          </p:txBody>
        </p:sp>
      </p:grpSp>
    </p:spTree>
    <p:extLst>
      <p:ext uri="{BB962C8B-B14F-4D97-AF65-F5344CB8AC3E}">
        <p14:creationId xmlns:p14="http://schemas.microsoft.com/office/powerpoint/2010/main" val="2112395354"/>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9" r:id="rId14"/>
    <p:sldLayoutId id="2147483690" r:id="rId15"/>
    <p:sldLayoutId id="2147483691" r:id="rId16"/>
  </p:sldLayoutIdLst>
  <p:hf sldNum="0" hdr="0" ftr="0" dt="0"/>
  <p:txStyles>
    <p:titleStyle>
      <a:lvl1pPr algn="l" rtl="0" eaLnBrk="1" fontAlgn="base" hangingPunct="1">
        <a:spcBef>
          <a:spcPct val="0"/>
        </a:spcBef>
        <a:spcAft>
          <a:spcPct val="0"/>
        </a:spcAft>
        <a:defRPr sz="2800" b="1">
          <a:solidFill>
            <a:srgbClr val="2F5EBF"/>
          </a:solidFill>
          <a:latin typeface="+mj-lt"/>
          <a:ea typeface="ＭＳ Ｐゴシック" charset="-128"/>
          <a:cs typeface="ＭＳ Ｐゴシック" charset="0"/>
        </a:defRPr>
      </a:lvl1pPr>
      <a:lvl2pPr algn="l" rtl="0" eaLnBrk="1" fontAlgn="base" hangingPunct="1">
        <a:spcBef>
          <a:spcPct val="0"/>
        </a:spcBef>
        <a:spcAft>
          <a:spcPct val="0"/>
        </a:spcAft>
        <a:defRPr sz="2800" b="1">
          <a:solidFill>
            <a:srgbClr val="2F5EBF"/>
          </a:solidFill>
          <a:latin typeface="Verdana" pitchFamily="34" charset="0"/>
          <a:ea typeface="ＭＳ Ｐゴシック" charset="-128"/>
          <a:cs typeface="ＭＳ Ｐゴシック" charset="0"/>
        </a:defRPr>
      </a:lvl2pPr>
      <a:lvl3pPr algn="l" rtl="0" eaLnBrk="1" fontAlgn="base" hangingPunct="1">
        <a:spcBef>
          <a:spcPct val="0"/>
        </a:spcBef>
        <a:spcAft>
          <a:spcPct val="0"/>
        </a:spcAft>
        <a:defRPr sz="2800" b="1">
          <a:solidFill>
            <a:srgbClr val="2F5EBF"/>
          </a:solidFill>
          <a:latin typeface="Verdana" pitchFamily="34" charset="0"/>
          <a:ea typeface="ＭＳ Ｐゴシック" charset="-128"/>
          <a:cs typeface="ＭＳ Ｐゴシック" charset="0"/>
        </a:defRPr>
      </a:lvl3pPr>
      <a:lvl4pPr algn="l" rtl="0" eaLnBrk="1" fontAlgn="base" hangingPunct="1">
        <a:spcBef>
          <a:spcPct val="0"/>
        </a:spcBef>
        <a:spcAft>
          <a:spcPct val="0"/>
        </a:spcAft>
        <a:defRPr sz="2800" b="1">
          <a:solidFill>
            <a:srgbClr val="2F5EBF"/>
          </a:solidFill>
          <a:latin typeface="Verdana" pitchFamily="34" charset="0"/>
          <a:ea typeface="ＭＳ Ｐゴシック" charset="-128"/>
          <a:cs typeface="ＭＳ Ｐゴシック" charset="0"/>
        </a:defRPr>
      </a:lvl4pPr>
      <a:lvl5pPr algn="l" rtl="0" eaLnBrk="1" fontAlgn="base" hangingPunct="1">
        <a:spcBef>
          <a:spcPct val="0"/>
        </a:spcBef>
        <a:spcAft>
          <a:spcPct val="0"/>
        </a:spcAft>
        <a:defRPr sz="2800" b="1">
          <a:solidFill>
            <a:srgbClr val="2F5EBF"/>
          </a:solidFill>
          <a:latin typeface="Verdana" pitchFamily="34" charset="0"/>
          <a:ea typeface="ＭＳ Ｐゴシック" charset="-128"/>
          <a:cs typeface="ＭＳ Ｐゴシック" charset="0"/>
        </a:defRPr>
      </a:lvl5pPr>
      <a:lvl6pPr marL="457200" algn="l" rtl="0" eaLnBrk="1" fontAlgn="base" hangingPunct="1">
        <a:spcBef>
          <a:spcPct val="0"/>
        </a:spcBef>
        <a:spcAft>
          <a:spcPct val="0"/>
        </a:spcAft>
        <a:defRPr sz="2800" b="1">
          <a:solidFill>
            <a:srgbClr val="2F5EBF"/>
          </a:solidFill>
          <a:latin typeface="Verdana" pitchFamily="34" charset="0"/>
        </a:defRPr>
      </a:lvl6pPr>
      <a:lvl7pPr marL="914400" algn="l" rtl="0" eaLnBrk="1" fontAlgn="base" hangingPunct="1">
        <a:spcBef>
          <a:spcPct val="0"/>
        </a:spcBef>
        <a:spcAft>
          <a:spcPct val="0"/>
        </a:spcAft>
        <a:defRPr sz="2800" b="1">
          <a:solidFill>
            <a:srgbClr val="2F5EBF"/>
          </a:solidFill>
          <a:latin typeface="Verdana" pitchFamily="34" charset="0"/>
        </a:defRPr>
      </a:lvl7pPr>
      <a:lvl8pPr marL="1371600" algn="l" rtl="0" eaLnBrk="1" fontAlgn="base" hangingPunct="1">
        <a:spcBef>
          <a:spcPct val="0"/>
        </a:spcBef>
        <a:spcAft>
          <a:spcPct val="0"/>
        </a:spcAft>
        <a:defRPr sz="2800" b="1">
          <a:solidFill>
            <a:srgbClr val="2F5EBF"/>
          </a:solidFill>
          <a:latin typeface="Verdana" pitchFamily="34" charset="0"/>
        </a:defRPr>
      </a:lvl8pPr>
      <a:lvl9pPr marL="1828800" algn="l" rtl="0" eaLnBrk="1" fontAlgn="base" hangingPunct="1">
        <a:spcBef>
          <a:spcPct val="0"/>
        </a:spcBef>
        <a:spcAft>
          <a:spcPct val="0"/>
        </a:spcAft>
        <a:defRPr sz="2800" b="1">
          <a:solidFill>
            <a:srgbClr val="2F5EBF"/>
          </a:solidFill>
          <a:latin typeface="Verdana" pitchFamily="34" charset="0"/>
        </a:defRPr>
      </a:lvl9pPr>
    </p:titleStyle>
    <p:bodyStyle>
      <a:lvl1pPr marL="168275" indent="-168275" algn="l" rtl="0" eaLnBrk="1" fontAlgn="base" hangingPunct="1">
        <a:spcBef>
          <a:spcPct val="20000"/>
        </a:spcBef>
        <a:spcAft>
          <a:spcPct val="0"/>
        </a:spcAft>
        <a:buClr>
          <a:schemeClr val="accent1"/>
        </a:buClr>
        <a:buFont typeface="Times" charset="0"/>
        <a:buChar char="•"/>
        <a:defRPr sz="2000">
          <a:solidFill>
            <a:srgbClr val="000000"/>
          </a:solidFill>
          <a:latin typeface="+mn-lt"/>
          <a:ea typeface="ＭＳ Ｐゴシック" charset="-128"/>
          <a:cs typeface="ＭＳ Ｐゴシック" charset="0"/>
        </a:defRPr>
      </a:lvl1pPr>
      <a:lvl2pPr marL="450850" indent="-168275" algn="l" rtl="0" eaLnBrk="1" fontAlgn="base" hangingPunct="1">
        <a:spcBef>
          <a:spcPct val="20000"/>
        </a:spcBef>
        <a:spcAft>
          <a:spcPct val="0"/>
        </a:spcAft>
        <a:buClr>
          <a:schemeClr val="accent1"/>
        </a:buClr>
        <a:buFont typeface="Times" charset="0"/>
        <a:buChar char="–"/>
        <a:defRPr>
          <a:solidFill>
            <a:srgbClr val="000000"/>
          </a:solidFill>
          <a:latin typeface="+mn-lt"/>
          <a:ea typeface="ＭＳ Ｐゴシック" charset="-128"/>
        </a:defRPr>
      </a:lvl2pPr>
      <a:lvl3pPr marL="684213" indent="-119063" algn="l" rtl="0" eaLnBrk="1" fontAlgn="base" hangingPunct="1">
        <a:spcBef>
          <a:spcPct val="20000"/>
        </a:spcBef>
        <a:spcAft>
          <a:spcPct val="0"/>
        </a:spcAft>
        <a:buClr>
          <a:schemeClr val="accent1"/>
        </a:buClr>
        <a:buFont typeface="Times" charset="0"/>
        <a:buChar char="•"/>
        <a:defRPr sz="1600">
          <a:solidFill>
            <a:srgbClr val="000000"/>
          </a:solidFill>
          <a:latin typeface="+mn-lt"/>
          <a:ea typeface="ＭＳ Ｐゴシック" charset="-128"/>
        </a:defRPr>
      </a:lvl3pPr>
      <a:lvl4pPr marL="911225" indent="-112713" algn="l" rtl="0" eaLnBrk="1" fontAlgn="base" hangingPunct="1">
        <a:spcBef>
          <a:spcPct val="20000"/>
        </a:spcBef>
        <a:spcAft>
          <a:spcPct val="0"/>
        </a:spcAft>
        <a:buClr>
          <a:schemeClr val="accent1"/>
        </a:buClr>
        <a:buFont typeface="Times" charset="0"/>
        <a:buChar char="-"/>
        <a:defRPr sz="1400">
          <a:solidFill>
            <a:srgbClr val="000000"/>
          </a:solidFill>
          <a:latin typeface="+mn-lt"/>
          <a:ea typeface="ＭＳ Ｐゴシック" charset="-128"/>
        </a:defRPr>
      </a:lvl4pPr>
      <a:lvl5pPr marL="1143000" indent="-111125" algn="l" rtl="0" eaLnBrk="1" fontAlgn="base" hangingPunct="1">
        <a:spcBef>
          <a:spcPct val="20000"/>
        </a:spcBef>
        <a:spcAft>
          <a:spcPct val="0"/>
        </a:spcAft>
        <a:buClr>
          <a:schemeClr val="accent1"/>
        </a:buClr>
        <a:buFont typeface="Times" charset="0"/>
        <a:buChar char="•"/>
        <a:defRPr sz="1200">
          <a:solidFill>
            <a:srgbClr val="000000"/>
          </a:solidFill>
          <a:latin typeface="+mn-lt"/>
          <a:ea typeface="ＭＳ Ｐゴシック" charset="-128"/>
        </a:defRPr>
      </a:lvl5pPr>
      <a:lvl6pPr marL="1600200" indent="-111125" algn="l" rtl="0" eaLnBrk="1" fontAlgn="base" hangingPunct="1">
        <a:spcBef>
          <a:spcPct val="20000"/>
        </a:spcBef>
        <a:spcAft>
          <a:spcPct val="0"/>
        </a:spcAft>
        <a:buClr>
          <a:schemeClr val="accent1"/>
        </a:buClr>
        <a:buFont typeface="Times" pitchFamily="-64" charset="0"/>
        <a:buChar char="•"/>
        <a:defRPr sz="1200">
          <a:solidFill>
            <a:srgbClr val="000000"/>
          </a:solidFill>
          <a:latin typeface="+mn-lt"/>
        </a:defRPr>
      </a:lvl6pPr>
      <a:lvl7pPr marL="2057400" indent="-111125" algn="l" rtl="0" eaLnBrk="1" fontAlgn="base" hangingPunct="1">
        <a:spcBef>
          <a:spcPct val="20000"/>
        </a:spcBef>
        <a:spcAft>
          <a:spcPct val="0"/>
        </a:spcAft>
        <a:buClr>
          <a:schemeClr val="accent1"/>
        </a:buClr>
        <a:buFont typeface="Times" pitchFamily="-64" charset="0"/>
        <a:buChar char="•"/>
        <a:defRPr sz="1200">
          <a:solidFill>
            <a:srgbClr val="000000"/>
          </a:solidFill>
          <a:latin typeface="+mn-lt"/>
        </a:defRPr>
      </a:lvl7pPr>
      <a:lvl8pPr marL="2514600" indent="-111125" algn="l" rtl="0" eaLnBrk="1" fontAlgn="base" hangingPunct="1">
        <a:spcBef>
          <a:spcPct val="20000"/>
        </a:spcBef>
        <a:spcAft>
          <a:spcPct val="0"/>
        </a:spcAft>
        <a:buClr>
          <a:schemeClr val="accent1"/>
        </a:buClr>
        <a:buFont typeface="Times" pitchFamily="-64" charset="0"/>
        <a:buChar char="•"/>
        <a:defRPr sz="1200">
          <a:solidFill>
            <a:srgbClr val="000000"/>
          </a:solidFill>
          <a:latin typeface="+mn-lt"/>
        </a:defRPr>
      </a:lvl8pPr>
      <a:lvl9pPr marL="2971800" indent="-111125" algn="l" rtl="0" eaLnBrk="1" fontAlgn="base" hangingPunct="1">
        <a:spcBef>
          <a:spcPct val="20000"/>
        </a:spcBef>
        <a:spcAft>
          <a:spcPct val="0"/>
        </a:spcAft>
        <a:buClr>
          <a:schemeClr val="accent1"/>
        </a:buClr>
        <a:buFont typeface="Times" pitchFamily="-64" charset="0"/>
        <a:buChar char="•"/>
        <a:defRPr sz="1200">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6" descr="AmwSigGreyCircles.png"/>
          <p:cNvPicPr>
            <a:picLocks noChangeAspect="1"/>
          </p:cNvPicPr>
          <p:nvPr userDrawn="1"/>
        </p:nvPicPr>
        <p:blipFill>
          <a:blip r:embed="rId10">
            <a:extLst>
              <a:ext uri="{28A0092B-C50C-407E-A947-70E740481C1C}">
                <a14:useLocalDpi xmlns:a14="http://schemas.microsoft.com/office/drawing/2010/main" val="0"/>
              </a:ext>
            </a:extLst>
          </a:blip>
          <a:srcRect t="48637" r="39468" b="4102"/>
          <a:stretch>
            <a:fillRect/>
          </a:stretch>
        </p:blipFill>
        <p:spPr bwMode="auto">
          <a:xfrm>
            <a:off x="101600" y="0"/>
            <a:ext cx="120904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p:cNvSpPr>
            <a:spLocks noGrp="1" noChangeArrowheads="1"/>
          </p:cNvSpPr>
          <p:nvPr userDrawn="1">
            <p:ph type="title"/>
          </p:nvPr>
        </p:nvSpPr>
        <p:spPr bwMode="auto">
          <a:xfrm>
            <a:off x="853018" y="0"/>
            <a:ext cx="1045633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altLang="en-US"/>
              <a:t>CLICK TO EDIT</a:t>
            </a:r>
          </a:p>
        </p:txBody>
      </p:sp>
      <p:sp>
        <p:nvSpPr>
          <p:cNvPr id="1028" name="Rectangle 3"/>
          <p:cNvSpPr>
            <a:spLocks noGrp="1" noChangeArrowheads="1"/>
          </p:cNvSpPr>
          <p:nvPr userDrawn="1">
            <p:ph type="body" idx="1"/>
          </p:nvPr>
        </p:nvSpPr>
        <p:spPr bwMode="auto">
          <a:xfrm>
            <a:off x="853017" y="1023938"/>
            <a:ext cx="10363200" cy="506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9" name="Picture 8" descr="Sig_Crp_Bot_4c"/>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0" y="5800726"/>
            <a:ext cx="3498851"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0" name="Group 13"/>
          <p:cNvGrpSpPr>
            <a:grpSpLocks/>
          </p:cNvGrpSpPr>
          <p:nvPr userDrawn="1"/>
        </p:nvGrpSpPr>
        <p:grpSpPr bwMode="auto">
          <a:xfrm>
            <a:off x="10991851" y="153989"/>
            <a:ext cx="967316" cy="795337"/>
            <a:chOff x="513" y="2448"/>
            <a:chExt cx="1213" cy="1330"/>
          </a:xfrm>
        </p:grpSpPr>
        <p:pic>
          <p:nvPicPr>
            <p:cNvPr id="1031" name="Picture 5" descr="ATLAS Logo"/>
            <p:cNvPicPr>
              <a:picLocks noChangeAspect="1" noChangeArrowheads="1"/>
            </p:cNvPicPr>
            <p:nvPr userDrawn="1"/>
          </p:nvPicPr>
          <p:blipFill>
            <a:blip r:embed="rId12">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561" y="2448"/>
              <a:ext cx="1163" cy="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6" descr="logo_full_300"/>
            <p:cNvPicPr>
              <a:picLocks noChangeAspect="1" noChangeArrowheads="1"/>
            </p:cNvPicPr>
            <p:nvPr userDrawn="1"/>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3" y="3339"/>
              <a:ext cx="1213" cy="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527601960"/>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Lst>
  <p:transition/>
  <p:hf sldNum="0" hdr="0" ftr="0"/>
  <p:txStyles>
    <p:titleStyle>
      <a:lvl1pPr algn="l" rtl="0" eaLnBrk="0" fontAlgn="base" hangingPunct="0">
        <a:spcBef>
          <a:spcPct val="0"/>
        </a:spcBef>
        <a:spcAft>
          <a:spcPct val="0"/>
        </a:spcAft>
        <a:defRPr sz="3200">
          <a:solidFill>
            <a:srgbClr val="023B70"/>
          </a:solidFill>
          <a:latin typeface="Arial Narrow" pitchFamily="34" charset="0"/>
          <a:ea typeface="MS PGothic" pitchFamily="34" charset="-128"/>
          <a:cs typeface="ＭＳ Ｐゴシック"/>
        </a:defRPr>
      </a:lvl1pPr>
      <a:lvl2pPr algn="l" rtl="0" eaLnBrk="0" fontAlgn="base" hangingPunct="0">
        <a:spcBef>
          <a:spcPct val="0"/>
        </a:spcBef>
        <a:spcAft>
          <a:spcPct val="0"/>
        </a:spcAft>
        <a:defRPr sz="3200">
          <a:solidFill>
            <a:srgbClr val="023B70"/>
          </a:solidFill>
          <a:latin typeface="Arial Narrow" pitchFamily="34" charset="0"/>
          <a:ea typeface="MS PGothic" pitchFamily="34" charset="-128"/>
          <a:cs typeface="ＭＳ Ｐゴシック"/>
        </a:defRPr>
      </a:lvl2pPr>
      <a:lvl3pPr algn="l" rtl="0" eaLnBrk="0" fontAlgn="base" hangingPunct="0">
        <a:spcBef>
          <a:spcPct val="0"/>
        </a:spcBef>
        <a:spcAft>
          <a:spcPct val="0"/>
        </a:spcAft>
        <a:defRPr sz="3200">
          <a:solidFill>
            <a:srgbClr val="023B70"/>
          </a:solidFill>
          <a:latin typeface="Arial Narrow" pitchFamily="34" charset="0"/>
          <a:ea typeface="MS PGothic" pitchFamily="34" charset="-128"/>
          <a:cs typeface="ＭＳ Ｐゴシック"/>
        </a:defRPr>
      </a:lvl3pPr>
      <a:lvl4pPr algn="l" rtl="0" eaLnBrk="0" fontAlgn="base" hangingPunct="0">
        <a:spcBef>
          <a:spcPct val="0"/>
        </a:spcBef>
        <a:spcAft>
          <a:spcPct val="0"/>
        </a:spcAft>
        <a:defRPr sz="3200">
          <a:solidFill>
            <a:srgbClr val="023B70"/>
          </a:solidFill>
          <a:latin typeface="Arial Narrow" pitchFamily="34" charset="0"/>
          <a:ea typeface="MS PGothic" pitchFamily="34" charset="-128"/>
          <a:cs typeface="ＭＳ Ｐゴシック"/>
        </a:defRPr>
      </a:lvl4pPr>
      <a:lvl5pPr algn="l" rtl="0" eaLnBrk="0" fontAlgn="base" hangingPunct="0">
        <a:spcBef>
          <a:spcPct val="0"/>
        </a:spcBef>
        <a:spcAft>
          <a:spcPct val="0"/>
        </a:spcAft>
        <a:defRPr sz="3200">
          <a:solidFill>
            <a:srgbClr val="023B70"/>
          </a:solidFill>
          <a:latin typeface="Arial Narrow" pitchFamily="34" charset="0"/>
          <a:ea typeface="MS PGothic" pitchFamily="34" charset="-128"/>
          <a:cs typeface="ＭＳ Ｐゴシック"/>
        </a:defRPr>
      </a:lvl5pPr>
      <a:lvl6pPr marL="457200" algn="l" rtl="0" fontAlgn="base">
        <a:spcBef>
          <a:spcPct val="0"/>
        </a:spcBef>
        <a:spcAft>
          <a:spcPct val="0"/>
        </a:spcAft>
        <a:defRPr sz="2500">
          <a:solidFill>
            <a:srgbClr val="EF2E24"/>
          </a:solidFill>
          <a:latin typeface="Arial" charset="0"/>
          <a:ea typeface="ＭＳ Ｐゴシック" pitchFamily="16" charset="-128"/>
        </a:defRPr>
      </a:lvl6pPr>
      <a:lvl7pPr marL="914400" algn="l" rtl="0" fontAlgn="base">
        <a:spcBef>
          <a:spcPct val="0"/>
        </a:spcBef>
        <a:spcAft>
          <a:spcPct val="0"/>
        </a:spcAft>
        <a:defRPr sz="2500">
          <a:solidFill>
            <a:srgbClr val="EF2E24"/>
          </a:solidFill>
          <a:latin typeface="Arial" charset="0"/>
          <a:ea typeface="ＭＳ Ｐゴシック" pitchFamily="16" charset="-128"/>
        </a:defRPr>
      </a:lvl7pPr>
      <a:lvl8pPr marL="1371600" algn="l" rtl="0" fontAlgn="base">
        <a:spcBef>
          <a:spcPct val="0"/>
        </a:spcBef>
        <a:spcAft>
          <a:spcPct val="0"/>
        </a:spcAft>
        <a:defRPr sz="2500">
          <a:solidFill>
            <a:srgbClr val="EF2E24"/>
          </a:solidFill>
          <a:latin typeface="Arial" charset="0"/>
          <a:ea typeface="ＭＳ Ｐゴシック" pitchFamily="16" charset="-128"/>
        </a:defRPr>
      </a:lvl8pPr>
      <a:lvl9pPr marL="1828800" algn="l" rtl="0" fontAlgn="base">
        <a:spcBef>
          <a:spcPct val="0"/>
        </a:spcBef>
        <a:spcAft>
          <a:spcPct val="0"/>
        </a:spcAft>
        <a:defRPr sz="2500">
          <a:solidFill>
            <a:srgbClr val="EF2E24"/>
          </a:solidFill>
          <a:latin typeface="Arial" charset="0"/>
          <a:ea typeface="ＭＳ Ｐゴシック" pitchFamily="16" charset="-128"/>
        </a:defRPr>
      </a:lvl9pPr>
    </p:titleStyle>
    <p:bodyStyle>
      <a:lvl1pPr marL="342900" indent="-342900" algn="l" rtl="0" eaLnBrk="0" fontAlgn="base" hangingPunct="0">
        <a:spcBef>
          <a:spcPct val="20000"/>
        </a:spcBef>
        <a:spcAft>
          <a:spcPct val="0"/>
        </a:spcAft>
        <a:buClr>
          <a:schemeClr val="tx1"/>
        </a:buClr>
        <a:buFont typeface="Arial" panose="020B0604020202020204" pitchFamily="34" charset="0"/>
        <a:buChar char="•"/>
        <a:defRPr sz="2400">
          <a:solidFill>
            <a:srgbClr val="434343"/>
          </a:solidFill>
          <a:latin typeface="Arial" charset="0"/>
          <a:ea typeface="MS PGothic" pitchFamily="34" charset="-128"/>
          <a:cs typeface="ＭＳ Ｐゴシック"/>
        </a:defRPr>
      </a:lvl1pPr>
      <a:lvl2pPr marL="742950" indent="-285750" algn="l" rtl="0" eaLnBrk="0" fontAlgn="base" hangingPunct="0">
        <a:spcBef>
          <a:spcPct val="20000"/>
        </a:spcBef>
        <a:spcAft>
          <a:spcPct val="0"/>
        </a:spcAft>
        <a:buClr>
          <a:schemeClr val="tx1"/>
        </a:buClr>
        <a:buFont typeface="Arial" panose="020B0604020202020204" pitchFamily="34" charset="0"/>
        <a:buChar char="•"/>
        <a:defRPr sz="2000">
          <a:solidFill>
            <a:srgbClr val="808080"/>
          </a:solidFill>
          <a:latin typeface="Arial" charset="0"/>
          <a:ea typeface="MS PGothic" pitchFamily="34" charset="-128"/>
          <a:cs typeface="ＭＳ Ｐゴシック"/>
        </a:defRPr>
      </a:lvl2pPr>
      <a:lvl3pPr marL="1143000" indent="-228600" algn="l" rtl="0" eaLnBrk="0" fontAlgn="base" hangingPunct="0">
        <a:spcBef>
          <a:spcPct val="20000"/>
        </a:spcBef>
        <a:spcAft>
          <a:spcPct val="0"/>
        </a:spcAft>
        <a:buClr>
          <a:schemeClr val="tx1"/>
        </a:buClr>
        <a:buFont typeface="Arial" panose="020B0604020202020204" pitchFamily="34" charset="0"/>
        <a:buChar char="•"/>
        <a:defRPr sz="2000">
          <a:solidFill>
            <a:srgbClr val="808080"/>
          </a:solidFill>
          <a:latin typeface="Arial" charset="0"/>
          <a:ea typeface="MS PGothic" pitchFamily="34" charset="-128"/>
          <a:cs typeface="ＭＳ Ｐゴシック"/>
        </a:defRPr>
      </a:lvl3pPr>
      <a:lvl4pPr marL="1600200" indent="-228600" algn="l" rtl="0" eaLnBrk="0" fontAlgn="base" hangingPunct="0">
        <a:spcBef>
          <a:spcPct val="20000"/>
        </a:spcBef>
        <a:spcAft>
          <a:spcPct val="0"/>
        </a:spcAft>
        <a:buClr>
          <a:schemeClr val="tx1"/>
        </a:buClr>
        <a:buFont typeface="Arial" panose="020B0604020202020204" pitchFamily="34" charset="0"/>
        <a:buChar char="•"/>
        <a:defRPr sz="2000">
          <a:solidFill>
            <a:srgbClr val="808080"/>
          </a:solidFill>
          <a:latin typeface="Arial" charset="0"/>
          <a:ea typeface="MS PGothic" pitchFamily="34" charset="-128"/>
          <a:cs typeface="ＭＳ Ｐゴシック"/>
        </a:defRPr>
      </a:lvl4pPr>
      <a:lvl5pPr marL="2057400" indent="-228600" algn="l" rtl="0" eaLnBrk="0" fontAlgn="base" hangingPunct="0">
        <a:spcBef>
          <a:spcPct val="20000"/>
        </a:spcBef>
        <a:spcAft>
          <a:spcPct val="0"/>
        </a:spcAft>
        <a:buClr>
          <a:schemeClr val="tx1"/>
        </a:buClr>
        <a:buFont typeface="Arial" panose="020B0604020202020204" pitchFamily="34" charset="0"/>
        <a:buChar char="•"/>
        <a:defRPr sz="2000">
          <a:solidFill>
            <a:srgbClr val="808080"/>
          </a:solidFill>
          <a:latin typeface="Arial" charset="0"/>
          <a:ea typeface="MS PGothic" pitchFamily="34" charset="-128"/>
          <a:cs typeface="ＭＳ Ｐゴシック"/>
        </a:defRPr>
      </a:lvl5pPr>
      <a:lvl6pPr marL="2514600" indent="-228600" algn="l" rtl="0" fontAlgn="base">
        <a:spcBef>
          <a:spcPct val="20000"/>
        </a:spcBef>
        <a:spcAft>
          <a:spcPct val="0"/>
        </a:spcAft>
        <a:buFont typeface="Times" pitchFamily="16" charset="0"/>
        <a:defRPr>
          <a:solidFill>
            <a:schemeClr val="tx1"/>
          </a:solidFill>
          <a:latin typeface="+mn-lt"/>
          <a:ea typeface="+mn-ea"/>
        </a:defRPr>
      </a:lvl6pPr>
      <a:lvl7pPr marL="2971800" indent="-228600" algn="l" rtl="0" fontAlgn="base">
        <a:spcBef>
          <a:spcPct val="20000"/>
        </a:spcBef>
        <a:spcAft>
          <a:spcPct val="0"/>
        </a:spcAft>
        <a:buFont typeface="Times" pitchFamily="16" charset="0"/>
        <a:defRPr>
          <a:solidFill>
            <a:schemeClr val="tx1"/>
          </a:solidFill>
          <a:latin typeface="+mn-lt"/>
          <a:ea typeface="+mn-ea"/>
        </a:defRPr>
      </a:lvl7pPr>
      <a:lvl8pPr marL="3429000" indent="-228600" algn="l" rtl="0" fontAlgn="base">
        <a:spcBef>
          <a:spcPct val="20000"/>
        </a:spcBef>
        <a:spcAft>
          <a:spcPct val="0"/>
        </a:spcAft>
        <a:buFont typeface="Times" pitchFamily="16" charset="0"/>
        <a:defRPr>
          <a:solidFill>
            <a:schemeClr val="tx1"/>
          </a:solidFill>
          <a:latin typeface="+mn-lt"/>
          <a:ea typeface="+mn-ea"/>
        </a:defRPr>
      </a:lvl8pPr>
      <a:lvl9pPr marL="3886200" indent="-228600" algn="l" rtl="0" fontAlgn="base">
        <a:spcBef>
          <a:spcPct val="20000"/>
        </a:spcBef>
        <a:spcAft>
          <a:spcPct val="0"/>
        </a:spcAft>
        <a:buFont typeface="Times" pitchFamily="16" charset="0"/>
        <a:defRPr>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2500" y="366779"/>
            <a:ext cx="10972800" cy="606426"/>
          </a:xfrm>
          <a:prstGeom prst="rect">
            <a:avLst/>
          </a:prstGeom>
        </p:spPr>
        <p:txBody>
          <a:bodyPr vert="horz" lIns="0" tIns="0" rIns="0" bIns="0" rtlCol="0" anchor="t" anchorCtr="0">
            <a:normAutofit/>
          </a:bodyPr>
          <a:lstStyle/>
          <a:p>
            <a:r>
              <a:rPr lang="en-US" dirty="0"/>
              <a:t>Click to edit Master title style</a:t>
            </a:r>
          </a:p>
        </p:txBody>
      </p:sp>
      <p:sp>
        <p:nvSpPr>
          <p:cNvPr id="3" name="Text Placeholder 2"/>
          <p:cNvSpPr>
            <a:spLocks noGrp="1"/>
          </p:cNvSpPr>
          <p:nvPr>
            <p:ph type="body" idx="1"/>
          </p:nvPr>
        </p:nvSpPr>
        <p:spPr>
          <a:xfrm>
            <a:off x="458334" y="871100"/>
            <a:ext cx="10972800" cy="4853783"/>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03174061"/>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Lst>
  <p:txStyles>
    <p:titleStyle>
      <a:lvl1pPr algn="l" defTabSz="1214962" rtl="0" eaLnBrk="1" latinLnBrk="0" hangingPunct="1">
        <a:lnSpc>
          <a:spcPct val="100000"/>
        </a:lnSpc>
        <a:spcBef>
          <a:spcPct val="0"/>
        </a:spcBef>
        <a:buNone/>
        <a:defRPr sz="3709" b="0" kern="1200">
          <a:solidFill>
            <a:schemeClr val="tx1"/>
          </a:solidFill>
          <a:latin typeface="+mj-lt"/>
          <a:ea typeface="+mj-ea"/>
          <a:cs typeface="Arial" panose="020B0604020202020204" pitchFamily="34" charset="0"/>
        </a:defRPr>
      </a:lvl1pPr>
    </p:titleStyle>
    <p:bodyStyle>
      <a:lvl1pPr marL="0" indent="0" algn="l" defTabSz="1214962" rtl="0" eaLnBrk="1" latinLnBrk="0" hangingPunct="1">
        <a:spcBef>
          <a:spcPts val="0"/>
        </a:spcBef>
        <a:spcAft>
          <a:spcPts val="1333"/>
        </a:spcAft>
        <a:buFont typeface="Arial" pitchFamily="34" charset="0"/>
        <a:buNone/>
        <a:defRPr sz="2105" kern="1200">
          <a:solidFill>
            <a:schemeClr val="tx1"/>
          </a:solidFill>
          <a:latin typeface="+mn-lt"/>
          <a:ea typeface="+mn-ea"/>
          <a:cs typeface="Arial" panose="020B0604020202020204" pitchFamily="34" charset="0"/>
        </a:defRPr>
      </a:lvl1pPr>
      <a:lvl2pPr marL="221470" indent="-221470" algn="l" defTabSz="1214962" rtl="0" eaLnBrk="1" latinLnBrk="0" hangingPunct="1">
        <a:spcBef>
          <a:spcPts val="0"/>
        </a:spcBef>
        <a:spcAft>
          <a:spcPts val="1333"/>
        </a:spcAft>
        <a:buFont typeface="Arial" panose="020B0604020202020204" pitchFamily="34" charset="0"/>
        <a:buChar char="•"/>
        <a:defRPr sz="2105" kern="1200">
          <a:solidFill>
            <a:schemeClr val="tx1"/>
          </a:solidFill>
          <a:latin typeface="+mn-lt"/>
          <a:ea typeface="+mn-ea"/>
          <a:cs typeface="Arial" panose="020B0604020202020204" pitchFamily="34" charset="0"/>
        </a:defRPr>
      </a:lvl2pPr>
      <a:lvl3pPr marL="535755" indent="-236238" algn="l" defTabSz="1214962" rtl="0" eaLnBrk="1" latinLnBrk="0" hangingPunct="1">
        <a:spcBef>
          <a:spcPts val="0"/>
        </a:spcBef>
        <a:spcAft>
          <a:spcPts val="1333"/>
        </a:spcAft>
        <a:buFont typeface="Calibri" panose="020F0502020204030204" pitchFamily="34" charset="0"/>
        <a:buChar char="–"/>
        <a:defRPr sz="2105" kern="1200">
          <a:solidFill>
            <a:schemeClr val="tx1"/>
          </a:solidFill>
          <a:latin typeface="+mn-lt"/>
          <a:ea typeface="+mn-ea"/>
          <a:cs typeface="Arial" panose="020B0604020202020204" pitchFamily="34" charset="0"/>
        </a:defRPr>
      </a:lvl3pPr>
      <a:lvl4pPr marL="2126175"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4pPr>
      <a:lvl5pPr marL="2733649"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5pPr>
      <a:lvl6pPr marL="3341131"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6pPr>
      <a:lvl7pPr marL="3948602"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7pPr>
      <a:lvl8pPr marL="4556080"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8pPr>
      <a:lvl9pPr marL="5163555"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9pPr>
    </p:bodyStyle>
    <p:otherStyle>
      <a:defPPr>
        <a:defRPr lang="en-US"/>
      </a:defPPr>
      <a:lvl1pPr marL="0" algn="l" defTabSz="1214962" rtl="0" eaLnBrk="1" latinLnBrk="0" hangingPunct="1">
        <a:defRPr sz="2406" kern="1200">
          <a:solidFill>
            <a:schemeClr val="tx1"/>
          </a:solidFill>
          <a:latin typeface="+mn-lt"/>
          <a:ea typeface="+mn-ea"/>
          <a:cs typeface="+mn-cs"/>
        </a:defRPr>
      </a:lvl1pPr>
      <a:lvl2pPr marL="607482" algn="l" defTabSz="1214962" rtl="0" eaLnBrk="1" latinLnBrk="0" hangingPunct="1">
        <a:defRPr sz="2406" kern="1200">
          <a:solidFill>
            <a:schemeClr val="tx1"/>
          </a:solidFill>
          <a:latin typeface="+mn-lt"/>
          <a:ea typeface="+mn-ea"/>
          <a:cs typeface="+mn-cs"/>
        </a:defRPr>
      </a:lvl2pPr>
      <a:lvl3pPr marL="1214962" algn="l" defTabSz="1214962" rtl="0" eaLnBrk="1" latinLnBrk="0" hangingPunct="1">
        <a:defRPr sz="2406" kern="1200">
          <a:solidFill>
            <a:schemeClr val="tx1"/>
          </a:solidFill>
          <a:latin typeface="+mn-lt"/>
          <a:ea typeface="+mn-ea"/>
          <a:cs typeface="+mn-cs"/>
        </a:defRPr>
      </a:lvl3pPr>
      <a:lvl4pPr marL="1822432" algn="l" defTabSz="1214962" rtl="0" eaLnBrk="1" latinLnBrk="0" hangingPunct="1">
        <a:defRPr sz="2406" kern="1200">
          <a:solidFill>
            <a:schemeClr val="tx1"/>
          </a:solidFill>
          <a:latin typeface="+mn-lt"/>
          <a:ea typeface="+mn-ea"/>
          <a:cs typeface="+mn-cs"/>
        </a:defRPr>
      </a:lvl4pPr>
      <a:lvl5pPr marL="2429913" algn="l" defTabSz="1214962" rtl="0" eaLnBrk="1" latinLnBrk="0" hangingPunct="1">
        <a:defRPr sz="2406" kern="1200">
          <a:solidFill>
            <a:schemeClr val="tx1"/>
          </a:solidFill>
          <a:latin typeface="+mn-lt"/>
          <a:ea typeface="+mn-ea"/>
          <a:cs typeface="+mn-cs"/>
        </a:defRPr>
      </a:lvl5pPr>
      <a:lvl6pPr marL="3037379" algn="l" defTabSz="1214962" rtl="0" eaLnBrk="1" latinLnBrk="0" hangingPunct="1">
        <a:defRPr sz="2406" kern="1200">
          <a:solidFill>
            <a:schemeClr val="tx1"/>
          </a:solidFill>
          <a:latin typeface="+mn-lt"/>
          <a:ea typeface="+mn-ea"/>
          <a:cs typeface="+mn-cs"/>
        </a:defRPr>
      </a:lvl6pPr>
      <a:lvl7pPr marL="3644865" algn="l" defTabSz="1214962" rtl="0" eaLnBrk="1" latinLnBrk="0" hangingPunct="1">
        <a:defRPr sz="2406" kern="1200">
          <a:solidFill>
            <a:schemeClr val="tx1"/>
          </a:solidFill>
          <a:latin typeface="+mn-lt"/>
          <a:ea typeface="+mn-ea"/>
          <a:cs typeface="+mn-cs"/>
        </a:defRPr>
      </a:lvl7pPr>
      <a:lvl8pPr marL="4252344" algn="l" defTabSz="1214962" rtl="0" eaLnBrk="1" latinLnBrk="0" hangingPunct="1">
        <a:defRPr sz="2406" kern="1200">
          <a:solidFill>
            <a:schemeClr val="tx1"/>
          </a:solidFill>
          <a:latin typeface="+mn-lt"/>
          <a:ea typeface="+mn-ea"/>
          <a:cs typeface="+mn-cs"/>
        </a:defRPr>
      </a:lvl8pPr>
      <a:lvl9pPr marL="4859814" algn="l" defTabSz="1214962" rtl="0" eaLnBrk="1" latinLnBrk="0" hangingPunct="1">
        <a:defRPr sz="2406"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2500" y="366779"/>
            <a:ext cx="10972800" cy="606426"/>
          </a:xfrm>
          <a:prstGeom prst="rect">
            <a:avLst/>
          </a:prstGeom>
        </p:spPr>
        <p:txBody>
          <a:bodyPr vert="horz" lIns="0" tIns="0" rIns="0" bIns="0" rtlCol="0" anchor="t" anchorCtr="0">
            <a:normAutofit/>
          </a:bodyPr>
          <a:lstStyle/>
          <a:p>
            <a:r>
              <a:rPr lang="en-US" dirty="0"/>
              <a:t>Click to edit Master title style</a:t>
            </a:r>
          </a:p>
        </p:txBody>
      </p:sp>
      <p:sp>
        <p:nvSpPr>
          <p:cNvPr id="3" name="Text Placeholder 2"/>
          <p:cNvSpPr>
            <a:spLocks noGrp="1"/>
          </p:cNvSpPr>
          <p:nvPr>
            <p:ph type="body" idx="1"/>
          </p:nvPr>
        </p:nvSpPr>
        <p:spPr>
          <a:xfrm>
            <a:off x="458334" y="871100"/>
            <a:ext cx="10972800" cy="4853783"/>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420806675"/>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Lst>
  <p:txStyles>
    <p:titleStyle>
      <a:lvl1pPr algn="l" defTabSz="1214962" rtl="0" eaLnBrk="1" latinLnBrk="0" hangingPunct="1">
        <a:lnSpc>
          <a:spcPct val="100000"/>
        </a:lnSpc>
        <a:spcBef>
          <a:spcPct val="0"/>
        </a:spcBef>
        <a:buNone/>
        <a:defRPr sz="3709" b="0" kern="1200">
          <a:solidFill>
            <a:schemeClr val="tx1"/>
          </a:solidFill>
          <a:latin typeface="+mj-lt"/>
          <a:ea typeface="+mj-ea"/>
          <a:cs typeface="Arial" panose="020B0604020202020204" pitchFamily="34" charset="0"/>
        </a:defRPr>
      </a:lvl1pPr>
    </p:titleStyle>
    <p:bodyStyle>
      <a:lvl1pPr marL="0" indent="0" algn="l" defTabSz="1214962" rtl="0" eaLnBrk="1" latinLnBrk="0" hangingPunct="1">
        <a:spcBef>
          <a:spcPts val="0"/>
        </a:spcBef>
        <a:spcAft>
          <a:spcPts val="1333"/>
        </a:spcAft>
        <a:buFont typeface="Arial" pitchFamily="34" charset="0"/>
        <a:buNone/>
        <a:defRPr sz="2105" kern="1200">
          <a:solidFill>
            <a:schemeClr val="tx1"/>
          </a:solidFill>
          <a:latin typeface="+mn-lt"/>
          <a:ea typeface="+mn-ea"/>
          <a:cs typeface="Arial" panose="020B0604020202020204" pitchFamily="34" charset="0"/>
        </a:defRPr>
      </a:lvl1pPr>
      <a:lvl2pPr marL="221470" indent="-221470" algn="l" defTabSz="1214962" rtl="0" eaLnBrk="1" latinLnBrk="0" hangingPunct="1">
        <a:spcBef>
          <a:spcPts val="0"/>
        </a:spcBef>
        <a:spcAft>
          <a:spcPts val="1333"/>
        </a:spcAft>
        <a:buFont typeface="Arial" panose="020B0604020202020204" pitchFamily="34" charset="0"/>
        <a:buChar char="•"/>
        <a:defRPr sz="2105" kern="1200">
          <a:solidFill>
            <a:schemeClr val="tx1"/>
          </a:solidFill>
          <a:latin typeface="+mn-lt"/>
          <a:ea typeface="+mn-ea"/>
          <a:cs typeface="Arial" panose="020B0604020202020204" pitchFamily="34" charset="0"/>
        </a:defRPr>
      </a:lvl2pPr>
      <a:lvl3pPr marL="535755" indent="-236238" algn="l" defTabSz="1214962" rtl="0" eaLnBrk="1" latinLnBrk="0" hangingPunct="1">
        <a:spcBef>
          <a:spcPts val="0"/>
        </a:spcBef>
        <a:spcAft>
          <a:spcPts val="1333"/>
        </a:spcAft>
        <a:buFont typeface="Calibri" panose="020F0502020204030204" pitchFamily="34" charset="0"/>
        <a:buChar char="–"/>
        <a:defRPr sz="2105" kern="1200">
          <a:solidFill>
            <a:schemeClr val="tx1"/>
          </a:solidFill>
          <a:latin typeface="+mn-lt"/>
          <a:ea typeface="+mn-ea"/>
          <a:cs typeface="Arial" panose="020B0604020202020204" pitchFamily="34" charset="0"/>
        </a:defRPr>
      </a:lvl3pPr>
      <a:lvl4pPr marL="2126175"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4pPr>
      <a:lvl5pPr marL="2733649"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5pPr>
      <a:lvl6pPr marL="3341131"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6pPr>
      <a:lvl7pPr marL="3948602"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7pPr>
      <a:lvl8pPr marL="4556080"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8pPr>
      <a:lvl9pPr marL="5163555"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9pPr>
    </p:bodyStyle>
    <p:otherStyle>
      <a:defPPr>
        <a:defRPr lang="en-US"/>
      </a:defPPr>
      <a:lvl1pPr marL="0" algn="l" defTabSz="1214962" rtl="0" eaLnBrk="1" latinLnBrk="0" hangingPunct="1">
        <a:defRPr sz="2406" kern="1200">
          <a:solidFill>
            <a:schemeClr val="tx1"/>
          </a:solidFill>
          <a:latin typeface="+mn-lt"/>
          <a:ea typeface="+mn-ea"/>
          <a:cs typeface="+mn-cs"/>
        </a:defRPr>
      </a:lvl1pPr>
      <a:lvl2pPr marL="607482" algn="l" defTabSz="1214962" rtl="0" eaLnBrk="1" latinLnBrk="0" hangingPunct="1">
        <a:defRPr sz="2406" kern="1200">
          <a:solidFill>
            <a:schemeClr val="tx1"/>
          </a:solidFill>
          <a:latin typeface="+mn-lt"/>
          <a:ea typeface="+mn-ea"/>
          <a:cs typeface="+mn-cs"/>
        </a:defRPr>
      </a:lvl2pPr>
      <a:lvl3pPr marL="1214962" algn="l" defTabSz="1214962" rtl="0" eaLnBrk="1" latinLnBrk="0" hangingPunct="1">
        <a:defRPr sz="2406" kern="1200">
          <a:solidFill>
            <a:schemeClr val="tx1"/>
          </a:solidFill>
          <a:latin typeface="+mn-lt"/>
          <a:ea typeface="+mn-ea"/>
          <a:cs typeface="+mn-cs"/>
        </a:defRPr>
      </a:lvl3pPr>
      <a:lvl4pPr marL="1822432" algn="l" defTabSz="1214962" rtl="0" eaLnBrk="1" latinLnBrk="0" hangingPunct="1">
        <a:defRPr sz="2406" kern="1200">
          <a:solidFill>
            <a:schemeClr val="tx1"/>
          </a:solidFill>
          <a:latin typeface="+mn-lt"/>
          <a:ea typeface="+mn-ea"/>
          <a:cs typeface="+mn-cs"/>
        </a:defRPr>
      </a:lvl4pPr>
      <a:lvl5pPr marL="2429913" algn="l" defTabSz="1214962" rtl="0" eaLnBrk="1" latinLnBrk="0" hangingPunct="1">
        <a:defRPr sz="2406" kern="1200">
          <a:solidFill>
            <a:schemeClr val="tx1"/>
          </a:solidFill>
          <a:latin typeface="+mn-lt"/>
          <a:ea typeface="+mn-ea"/>
          <a:cs typeface="+mn-cs"/>
        </a:defRPr>
      </a:lvl5pPr>
      <a:lvl6pPr marL="3037379" algn="l" defTabSz="1214962" rtl="0" eaLnBrk="1" latinLnBrk="0" hangingPunct="1">
        <a:defRPr sz="2406" kern="1200">
          <a:solidFill>
            <a:schemeClr val="tx1"/>
          </a:solidFill>
          <a:latin typeface="+mn-lt"/>
          <a:ea typeface="+mn-ea"/>
          <a:cs typeface="+mn-cs"/>
        </a:defRPr>
      </a:lvl6pPr>
      <a:lvl7pPr marL="3644865" algn="l" defTabSz="1214962" rtl="0" eaLnBrk="1" latinLnBrk="0" hangingPunct="1">
        <a:defRPr sz="2406" kern="1200">
          <a:solidFill>
            <a:schemeClr val="tx1"/>
          </a:solidFill>
          <a:latin typeface="+mn-lt"/>
          <a:ea typeface="+mn-ea"/>
          <a:cs typeface="+mn-cs"/>
        </a:defRPr>
      </a:lvl7pPr>
      <a:lvl8pPr marL="4252344" algn="l" defTabSz="1214962" rtl="0" eaLnBrk="1" latinLnBrk="0" hangingPunct="1">
        <a:defRPr sz="2406" kern="1200">
          <a:solidFill>
            <a:schemeClr val="tx1"/>
          </a:solidFill>
          <a:latin typeface="+mn-lt"/>
          <a:ea typeface="+mn-ea"/>
          <a:cs typeface="+mn-cs"/>
        </a:defRPr>
      </a:lvl8pPr>
      <a:lvl9pPr marL="4859814" algn="l" defTabSz="1214962" rtl="0" eaLnBrk="1" latinLnBrk="0" hangingPunct="1">
        <a:defRPr sz="2406"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2500" y="366779"/>
            <a:ext cx="10972800" cy="606426"/>
          </a:xfrm>
          <a:prstGeom prst="rect">
            <a:avLst/>
          </a:prstGeom>
        </p:spPr>
        <p:txBody>
          <a:bodyPr vert="horz" lIns="0" tIns="0" rIns="0" bIns="0" rtlCol="0" anchor="t" anchorCtr="0">
            <a:normAutofit/>
          </a:bodyPr>
          <a:lstStyle/>
          <a:p>
            <a:r>
              <a:rPr lang="en-US" dirty="0"/>
              <a:t>Click to edit Master title style</a:t>
            </a:r>
          </a:p>
        </p:txBody>
      </p:sp>
      <p:sp>
        <p:nvSpPr>
          <p:cNvPr id="3" name="Text Placeholder 2"/>
          <p:cNvSpPr>
            <a:spLocks noGrp="1"/>
          </p:cNvSpPr>
          <p:nvPr>
            <p:ph type="body" idx="1"/>
          </p:nvPr>
        </p:nvSpPr>
        <p:spPr>
          <a:xfrm>
            <a:off x="458334" y="871100"/>
            <a:ext cx="10972800" cy="4853783"/>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5" name="Slide Number Placeholder 5"/>
          <p:cNvSpPr txBox="1">
            <a:spLocks/>
          </p:cNvSpPr>
          <p:nvPr userDrawn="1"/>
        </p:nvSpPr>
        <p:spPr>
          <a:xfrm>
            <a:off x="11666742" y="6488400"/>
            <a:ext cx="172692" cy="187798"/>
          </a:xfrm>
          <a:prstGeom prst="rect">
            <a:avLst/>
          </a:prstGeom>
        </p:spPr>
        <p:txBody>
          <a:bodyPr vert="horz" lIns="0" tIns="0" rIns="0" bIns="0" rtlCol="0" anchor="ctr" anchorCtr="0"/>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fld id="{275BAEB0-9CF5-46A3-9FA9-B8F172252491}" type="slidenum">
              <a:rPr lang="en-US" sz="652" smtClean="0">
                <a:solidFill>
                  <a:schemeClr val="tx1"/>
                </a:solidFill>
                <a:latin typeface="+mj-lt"/>
                <a:cs typeface="Arial" panose="020B0604020202020204" pitchFamily="34" charset="0"/>
              </a:rPr>
              <a:pPr marL="0" lvl="1"/>
              <a:t>‹#›</a:t>
            </a:fld>
            <a:endParaRPr kumimoji="0" lang="en-US" sz="902"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820568101"/>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5" r:id="rId6"/>
  </p:sldLayoutIdLst>
  <p:txStyles>
    <p:titleStyle>
      <a:lvl1pPr algn="l" defTabSz="1214962" rtl="0" eaLnBrk="1" latinLnBrk="0" hangingPunct="1">
        <a:lnSpc>
          <a:spcPct val="100000"/>
        </a:lnSpc>
        <a:spcBef>
          <a:spcPct val="0"/>
        </a:spcBef>
        <a:buNone/>
        <a:defRPr sz="3709" b="0" kern="1200">
          <a:solidFill>
            <a:schemeClr val="tx1"/>
          </a:solidFill>
          <a:latin typeface="+mj-lt"/>
          <a:ea typeface="+mj-ea"/>
          <a:cs typeface="Arial" panose="020B0604020202020204" pitchFamily="34" charset="0"/>
        </a:defRPr>
      </a:lvl1pPr>
    </p:titleStyle>
    <p:bodyStyle>
      <a:lvl1pPr marL="0" indent="0" algn="l" defTabSz="1214962" rtl="0" eaLnBrk="1" latinLnBrk="0" hangingPunct="1">
        <a:spcBef>
          <a:spcPts val="0"/>
        </a:spcBef>
        <a:spcAft>
          <a:spcPts val="1333"/>
        </a:spcAft>
        <a:buFont typeface="Arial" pitchFamily="34" charset="0"/>
        <a:buNone/>
        <a:defRPr sz="2105" kern="1200">
          <a:solidFill>
            <a:schemeClr val="tx1"/>
          </a:solidFill>
          <a:latin typeface="+mn-lt"/>
          <a:ea typeface="+mn-ea"/>
          <a:cs typeface="Arial" panose="020B0604020202020204" pitchFamily="34" charset="0"/>
        </a:defRPr>
      </a:lvl1pPr>
      <a:lvl2pPr marL="221470" indent="-221470" algn="l" defTabSz="1214962" rtl="0" eaLnBrk="1" latinLnBrk="0" hangingPunct="1">
        <a:spcBef>
          <a:spcPts val="0"/>
        </a:spcBef>
        <a:spcAft>
          <a:spcPts val="1333"/>
        </a:spcAft>
        <a:buFont typeface="Arial" panose="020B0604020202020204" pitchFamily="34" charset="0"/>
        <a:buChar char="•"/>
        <a:defRPr sz="2105" kern="1200">
          <a:solidFill>
            <a:schemeClr val="tx1"/>
          </a:solidFill>
          <a:latin typeface="+mn-lt"/>
          <a:ea typeface="+mn-ea"/>
          <a:cs typeface="Arial" panose="020B0604020202020204" pitchFamily="34" charset="0"/>
        </a:defRPr>
      </a:lvl2pPr>
      <a:lvl3pPr marL="535755" indent="-236238" algn="l" defTabSz="1214962" rtl="0" eaLnBrk="1" latinLnBrk="0" hangingPunct="1">
        <a:spcBef>
          <a:spcPts val="0"/>
        </a:spcBef>
        <a:spcAft>
          <a:spcPts val="1333"/>
        </a:spcAft>
        <a:buFont typeface="Calibri" panose="020F0502020204030204" pitchFamily="34" charset="0"/>
        <a:buChar char="–"/>
        <a:defRPr sz="2105" kern="1200">
          <a:solidFill>
            <a:schemeClr val="tx1"/>
          </a:solidFill>
          <a:latin typeface="+mn-lt"/>
          <a:ea typeface="+mn-ea"/>
          <a:cs typeface="Arial" panose="020B0604020202020204" pitchFamily="34" charset="0"/>
        </a:defRPr>
      </a:lvl3pPr>
      <a:lvl4pPr marL="2126175"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4pPr>
      <a:lvl5pPr marL="2733649"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5pPr>
      <a:lvl6pPr marL="3341131"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6pPr>
      <a:lvl7pPr marL="3948602"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7pPr>
      <a:lvl8pPr marL="4556080"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8pPr>
      <a:lvl9pPr marL="5163555" indent="-303741" algn="l" defTabSz="1214962" rtl="0" eaLnBrk="1" latinLnBrk="0" hangingPunct="1">
        <a:spcBef>
          <a:spcPct val="20000"/>
        </a:spcBef>
        <a:buFont typeface="Arial" pitchFamily="34" charset="0"/>
        <a:buChar char="•"/>
        <a:defRPr sz="2707" kern="1200">
          <a:solidFill>
            <a:schemeClr val="tx1"/>
          </a:solidFill>
          <a:latin typeface="+mn-lt"/>
          <a:ea typeface="+mn-ea"/>
          <a:cs typeface="+mn-cs"/>
        </a:defRPr>
      </a:lvl9pPr>
    </p:bodyStyle>
    <p:otherStyle>
      <a:defPPr>
        <a:defRPr lang="en-US"/>
      </a:defPPr>
      <a:lvl1pPr marL="0" algn="l" defTabSz="1214962" rtl="0" eaLnBrk="1" latinLnBrk="0" hangingPunct="1">
        <a:defRPr sz="2406" kern="1200">
          <a:solidFill>
            <a:schemeClr val="tx1"/>
          </a:solidFill>
          <a:latin typeface="+mn-lt"/>
          <a:ea typeface="+mn-ea"/>
          <a:cs typeface="+mn-cs"/>
        </a:defRPr>
      </a:lvl1pPr>
      <a:lvl2pPr marL="607482" algn="l" defTabSz="1214962" rtl="0" eaLnBrk="1" latinLnBrk="0" hangingPunct="1">
        <a:defRPr sz="2406" kern="1200">
          <a:solidFill>
            <a:schemeClr val="tx1"/>
          </a:solidFill>
          <a:latin typeface="+mn-lt"/>
          <a:ea typeface="+mn-ea"/>
          <a:cs typeface="+mn-cs"/>
        </a:defRPr>
      </a:lvl2pPr>
      <a:lvl3pPr marL="1214962" algn="l" defTabSz="1214962" rtl="0" eaLnBrk="1" latinLnBrk="0" hangingPunct="1">
        <a:defRPr sz="2406" kern="1200">
          <a:solidFill>
            <a:schemeClr val="tx1"/>
          </a:solidFill>
          <a:latin typeface="+mn-lt"/>
          <a:ea typeface="+mn-ea"/>
          <a:cs typeface="+mn-cs"/>
        </a:defRPr>
      </a:lvl3pPr>
      <a:lvl4pPr marL="1822432" algn="l" defTabSz="1214962" rtl="0" eaLnBrk="1" latinLnBrk="0" hangingPunct="1">
        <a:defRPr sz="2406" kern="1200">
          <a:solidFill>
            <a:schemeClr val="tx1"/>
          </a:solidFill>
          <a:latin typeface="+mn-lt"/>
          <a:ea typeface="+mn-ea"/>
          <a:cs typeface="+mn-cs"/>
        </a:defRPr>
      </a:lvl4pPr>
      <a:lvl5pPr marL="2429913" algn="l" defTabSz="1214962" rtl="0" eaLnBrk="1" latinLnBrk="0" hangingPunct="1">
        <a:defRPr sz="2406" kern="1200">
          <a:solidFill>
            <a:schemeClr val="tx1"/>
          </a:solidFill>
          <a:latin typeface="+mn-lt"/>
          <a:ea typeface="+mn-ea"/>
          <a:cs typeface="+mn-cs"/>
        </a:defRPr>
      </a:lvl5pPr>
      <a:lvl6pPr marL="3037379" algn="l" defTabSz="1214962" rtl="0" eaLnBrk="1" latinLnBrk="0" hangingPunct="1">
        <a:defRPr sz="2406" kern="1200">
          <a:solidFill>
            <a:schemeClr val="tx1"/>
          </a:solidFill>
          <a:latin typeface="+mn-lt"/>
          <a:ea typeface="+mn-ea"/>
          <a:cs typeface="+mn-cs"/>
        </a:defRPr>
      </a:lvl6pPr>
      <a:lvl7pPr marL="3644865" algn="l" defTabSz="1214962" rtl="0" eaLnBrk="1" latinLnBrk="0" hangingPunct="1">
        <a:defRPr sz="2406" kern="1200">
          <a:solidFill>
            <a:schemeClr val="tx1"/>
          </a:solidFill>
          <a:latin typeface="+mn-lt"/>
          <a:ea typeface="+mn-ea"/>
          <a:cs typeface="+mn-cs"/>
        </a:defRPr>
      </a:lvl7pPr>
      <a:lvl8pPr marL="4252344" algn="l" defTabSz="1214962" rtl="0" eaLnBrk="1" latinLnBrk="0" hangingPunct="1">
        <a:defRPr sz="2406" kern="1200">
          <a:solidFill>
            <a:schemeClr val="tx1"/>
          </a:solidFill>
          <a:latin typeface="+mn-lt"/>
          <a:ea typeface="+mn-ea"/>
          <a:cs typeface="+mn-cs"/>
        </a:defRPr>
      </a:lvl8pPr>
      <a:lvl9pPr marL="4859814" algn="l" defTabSz="1214962" rtl="0" eaLnBrk="1" latinLnBrk="0" hangingPunct="1">
        <a:defRPr sz="2406"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6"/>
            </p:custData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spid="_x0000_s16215" name="think-cell Slide" r:id="rId47" imgW="270" imgH="270" progId="TCLayout.ActiveDocument.1">
                  <p:embed/>
                </p:oleObj>
              </mc:Choice>
              <mc:Fallback>
                <p:oleObj name="think-cell Slide" r:id="rId47" imgW="270" imgH="270" progId="TCLayout.ActiveDocument.1">
                  <p:embed/>
                  <p:pic>
                    <p:nvPicPr>
                      <p:cNvPr id="0" name=""/>
                      <p:cNvPicPr/>
                      <p:nvPr/>
                    </p:nvPicPr>
                    <p:blipFill>
                      <a:blip r:embed="rId48"/>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402587"/>
            <a:ext cx="11252200" cy="332352"/>
          </a:xfrm>
          <a:prstGeom prst="rect">
            <a:avLst/>
          </a:prstGeom>
        </p:spPr>
        <p:txBody>
          <a:bodyPr vert="horz" lIns="0" tIns="0" rIns="0" bIns="0" rtlCol="0" anchor="t" anchorCtr="0">
            <a:noAutofit/>
          </a:bodyPr>
          <a:lstStyle/>
          <a:p>
            <a:r>
              <a:rPr lang="en-US" noProof="0" dirty="0"/>
              <a:t>CLICK TO EDIT MASTER TITLE STYLE</a:t>
            </a:r>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Copyright"/>
          <p:cNvSpPr txBox="1"/>
          <p:nvPr userDrawn="1"/>
        </p:nvSpPr>
        <p:spPr>
          <a:xfrm>
            <a:off x="501649" y="6477000"/>
            <a:ext cx="5355168" cy="201260"/>
          </a:xfrm>
          <a:prstGeom prst="rect">
            <a:avLst/>
          </a:prstGeom>
          <a:noFill/>
        </p:spPr>
        <p:txBody>
          <a:bodyPr vert="horz" wrap="square" lIns="0" tIns="0" rIns="0" bIns="0" rtlCol="0" anchor="t">
            <a:noAutofit/>
          </a:bodyPr>
          <a:lstStyle/>
          <a:p>
            <a:pPr>
              <a:spcBef>
                <a:spcPts val="600"/>
              </a:spcBef>
              <a:buSzPct val="100000"/>
              <a:buFont typeface="Arial"/>
              <a:buNone/>
            </a:pPr>
            <a:r>
              <a:rPr lang="en-US" sz="650" dirty="0">
                <a:solidFill>
                  <a:prstClr val="black"/>
                </a:solidFill>
              </a:rPr>
              <a:t>Copyright © 2018 Deloitte Consulting LLP. All rights reserved.</a:t>
            </a:r>
          </a:p>
        </p:txBody>
      </p:sp>
      <p:sp>
        <p:nvSpPr>
          <p:cNvPr id="11" name="TextBox 10"/>
          <p:cNvSpPr txBox="1"/>
          <p:nvPr userDrawn="1"/>
        </p:nvSpPr>
        <p:spPr>
          <a:xfrm>
            <a:off x="11382379" y="6477005"/>
            <a:ext cx="307975" cy="100027"/>
          </a:xfrm>
          <a:prstGeom prst="rect">
            <a:avLst/>
          </a:prstGeom>
          <a:noFill/>
        </p:spPr>
        <p:txBody>
          <a:bodyPr wrap="square" lIns="0" tIns="0" rIns="0" bIns="0" rtlCol="0">
            <a:noAutofit/>
          </a:bodyPr>
          <a:lstStyle/>
          <a:p>
            <a:pPr algn="r">
              <a:spcBef>
                <a:spcPts val="600"/>
              </a:spcBef>
              <a:buSzPct val="100000"/>
              <a:buFont typeface="Arial"/>
              <a:buNone/>
            </a:pPr>
            <a:fld id="{C58DF478-B544-4ED8-9ED4-6A2648E2D233}" type="slidenum">
              <a:rPr lang="en-US" sz="650" smtClean="0">
                <a:solidFill>
                  <a:prstClr val="black"/>
                </a:solidFill>
              </a:rPr>
              <a:pPr algn="r">
                <a:spcBef>
                  <a:spcPts val="600"/>
                </a:spcBef>
                <a:buSzPct val="100000"/>
                <a:buFont typeface="Arial"/>
                <a:buNone/>
              </a:pPr>
              <a:t>‹#›</a:t>
            </a:fld>
            <a:endParaRPr lang="en-US" sz="650" dirty="0">
              <a:solidFill>
                <a:prstClr val="black"/>
              </a:solidFill>
            </a:endParaRPr>
          </a:p>
        </p:txBody>
      </p:sp>
    </p:spTree>
    <p:extLst>
      <p:ext uri="{BB962C8B-B14F-4D97-AF65-F5344CB8AC3E}">
        <p14:creationId xmlns:p14="http://schemas.microsoft.com/office/powerpoint/2010/main" val="4100008442"/>
      </p:ext>
    </p:extLst>
  </p:cSld>
  <p:clrMap bg1="lt1" tx1="dk1" bg2="lt2" tx2="dk2" accent1="accent1" accent2="accent2" accent3="accent3" accent4="accent4" accent5="accent5" accent6="accent6" hlink="hlink" folHlink="folHlink"/>
  <p:sldLayoutIdLst>
    <p:sldLayoutId id="2147483942" r:id="rId1"/>
    <p:sldLayoutId id="2147483943" r:id="rId2"/>
    <p:sldLayoutId id="2147483944" r:id="rId3"/>
    <p:sldLayoutId id="2147483945" r:id="rId4"/>
    <p:sldLayoutId id="2147483946" r:id="rId5"/>
    <p:sldLayoutId id="2147483947" r:id="rId6"/>
    <p:sldLayoutId id="2147483948" r:id="rId7"/>
    <p:sldLayoutId id="2147483949" r:id="rId8"/>
    <p:sldLayoutId id="2147483950" r:id="rId9"/>
    <p:sldLayoutId id="2147483951" r:id="rId10"/>
    <p:sldLayoutId id="2147483952" r:id="rId11"/>
    <p:sldLayoutId id="2147483953" r:id="rId12"/>
    <p:sldLayoutId id="2147483954" r:id="rId13"/>
    <p:sldLayoutId id="2147483955" r:id="rId14"/>
    <p:sldLayoutId id="2147483956" r:id="rId15"/>
    <p:sldLayoutId id="2147483957" r:id="rId16"/>
    <p:sldLayoutId id="2147483958" r:id="rId17"/>
    <p:sldLayoutId id="2147483959" r:id="rId18"/>
    <p:sldLayoutId id="2147483960" r:id="rId19"/>
    <p:sldLayoutId id="2147483961" r:id="rId20"/>
    <p:sldLayoutId id="2147483962" r:id="rId21"/>
    <p:sldLayoutId id="2147483963" r:id="rId22"/>
    <p:sldLayoutId id="2147483964" r:id="rId23"/>
    <p:sldLayoutId id="2147483965" r:id="rId24"/>
    <p:sldLayoutId id="2147483966" r:id="rId25"/>
    <p:sldLayoutId id="2147483967" r:id="rId26"/>
    <p:sldLayoutId id="2147483968" r:id="rId27"/>
    <p:sldLayoutId id="2147483969" r:id="rId28"/>
    <p:sldLayoutId id="2147483970" r:id="rId29"/>
    <p:sldLayoutId id="2147483971" r:id="rId30"/>
    <p:sldLayoutId id="2147483972" r:id="rId31"/>
    <p:sldLayoutId id="2147483973" r:id="rId32"/>
    <p:sldLayoutId id="2147483974" r:id="rId33"/>
    <p:sldLayoutId id="2147483975" r:id="rId34"/>
    <p:sldLayoutId id="2147483976" r:id="rId35"/>
    <p:sldLayoutId id="2147483977" r:id="rId36"/>
    <p:sldLayoutId id="2147483978" r:id="rId37"/>
    <p:sldLayoutId id="2147483979" r:id="rId38"/>
    <p:sldLayoutId id="2147483980" r:id="rId39"/>
    <p:sldLayoutId id="2147483981" r:id="rId40"/>
    <p:sldLayoutId id="2147483982" r:id="rId41"/>
    <p:sldLayoutId id="2147483983" r:id="rId42"/>
    <p:sldLayoutId id="2147483985" r:id="rId43"/>
  </p:sldLayoutIdLst>
  <p:transition>
    <p:fade/>
  </p:transition>
  <p:hf hdr="0" dt="0"/>
  <p:txStyles>
    <p:titleStyle>
      <a:lvl1pPr algn="l" defTabSz="1219170" rtl="0" eaLnBrk="1" latinLnBrk="0" hangingPunct="1">
        <a:spcBef>
          <a:spcPct val="0"/>
        </a:spcBef>
        <a:buNone/>
        <a:defRPr sz="2000" kern="1200">
          <a:solidFill>
            <a:srgbClr val="005587"/>
          </a:solidFill>
          <a:latin typeface="+mj-lt"/>
          <a:ea typeface="+mj-ea"/>
          <a:cs typeface="+mj-cs"/>
        </a:defRPr>
      </a:lvl1pPr>
    </p:titleStyle>
    <p:bodyStyle>
      <a:lvl1pPr marL="0" indent="0" algn="l" defTabSz="1219170" rtl="0" eaLnBrk="1" latinLnBrk="0" hangingPunct="1">
        <a:spcBef>
          <a:spcPts val="0"/>
        </a:spcBef>
        <a:spcAft>
          <a:spcPts val="1000"/>
        </a:spcAft>
        <a:buSzPct val="100000"/>
        <a:buFontTx/>
        <a:buNone/>
        <a:defRPr sz="1600" b="0" kern="1200">
          <a:solidFill>
            <a:srgbClr val="53565A"/>
          </a:solidFill>
          <a:latin typeface="+mn-lt"/>
          <a:ea typeface="+mn-ea"/>
          <a:cs typeface="+mn-cs"/>
        </a:defRPr>
      </a:lvl1pPr>
      <a:lvl2pPr marL="127000" indent="-127000" algn="l" defTabSz="1219170" rtl="0" eaLnBrk="1" latinLnBrk="0" hangingPunct="1">
        <a:spcBef>
          <a:spcPts val="0"/>
        </a:spcBef>
        <a:spcAft>
          <a:spcPts val="1000"/>
        </a:spcAft>
        <a:buClrTx/>
        <a:buSzPct val="100000"/>
        <a:buFont typeface="Arial" panose="020B0604020202020204" pitchFamily="34" charset="0"/>
        <a:buChar char="•"/>
        <a:defRPr lang="en-US" sz="1600" b="0" kern="1200" dirty="0" smtClean="0">
          <a:solidFill>
            <a:srgbClr val="53565A"/>
          </a:solidFill>
          <a:latin typeface="+mn-lt"/>
          <a:ea typeface="+mn-ea"/>
          <a:cs typeface="+mn-cs"/>
        </a:defRPr>
      </a:lvl2pPr>
      <a:lvl3pPr marL="2794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dirty="0" smtClean="0">
          <a:solidFill>
            <a:srgbClr val="53565A"/>
          </a:solidFill>
          <a:latin typeface="+mn-lt"/>
          <a:ea typeface="+mn-ea"/>
          <a:cs typeface="+mn-cs"/>
        </a:defRPr>
      </a:lvl3pPr>
      <a:lvl4pPr marL="4318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baseline="0" dirty="0" smtClean="0">
          <a:solidFill>
            <a:srgbClr val="53565A"/>
          </a:solidFill>
          <a:latin typeface="+mn-lt"/>
          <a:ea typeface="+mn-ea"/>
          <a:cs typeface="+mn-cs"/>
        </a:defRPr>
      </a:lvl4pPr>
      <a:lvl5pPr marL="584200" indent="-127000" algn="l" defTabSz="1064657" rtl="0" eaLnBrk="1" latinLnBrk="0" hangingPunct="1">
        <a:spcBef>
          <a:spcPts val="0"/>
        </a:spcBef>
        <a:spcAft>
          <a:spcPts val="1000"/>
        </a:spcAft>
        <a:buClrTx/>
        <a:buSzPct val="100000"/>
        <a:buFont typeface="Arial" panose="020B0604020202020204" pitchFamily="34" charset="0"/>
        <a:buChar char="−"/>
        <a:tabLst/>
        <a:defRPr lang="en-US" sz="1600" kern="1200" baseline="0" dirty="0" smtClean="0">
          <a:solidFill>
            <a:srgbClr val="53565A"/>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098">
          <p15:clr>
            <a:srgbClr val="F26B43"/>
          </p15:clr>
        </p15:guide>
        <p15:guide id="2" orient="horz" pos="2160">
          <p15:clr>
            <a:srgbClr val="F26B43"/>
          </p15:clr>
        </p15:guide>
        <p15:guide id="3" orient="horz" pos="3968">
          <p15:clr>
            <a:srgbClr val="F26B43"/>
          </p15:clr>
        </p15:guide>
        <p15:guide id="4" pos="296">
          <p15:clr>
            <a:srgbClr val="F26B43"/>
          </p15:clr>
        </p15:guide>
        <p15:guide id="5" pos="7384">
          <p15:clr>
            <a:srgbClr val="F26B43"/>
          </p15:clr>
        </p15:guide>
        <p15:guide id="6" orient="horz" pos="1071">
          <p15:clr>
            <a:srgbClr val="F26B43"/>
          </p15:clr>
        </p15:guide>
        <p15:guide id="7" orient="horz" pos="245">
          <p15:clr>
            <a:srgbClr val="F26B43"/>
          </p15:clr>
        </p15:guide>
        <p15:guide id="8" orient="horz" pos="4081">
          <p15:clr>
            <a:srgbClr val="F26B43"/>
          </p15:clr>
        </p15:guide>
        <p15:guide id="9" pos="4986">
          <p15:clr>
            <a:srgbClr val="F26B43"/>
          </p15:clr>
        </p15:guide>
        <p15:guide id="10" pos="1382">
          <p15:clr>
            <a:srgbClr val="F26B43"/>
          </p15:clr>
        </p15:guide>
        <p15:guide id="11" pos="1496">
          <p15:clr>
            <a:srgbClr val="F26B43"/>
          </p15:clr>
        </p15:guide>
        <p15:guide id="12" pos="2581">
          <p15:clr>
            <a:srgbClr val="F26B43"/>
          </p15:clr>
        </p15:guide>
        <p15:guide id="13" pos="2695">
          <p15:clr>
            <a:srgbClr val="F26B43"/>
          </p15:clr>
        </p15:guide>
        <p15:guide id="14" pos="6185">
          <p15:clr>
            <a:srgbClr val="F26B43"/>
          </p15:clr>
        </p15:guide>
        <p15:guide id="15" pos="3783">
          <p15:clr>
            <a:srgbClr val="F26B43"/>
          </p15:clr>
        </p15:guide>
        <p15:guide id="16" pos="3896">
          <p15:clr>
            <a:srgbClr val="F26B43"/>
          </p15:clr>
        </p15:guide>
        <p15:guide id="17" pos="3840">
          <p15:clr>
            <a:srgbClr val="F26B43"/>
          </p15:clr>
        </p15:guide>
        <p15:guide id="18" pos="6299">
          <p15:clr>
            <a:srgbClr val="F26B43"/>
          </p15:clr>
        </p15:guide>
        <p15:guide id="19" orient="horz" pos="1049">
          <p15:clr>
            <a:srgbClr val="F26B43"/>
          </p15:clr>
        </p15:guide>
        <p15:guide id="20" orient="horz" pos="641">
          <p15:clr>
            <a:srgbClr val="F26B43"/>
          </p15:clr>
        </p15:guide>
        <p15:guide id="21" orient="horz" pos="2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4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hemeOverride" Target="../theme/themeOverride1.xm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txBox="1">
            <a:spLocks/>
          </p:cNvSpPr>
          <p:nvPr/>
        </p:nvSpPr>
        <p:spPr>
          <a:xfrm>
            <a:off x="5629537" y="6330543"/>
            <a:ext cx="1674942" cy="526413"/>
          </a:xfrm>
          <a:prstGeom prst="rect">
            <a:avLst/>
          </a:prstGeom>
        </p:spPr>
        <p:txBody>
          <a:bodyPr lIns="45833" tIns="0" rIns="0" anchor="ctr" anchorCtr="0"/>
          <a:lstStyle>
            <a:lvl1pPr marL="0" indent="0" algn="l" defTabSz="914400" rtl="0" eaLnBrk="1" latinLnBrk="0" hangingPunct="1">
              <a:spcBef>
                <a:spcPct val="20000"/>
              </a:spcBef>
              <a:buFont typeface="Arial" pitchFamily="34" charset="0"/>
              <a:buNone/>
              <a:defRPr sz="2000" kern="1200" baseline="0">
                <a:solidFill>
                  <a:schemeClr val="tx1"/>
                </a:solidFill>
                <a:latin typeface="+mn-lt"/>
                <a:ea typeface="+mn-ea"/>
                <a:cs typeface="+mn-cs"/>
              </a:defRPr>
            </a:lvl1pPr>
            <a:lvl2pPr marL="685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6686">
              <a:spcBef>
                <a:spcPts val="0"/>
              </a:spcBef>
            </a:pPr>
            <a:r>
              <a:rPr lang="en-US" sz="1399" dirty="0">
                <a:solidFill>
                  <a:srgbClr val="313131"/>
                </a:solidFill>
                <a:latin typeface="Arial"/>
              </a:rPr>
              <a:t>August 14, 2018</a:t>
            </a:r>
          </a:p>
        </p:txBody>
      </p:sp>
      <p:pic>
        <p:nvPicPr>
          <p:cNvPr id="11" name="Picture 10" descr="DeloitteLogoBlack.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54483" y="227500"/>
            <a:ext cx="1546163" cy="278033"/>
          </a:xfrm>
          <a:prstGeom prst="rect">
            <a:avLst/>
          </a:prstGeom>
        </p:spPr>
      </p:pic>
      <p:sp>
        <p:nvSpPr>
          <p:cNvPr id="13" name="Copyright"/>
          <p:cNvSpPr txBox="1"/>
          <p:nvPr/>
        </p:nvSpPr>
        <p:spPr>
          <a:xfrm>
            <a:off x="236385" y="6533737"/>
            <a:ext cx="5368448" cy="100275"/>
          </a:xfrm>
          <a:prstGeom prst="rect">
            <a:avLst/>
          </a:prstGeom>
          <a:noFill/>
        </p:spPr>
        <p:txBody>
          <a:bodyPr vert="horz" wrap="square" lIns="0" tIns="0" rIns="0" bIns="0" rtlCol="0" anchor="t">
            <a:noAutofit/>
          </a:bodyPr>
          <a:lstStyle/>
          <a:p>
            <a:pPr defTabSz="1222218">
              <a:spcBef>
                <a:spcPts val="802"/>
              </a:spcBef>
              <a:buSzPct val="100000"/>
            </a:pPr>
            <a:r>
              <a:rPr lang="en-US" sz="652" dirty="0">
                <a:solidFill>
                  <a:srgbClr val="313131"/>
                </a:solidFill>
                <a:latin typeface="Arial"/>
              </a:rPr>
              <a:t>Copyright © 2017 Deloitte Development LLC. All rights reserved.</a:t>
            </a:r>
          </a:p>
        </p:txBody>
      </p:sp>
      <p:sp>
        <p:nvSpPr>
          <p:cNvPr id="12" name="TextBox 11"/>
          <p:cNvSpPr txBox="1"/>
          <p:nvPr/>
        </p:nvSpPr>
        <p:spPr>
          <a:xfrm>
            <a:off x="-1" y="2437579"/>
            <a:ext cx="12191999" cy="463710"/>
          </a:xfrm>
          <a:prstGeom prst="rect">
            <a:avLst/>
          </a:prstGeom>
          <a:solidFill>
            <a:schemeClr val="bg1"/>
          </a:solidFill>
        </p:spPr>
        <p:txBody>
          <a:bodyPr wrap="square" rtlCol="0">
            <a:spAutoFit/>
          </a:bodyPr>
          <a:lstStyle/>
          <a:p>
            <a:pPr defTabSz="1214962"/>
            <a:endParaRPr lang="en-US" sz="2406" dirty="0">
              <a:solidFill>
                <a:srgbClr val="313131"/>
              </a:solidFill>
              <a:latin typeface="Arial"/>
            </a:endParaRPr>
          </a:p>
        </p:txBody>
      </p:sp>
      <p:sp>
        <p:nvSpPr>
          <p:cNvPr id="15" name="Rectangle 14"/>
          <p:cNvSpPr/>
          <p:nvPr/>
        </p:nvSpPr>
        <p:spPr>
          <a:xfrm>
            <a:off x="1300899" y="2483747"/>
            <a:ext cx="8936609" cy="400879"/>
          </a:xfrm>
          <a:prstGeom prst="rect">
            <a:avLst/>
          </a:prstGeom>
          <a:solidFill>
            <a:schemeClr val="bg1"/>
          </a:solidFill>
        </p:spPr>
        <p:txBody>
          <a:bodyPr wrap="square">
            <a:spAutoFit/>
          </a:bodyPr>
          <a:lstStyle/>
          <a:p>
            <a:pPr marL="0" lvl="1" algn="ctr" defTabSz="1214962"/>
            <a:r>
              <a:rPr lang="en-US" sz="2005" b="1" dirty="0">
                <a:solidFill>
                  <a:srgbClr val="00B0F0"/>
                </a:solidFill>
                <a:latin typeface="Arial"/>
              </a:rPr>
              <a:t>Oracle Cloud Implementation – HGV Test Automation</a:t>
            </a:r>
          </a:p>
        </p:txBody>
      </p:sp>
    </p:spTree>
    <p:extLst>
      <p:ext uri="{BB962C8B-B14F-4D97-AF65-F5344CB8AC3E}">
        <p14:creationId xmlns:p14="http://schemas.microsoft.com/office/powerpoint/2010/main" val="3802355324"/>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1818" y="366779"/>
            <a:ext cx="10972800" cy="606426"/>
          </a:xfrm>
        </p:spPr>
        <p:txBody>
          <a:bodyPr>
            <a:noAutofit/>
          </a:bodyPr>
          <a:lstStyle/>
          <a:p>
            <a:r>
              <a:rPr lang="en-US" sz="3600" dirty="0"/>
              <a:t>Agenda</a:t>
            </a:r>
          </a:p>
        </p:txBody>
      </p:sp>
      <p:graphicFrame>
        <p:nvGraphicFramePr>
          <p:cNvPr id="5" name="Content Placeholder 6">
            <a:extLst>
              <a:ext uri="{FF2B5EF4-FFF2-40B4-BE49-F238E27FC236}">
                <a16:creationId xmlns:a16="http://schemas.microsoft.com/office/drawing/2014/main" id="{84B75CBC-F805-402E-8C2C-43E49E70CE11}"/>
              </a:ext>
            </a:extLst>
          </p:cNvPr>
          <p:cNvGraphicFramePr>
            <a:graphicFrameLocks/>
          </p:cNvGraphicFramePr>
          <p:nvPr>
            <p:extLst>
              <p:ext uri="{D42A27DB-BD31-4B8C-83A1-F6EECF244321}">
                <p14:modId xmlns:p14="http://schemas.microsoft.com/office/powerpoint/2010/main" val="2923832577"/>
              </p:ext>
            </p:extLst>
          </p:nvPr>
        </p:nvGraphicFramePr>
        <p:xfrm>
          <a:off x="416659" y="1105181"/>
          <a:ext cx="6668019" cy="4084320"/>
        </p:xfrm>
        <a:graphic>
          <a:graphicData uri="http://schemas.openxmlformats.org/drawingml/2006/table">
            <a:tbl>
              <a:tblPr firstRow="1" bandRow="1">
                <a:tableStyleId>{5C22544A-7EE6-4342-B048-85BDC9FD1C3A}</a:tableStyleId>
              </a:tblPr>
              <a:tblGrid>
                <a:gridCol w="6668019">
                  <a:extLst>
                    <a:ext uri="{9D8B030D-6E8A-4147-A177-3AD203B41FA5}">
                      <a16:colId xmlns:a16="http://schemas.microsoft.com/office/drawing/2014/main" val="20000"/>
                    </a:ext>
                  </a:extLst>
                </a:gridCol>
              </a:tblGrid>
              <a:tr h="194043">
                <a:tc>
                  <a:txBody>
                    <a:bodyPr/>
                    <a:lstStyle/>
                    <a:p>
                      <a:r>
                        <a:rPr lang="en-US" sz="2000" dirty="0"/>
                        <a:t>Topic</a:t>
                      </a:r>
                    </a:p>
                  </a:txBody>
                  <a:tcPr>
                    <a:solidFill>
                      <a:srgbClr val="00B0F0"/>
                    </a:solidFill>
                  </a:tcPr>
                </a:tc>
                <a:extLst>
                  <a:ext uri="{0D108BD9-81ED-4DB2-BD59-A6C34878D82A}">
                    <a16:rowId xmlns:a16="http://schemas.microsoft.com/office/drawing/2014/main" val="10000"/>
                  </a:ext>
                </a:extLst>
              </a:tr>
              <a:tr h="190831">
                <a:tc>
                  <a:txBody>
                    <a:bodyPr/>
                    <a:lstStyle/>
                    <a:p>
                      <a:pPr marL="0" marR="0" lvl="0" indent="0" algn="l" defTabSz="914265" rtl="0" eaLnBrk="1" fontAlgn="auto" latinLnBrk="0" hangingPunct="1">
                        <a:lnSpc>
                          <a:spcPct val="100000"/>
                        </a:lnSpc>
                        <a:spcBef>
                          <a:spcPts val="0"/>
                        </a:spcBef>
                        <a:spcAft>
                          <a:spcPts val="0"/>
                        </a:spcAft>
                        <a:buClrTx/>
                        <a:buSzTx/>
                        <a:buFontTx/>
                        <a:buNone/>
                        <a:tabLst/>
                        <a:defRPr/>
                      </a:pPr>
                      <a:r>
                        <a:rPr lang="en-US" sz="1600" dirty="0">
                          <a:solidFill>
                            <a:schemeClr val="tx1"/>
                          </a:solidFill>
                          <a:latin typeface="+mn-lt"/>
                        </a:rPr>
                        <a:t>HGV Patch and Upgrade Challenges</a:t>
                      </a:r>
                    </a:p>
                  </a:txBody>
                  <a:tcPr/>
                </a:tc>
                <a:extLst>
                  <a:ext uri="{0D108BD9-81ED-4DB2-BD59-A6C34878D82A}">
                    <a16:rowId xmlns:a16="http://schemas.microsoft.com/office/drawing/2014/main" val="3394026948"/>
                  </a:ext>
                </a:extLst>
              </a:tr>
              <a:tr h="269584">
                <a:tc>
                  <a:txBody>
                    <a:bodyPr/>
                    <a:lstStyle/>
                    <a:p>
                      <a:pPr lvl="0"/>
                      <a:r>
                        <a:rPr lang="en-US" sz="1600" dirty="0"/>
                        <a:t>Deloitte RPA Solution – Overview</a:t>
                      </a:r>
                    </a:p>
                  </a:txBody>
                  <a:tcPr/>
                </a:tc>
                <a:extLst>
                  <a:ext uri="{0D108BD9-81ED-4DB2-BD59-A6C34878D82A}">
                    <a16:rowId xmlns:a16="http://schemas.microsoft.com/office/drawing/2014/main" val="718629703"/>
                  </a:ext>
                </a:extLst>
              </a:tr>
              <a:tr h="269584">
                <a:tc>
                  <a:txBody>
                    <a:bodyPr/>
                    <a:lstStyle/>
                    <a:p>
                      <a:r>
                        <a:rPr lang="en-US" sz="1600" kern="1200" dirty="0">
                          <a:solidFill>
                            <a:schemeClr val="dk1"/>
                          </a:solidFill>
                          <a:latin typeface="+mn-lt"/>
                          <a:ea typeface="+mn-ea"/>
                          <a:cs typeface="+mn-cs"/>
                        </a:rPr>
                        <a:t>Responsibility Matrix</a:t>
                      </a:r>
                    </a:p>
                  </a:txBody>
                  <a:tcPr/>
                </a:tc>
                <a:extLst>
                  <a:ext uri="{0D108BD9-81ED-4DB2-BD59-A6C34878D82A}">
                    <a16:rowId xmlns:a16="http://schemas.microsoft.com/office/drawing/2014/main" val="10006"/>
                  </a:ext>
                </a:extLst>
              </a:tr>
              <a:tr h="269584">
                <a:tc>
                  <a:txBody>
                    <a:bodyPr/>
                    <a:lstStyle/>
                    <a:p>
                      <a:pPr marL="0" marR="0" lvl="0" indent="0" algn="l" defTabSz="914265"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latin typeface="+mn-lt"/>
                          <a:ea typeface="+mn-ea"/>
                          <a:cs typeface="+mn-cs"/>
                        </a:rPr>
                        <a:t>HGV Test Automation Scope</a:t>
                      </a:r>
                    </a:p>
                  </a:txBody>
                  <a:tcPr/>
                </a:tc>
                <a:extLst>
                  <a:ext uri="{0D108BD9-81ED-4DB2-BD59-A6C34878D82A}">
                    <a16:rowId xmlns:a16="http://schemas.microsoft.com/office/drawing/2014/main" val="10007"/>
                  </a:ext>
                </a:extLst>
              </a:tr>
              <a:tr h="269584">
                <a:tc>
                  <a:txBody>
                    <a:bodyPr/>
                    <a:lstStyle/>
                    <a:p>
                      <a:pPr marL="0" marR="0" lvl="0" indent="0" algn="l" defTabSz="914265"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latin typeface="+mn-lt"/>
                          <a:ea typeface="+mn-ea"/>
                          <a:cs typeface="+mn-cs"/>
                        </a:rPr>
                        <a:t>Test Automation High Level Plan</a:t>
                      </a:r>
                    </a:p>
                  </a:txBody>
                  <a:tcPr/>
                </a:tc>
                <a:extLst>
                  <a:ext uri="{0D108BD9-81ED-4DB2-BD59-A6C34878D82A}">
                    <a16:rowId xmlns:a16="http://schemas.microsoft.com/office/drawing/2014/main" val="1986844201"/>
                  </a:ext>
                </a:extLst>
              </a:tr>
              <a:tr h="269584">
                <a:tc>
                  <a:txBody>
                    <a:bodyPr/>
                    <a:lstStyle/>
                    <a:p>
                      <a:pPr marL="0" marR="0" lvl="0" indent="0" algn="l" defTabSz="914265"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latin typeface="+mn-lt"/>
                          <a:ea typeface="+mn-ea"/>
                          <a:cs typeface="+mn-cs"/>
                        </a:rPr>
                        <a:t>Effort Summary</a:t>
                      </a:r>
                    </a:p>
                  </a:txBody>
                  <a:tcPr/>
                </a:tc>
                <a:extLst>
                  <a:ext uri="{0D108BD9-81ED-4DB2-BD59-A6C34878D82A}">
                    <a16:rowId xmlns:a16="http://schemas.microsoft.com/office/drawing/2014/main" val="1048481482"/>
                  </a:ext>
                </a:extLst>
              </a:tr>
              <a:tr h="269584">
                <a:tc>
                  <a:txBody>
                    <a:bodyPr/>
                    <a:lstStyle/>
                    <a:p>
                      <a:pPr marL="0" marR="0" lvl="0" indent="0" algn="l" defTabSz="914265"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latin typeface="+mn-lt"/>
                          <a:ea typeface="+mn-ea"/>
                          <a:cs typeface="+mn-cs"/>
                        </a:rPr>
                        <a:t>Cost &amp; Estimation – Program Cost</a:t>
                      </a:r>
                    </a:p>
                  </a:txBody>
                  <a:tcPr/>
                </a:tc>
                <a:extLst>
                  <a:ext uri="{0D108BD9-81ED-4DB2-BD59-A6C34878D82A}">
                    <a16:rowId xmlns:a16="http://schemas.microsoft.com/office/drawing/2014/main" val="485559419"/>
                  </a:ext>
                </a:extLst>
              </a:tr>
              <a:tr h="269584">
                <a:tc>
                  <a:txBody>
                    <a:bodyPr/>
                    <a:lstStyle/>
                    <a:p>
                      <a:pPr marL="0" marR="0" lvl="0" indent="0" algn="l" defTabSz="914265"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latin typeface="+mn-lt"/>
                          <a:ea typeface="+mn-ea"/>
                          <a:cs typeface="+mn-cs"/>
                        </a:rPr>
                        <a:t>Risk associated with Selenium Jenkins</a:t>
                      </a:r>
                    </a:p>
                  </a:txBody>
                  <a:tcPr/>
                </a:tc>
                <a:extLst>
                  <a:ext uri="{0D108BD9-81ED-4DB2-BD59-A6C34878D82A}">
                    <a16:rowId xmlns:a16="http://schemas.microsoft.com/office/drawing/2014/main" val="2886019118"/>
                  </a:ext>
                </a:extLst>
              </a:tr>
              <a:tr h="269584">
                <a:tc>
                  <a:txBody>
                    <a:bodyPr/>
                    <a:lstStyle/>
                    <a:p>
                      <a:pPr marL="0" marR="0" lvl="0" indent="0" algn="l" defTabSz="914265"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latin typeface="+mn-lt"/>
                          <a:ea typeface="+mn-ea"/>
                          <a:cs typeface="+mn-cs"/>
                        </a:rPr>
                        <a:t>Test Automation Exit Criteria</a:t>
                      </a:r>
                    </a:p>
                  </a:txBody>
                  <a:tcPr/>
                </a:tc>
                <a:extLst>
                  <a:ext uri="{0D108BD9-81ED-4DB2-BD59-A6C34878D82A}">
                    <a16:rowId xmlns:a16="http://schemas.microsoft.com/office/drawing/2014/main" val="2736964188"/>
                  </a:ext>
                </a:extLst>
              </a:tr>
              <a:tr h="269584">
                <a:tc>
                  <a:txBody>
                    <a:bodyPr/>
                    <a:lstStyle/>
                    <a:p>
                      <a:pPr marL="0" marR="0" lvl="0" indent="0" algn="l" defTabSz="914265"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latin typeface="+mn-lt"/>
                          <a:ea typeface="+mn-ea"/>
                          <a:cs typeface="+mn-cs"/>
                        </a:rPr>
                        <a:t>Assumptions</a:t>
                      </a:r>
                    </a:p>
                  </a:txBody>
                  <a:tcPr/>
                </a:tc>
                <a:extLst>
                  <a:ext uri="{0D108BD9-81ED-4DB2-BD59-A6C34878D82A}">
                    <a16:rowId xmlns:a16="http://schemas.microsoft.com/office/drawing/2014/main" val="1907283256"/>
                  </a:ext>
                </a:extLst>
              </a:tr>
              <a:tr h="269584">
                <a:tc>
                  <a:txBody>
                    <a:bodyPr/>
                    <a:lstStyle/>
                    <a:p>
                      <a:pPr marL="0" marR="0" lvl="0" indent="0" algn="l" defTabSz="914265"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latin typeface="+mn-lt"/>
                          <a:ea typeface="+mn-ea"/>
                          <a:cs typeface="+mn-cs"/>
                        </a:rPr>
                        <a:t>Appendix</a:t>
                      </a:r>
                    </a:p>
                  </a:txBody>
                  <a:tcPr/>
                </a:tc>
                <a:extLst>
                  <a:ext uri="{0D108BD9-81ED-4DB2-BD59-A6C34878D82A}">
                    <a16:rowId xmlns:a16="http://schemas.microsoft.com/office/drawing/2014/main" val="3935117642"/>
                  </a:ext>
                </a:extLst>
              </a:tr>
            </a:tbl>
          </a:graphicData>
        </a:graphic>
      </p:graphicFrame>
    </p:spTree>
    <p:extLst>
      <p:ext uri="{BB962C8B-B14F-4D97-AF65-F5344CB8AC3E}">
        <p14:creationId xmlns:p14="http://schemas.microsoft.com/office/powerpoint/2010/main" val="12759307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31818" y="366779"/>
            <a:ext cx="10972800" cy="606426"/>
          </a:xfrm>
        </p:spPr>
        <p:txBody>
          <a:bodyPr>
            <a:noAutofit/>
          </a:bodyPr>
          <a:lstStyle/>
          <a:p>
            <a:r>
              <a:rPr lang="en-US" altLang="ja-JP" sz="3600" dirty="0"/>
              <a:t>HGV - Patch and Upgrade Challenges</a:t>
            </a:r>
            <a:endParaRPr lang="en-US" sz="3600" dirty="0"/>
          </a:p>
        </p:txBody>
      </p:sp>
      <p:cxnSp>
        <p:nvCxnSpPr>
          <p:cNvPr id="11" name="Straight Connector 10"/>
          <p:cNvCxnSpPr/>
          <p:nvPr/>
        </p:nvCxnSpPr>
        <p:spPr>
          <a:xfrm>
            <a:off x="314197" y="1150659"/>
            <a:ext cx="1130851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14197" y="3624081"/>
            <a:ext cx="1130851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Placeholder 6"/>
          <p:cNvSpPr txBox="1">
            <a:spLocks/>
          </p:cNvSpPr>
          <p:nvPr/>
        </p:nvSpPr>
        <p:spPr>
          <a:xfrm>
            <a:off x="4554598" y="3436902"/>
            <a:ext cx="2728308" cy="374357"/>
          </a:xfrm>
          <a:prstGeom prst="rect">
            <a:avLst/>
          </a:prstGeom>
          <a:solidFill>
            <a:schemeClr val="bg1"/>
          </a:solidFill>
        </p:spPr>
        <p:txBody>
          <a:bodyPr vert="horz" lIns="0" tIns="0" rIns="0" bIns="0" rtlCol="0" anchor="ctr">
            <a:noAutofit/>
          </a:bodyPr>
          <a:lstStyle>
            <a:lvl1pPr marL="0" indent="0" algn="l" defTabSz="1018467" rtl="0" eaLnBrk="1" latinLnBrk="0" hangingPunct="1">
              <a:spcBef>
                <a:spcPct val="20000"/>
              </a:spcBef>
              <a:buFont typeface="Arial" pitchFamily="34" charset="0"/>
              <a:buNone/>
              <a:defRPr sz="2200" b="0" kern="1200">
                <a:solidFill>
                  <a:srgbClr val="575757"/>
                </a:solidFill>
                <a:latin typeface="+mn-lt"/>
                <a:ea typeface="+mn-ea"/>
                <a:cs typeface="+mn-cs"/>
              </a:defRPr>
            </a:lvl1pPr>
            <a:lvl2pPr marL="763850" indent="-254616" algn="l" defTabSz="1018467" rtl="0" eaLnBrk="1" latinLnBrk="0" hangingPunct="1">
              <a:spcBef>
                <a:spcPct val="20000"/>
              </a:spcBef>
              <a:buFont typeface="Arial" pitchFamily="34" charset="0"/>
              <a:buChar char="–"/>
              <a:defRPr sz="2200" kern="1200">
                <a:solidFill>
                  <a:schemeClr val="tx1">
                    <a:lumMod val="85000"/>
                    <a:lumOff val="15000"/>
                  </a:schemeClr>
                </a:solidFill>
                <a:latin typeface="+mn-lt"/>
                <a:ea typeface="+mn-ea"/>
                <a:cs typeface="+mn-cs"/>
              </a:defRPr>
            </a:lvl2pPr>
            <a:lvl3pPr marL="1273084" indent="-254616" algn="l" defTabSz="1018467" rtl="0" eaLnBrk="1" latinLnBrk="0" hangingPunct="1">
              <a:spcBef>
                <a:spcPct val="20000"/>
              </a:spcBef>
              <a:buFont typeface="Arial" pitchFamily="34" charset="0"/>
              <a:buChar char="•"/>
              <a:defRPr sz="2200" kern="1200">
                <a:solidFill>
                  <a:schemeClr val="tx1">
                    <a:lumMod val="85000"/>
                    <a:lumOff val="15000"/>
                  </a:schemeClr>
                </a:solidFill>
                <a:latin typeface="+mn-lt"/>
                <a:ea typeface="+mn-ea"/>
                <a:cs typeface="+mn-cs"/>
              </a:defRPr>
            </a:lvl3pPr>
            <a:lvl4pPr marL="1782317" indent="-254616" algn="l" defTabSz="1018467" rtl="0" eaLnBrk="1" latinLnBrk="0" hangingPunct="1">
              <a:spcBef>
                <a:spcPct val="20000"/>
              </a:spcBef>
              <a:buFont typeface="Arial" pitchFamily="34" charset="0"/>
              <a:buChar char="–"/>
              <a:defRPr sz="2200" kern="1200">
                <a:solidFill>
                  <a:schemeClr val="tx1"/>
                </a:solidFill>
                <a:latin typeface="+mn-lt"/>
                <a:ea typeface="+mn-ea"/>
                <a:cs typeface="+mn-cs"/>
              </a:defRPr>
            </a:lvl4pPr>
            <a:lvl5pPr marL="2291551" indent="-254616" algn="l" defTabSz="1018467" rtl="0" eaLnBrk="1" latinLnBrk="0" hangingPunct="1">
              <a:spcBef>
                <a:spcPct val="20000"/>
              </a:spcBef>
              <a:buFont typeface="Arial" pitchFamily="34" charset="0"/>
              <a:buChar char="»"/>
              <a:defRPr sz="2200" kern="1200">
                <a:solidFill>
                  <a:schemeClr val="tx1"/>
                </a:solidFill>
                <a:latin typeface="+mn-lt"/>
                <a:ea typeface="+mn-ea"/>
                <a:cs typeface="+mn-cs"/>
              </a:defRPr>
            </a:lvl5pPr>
            <a:lvl6pPr marL="2800785" indent="-254616" algn="l" defTabSz="1018467" rtl="0" eaLnBrk="1" latinLnBrk="0" hangingPunct="1">
              <a:spcBef>
                <a:spcPct val="20000"/>
              </a:spcBef>
              <a:buFont typeface="Arial" pitchFamily="34" charset="0"/>
              <a:buChar char="•"/>
              <a:defRPr sz="2200" kern="1200">
                <a:solidFill>
                  <a:schemeClr val="tx1"/>
                </a:solidFill>
                <a:latin typeface="+mn-lt"/>
                <a:ea typeface="+mn-ea"/>
                <a:cs typeface="+mn-cs"/>
              </a:defRPr>
            </a:lvl6pPr>
            <a:lvl7pPr marL="3310019" indent="-254616" algn="l" defTabSz="1018467" rtl="0" eaLnBrk="1" latinLnBrk="0" hangingPunct="1">
              <a:spcBef>
                <a:spcPct val="20000"/>
              </a:spcBef>
              <a:buFont typeface="Arial" pitchFamily="34" charset="0"/>
              <a:buChar char="•"/>
              <a:defRPr sz="2200" kern="1200">
                <a:solidFill>
                  <a:schemeClr val="tx1"/>
                </a:solidFill>
                <a:latin typeface="+mn-lt"/>
                <a:ea typeface="+mn-ea"/>
                <a:cs typeface="+mn-cs"/>
              </a:defRPr>
            </a:lvl7pPr>
            <a:lvl8pPr marL="3819251" indent="-254616" algn="l" defTabSz="1018467" rtl="0" eaLnBrk="1" latinLnBrk="0" hangingPunct="1">
              <a:spcBef>
                <a:spcPct val="20000"/>
              </a:spcBef>
              <a:buFont typeface="Arial" pitchFamily="34" charset="0"/>
              <a:buChar char="•"/>
              <a:defRPr sz="2200" kern="1200">
                <a:solidFill>
                  <a:schemeClr val="tx1"/>
                </a:solidFill>
                <a:latin typeface="+mn-lt"/>
                <a:ea typeface="+mn-ea"/>
                <a:cs typeface="+mn-cs"/>
              </a:defRPr>
            </a:lvl8pPr>
            <a:lvl9pPr marL="4328485" indent="-254616" algn="l" defTabSz="1018467" rtl="0" eaLnBrk="1" latinLnBrk="0" hangingPunct="1">
              <a:spcBef>
                <a:spcPct val="20000"/>
              </a:spcBef>
              <a:buFont typeface="Arial" pitchFamily="34" charset="0"/>
              <a:buChar char="•"/>
              <a:defRPr sz="2200" kern="1200">
                <a:solidFill>
                  <a:schemeClr val="tx1"/>
                </a:solidFill>
                <a:latin typeface="+mn-lt"/>
                <a:ea typeface="+mn-ea"/>
                <a:cs typeface="+mn-cs"/>
              </a:defRPr>
            </a:lvl9pPr>
          </a:lstStyle>
          <a:p>
            <a:pPr marL="509234" lvl="1" indent="0">
              <a:spcBef>
                <a:spcPts val="0"/>
              </a:spcBef>
              <a:buNone/>
            </a:pPr>
            <a:r>
              <a:rPr lang="en-US" sz="1600" b="1" dirty="0">
                <a:solidFill>
                  <a:srgbClr val="000000"/>
                </a:solidFill>
              </a:rPr>
              <a:t>Timeline and Pain Points in current test approach</a:t>
            </a:r>
          </a:p>
        </p:txBody>
      </p:sp>
      <p:sp>
        <p:nvSpPr>
          <p:cNvPr id="22" name="Text Placeholder 6"/>
          <p:cNvSpPr txBox="1">
            <a:spLocks/>
          </p:cNvSpPr>
          <p:nvPr/>
        </p:nvSpPr>
        <p:spPr>
          <a:xfrm>
            <a:off x="4902774" y="943062"/>
            <a:ext cx="2431476" cy="299367"/>
          </a:xfrm>
          <a:prstGeom prst="rect">
            <a:avLst/>
          </a:prstGeom>
          <a:solidFill>
            <a:schemeClr val="bg1"/>
          </a:solidFill>
        </p:spPr>
        <p:txBody>
          <a:bodyPr vert="horz" lIns="0" tIns="0" rIns="0" bIns="0" rtlCol="0" anchor="ctr">
            <a:noAutofit/>
          </a:bodyPr>
          <a:lstStyle>
            <a:lvl1pPr marL="0" indent="0" algn="l" defTabSz="1018467" rtl="0" eaLnBrk="1" latinLnBrk="0" hangingPunct="1">
              <a:spcBef>
                <a:spcPct val="20000"/>
              </a:spcBef>
              <a:buFont typeface="Arial" pitchFamily="34" charset="0"/>
              <a:buNone/>
              <a:defRPr sz="2200" b="0" kern="1200">
                <a:solidFill>
                  <a:srgbClr val="575757"/>
                </a:solidFill>
                <a:latin typeface="+mn-lt"/>
                <a:ea typeface="+mn-ea"/>
                <a:cs typeface="+mn-cs"/>
              </a:defRPr>
            </a:lvl1pPr>
            <a:lvl2pPr marL="763850" indent="-254616" algn="l" defTabSz="1018467" rtl="0" eaLnBrk="1" latinLnBrk="0" hangingPunct="1">
              <a:spcBef>
                <a:spcPct val="20000"/>
              </a:spcBef>
              <a:buFont typeface="Arial" pitchFamily="34" charset="0"/>
              <a:buChar char="–"/>
              <a:defRPr sz="2200" kern="1200">
                <a:solidFill>
                  <a:schemeClr val="tx1">
                    <a:lumMod val="85000"/>
                    <a:lumOff val="15000"/>
                  </a:schemeClr>
                </a:solidFill>
                <a:latin typeface="+mn-lt"/>
                <a:ea typeface="+mn-ea"/>
                <a:cs typeface="+mn-cs"/>
              </a:defRPr>
            </a:lvl2pPr>
            <a:lvl3pPr marL="1273084" indent="-254616" algn="l" defTabSz="1018467" rtl="0" eaLnBrk="1" latinLnBrk="0" hangingPunct="1">
              <a:spcBef>
                <a:spcPct val="20000"/>
              </a:spcBef>
              <a:buFont typeface="Arial" pitchFamily="34" charset="0"/>
              <a:buChar char="•"/>
              <a:defRPr sz="2200" kern="1200">
                <a:solidFill>
                  <a:schemeClr val="tx1">
                    <a:lumMod val="85000"/>
                    <a:lumOff val="15000"/>
                  </a:schemeClr>
                </a:solidFill>
                <a:latin typeface="+mn-lt"/>
                <a:ea typeface="+mn-ea"/>
                <a:cs typeface="+mn-cs"/>
              </a:defRPr>
            </a:lvl3pPr>
            <a:lvl4pPr marL="1782317" indent="-254616" algn="l" defTabSz="1018467" rtl="0" eaLnBrk="1" latinLnBrk="0" hangingPunct="1">
              <a:spcBef>
                <a:spcPct val="20000"/>
              </a:spcBef>
              <a:buFont typeface="Arial" pitchFamily="34" charset="0"/>
              <a:buChar char="–"/>
              <a:defRPr sz="2200" kern="1200">
                <a:solidFill>
                  <a:schemeClr val="tx1"/>
                </a:solidFill>
                <a:latin typeface="+mn-lt"/>
                <a:ea typeface="+mn-ea"/>
                <a:cs typeface="+mn-cs"/>
              </a:defRPr>
            </a:lvl4pPr>
            <a:lvl5pPr marL="2291551" indent="-254616" algn="l" defTabSz="1018467" rtl="0" eaLnBrk="1" latinLnBrk="0" hangingPunct="1">
              <a:spcBef>
                <a:spcPct val="20000"/>
              </a:spcBef>
              <a:buFont typeface="Arial" pitchFamily="34" charset="0"/>
              <a:buChar char="»"/>
              <a:defRPr sz="2200" kern="1200">
                <a:solidFill>
                  <a:schemeClr val="tx1"/>
                </a:solidFill>
                <a:latin typeface="+mn-lt"/>
                <a:ea typeface="+mn-ea"/>
                <a:cs typeface="+mn-cs"/>
              </a:defRPr>
            </a:lvl5pPr>
            <a:lvl6pPr marL="2800785" indent="-254616" algn="l" defTabSz="1018467" rtl="0" eaLnBrk="1" latinLnBrk="0" hangingPunct="1">
              <a:spcBef>
                <a:spcPct val="20000"/>
              </a:spcBef>
              <a:buFont typeface="Arial" pitchFamily="34" charset="0"/>
              <a:buChar char="•"/>
              <a:defRPr sz="2200" kern="1200">
                <a:solidFill>
                  <a:schemeClr val="tx1"/>
                </a:solidFill>
                <a:latin typeface="+mn-lt"/>
                <a:ea typeface="+mn-ea"/>
                <a:cs typeface="+mn-cs"/>
              </a:defRPr>
            </a:lvl6pPr>
            <a:lvl7pPr marL="3310019" indent="-254616" algn="l" defTabSz="1018467" rtl="0" eaLnBrk="1" latinLnBrk="0" hangingPunct="1">
              <a:spcBef>
                <a:spcPct val="20000"/>
              </a:spcBef>
              <a:buFont typeface="Arial" pitchFamily="34" charset="0"/>
              <a:buChar char="•"/>
              <a:defRPr sz="2200" kern="1200">
                <a:solidFill>
                  <a:schemeClr val="tx1"/>
                </a:solidFill>
                <a:latin typeface="+mn-lt"/>
                <a:ea typeface="+mn-ea"/>
                <a:cs typeface="+mn-cs"/>
              </a:defRPr>
            </a:lvl7pPr>
            <a:lvl8pPr marL="3819251" indent="-254616" algn="l" defTabSz="1018467" rtl="0" eaLnBrk="1" latinLnBrk="0" hangingPunct="1">
              <a:spcBef>
                <a:spcPct val="20000"/>
              </a:spcBef>
              <a:buFont typeface="Arial" pitchFamily="34" charset="0"/>
              <a:buChar char="•"/>
              <a:defRPr sz="2200" kern="1200">
                <a:solidFill>
                  <a:schemeClr val="tx1"/>
                </a:solidFill>
                <a:latin typeface="+mn-lt"/>
                <a:ea typeface="+mn-ea"/>
                <a:cs typeface="+mn-cs"/>
              </a:defRPr>
            </a:lvl8pPr>
            <a:lvl9pPr marL="4328485" indent="-254616" algn="l" defTabSz="1018467" rtl="0" eaLnBrk="1" latinLnBrk="0" hangingPunct="1">
              <a:spcBef>
                <a:spcPct val="20000"/>
              </a:spcBef>
              <a:buFont typeface="Arial" pitchFamily="34" charset="0"/>
              <a:buChar char="•"/>
              <a:defRPr sz="2200" kern="1200">
                <a:solidFill>
                  <a:schemeClr val="tx1"/>
                </a:solidFill>
                <a:latin typeface="+mn-lt"/>
                <a:ea typeface="+mn-ea"/>
                <a:cs typeface="+mn-cs"/>
              </a:defRPr>
            </a:lvl9pPr>
          </a:lstStyle>
          <a:p>
            <a:pPr algn="ctr">
              <a:spcBef>
                <a:spcPts val="0"/>
              </a:spcBef>
            </a:pPr>
            <a:r>
              <a:rPr lang="en-US" sz="1600" b="1" dirty="0">
                <a:solidFill>
                  <a:srgbClr val="000000"/>
                </a:solidFill>
              </a:rPr>
              <a:t>Oracle Periodic Updates</a:t>
            </a:r>
            <a:endParaRPr lang="en-US" sz="1600" b="1" baseline="30000" dirty="0">
              <a:solidFill>
                <a:srgbClr val="000000"/>
              </a:solidFill>
            </a:endParaRPr>
          </a:p>
        </p:txBody>
      </p:sp>
      <p:sp>
        <p:nvSpPr>
          <p:cNvPr id="20" name="Rectangle 19"/>
          <p:cNvSpPr/>
          <p:nvPr/>
        </p:nvSpPr>
        <p:spPr>
          <a:xfrm>
            <a:off x="331818" y="1286682"/>
            <a:ext cx="11308513" cy="2108269"/>
          </a:xfrm>
          <a:prstGeom prst="rect">
            <a:avLst/>
          </a:prstGeom>
        </p:spPr>
        <p:txBody>
          <a:bodyPr wrap="square" lIns="0" rIns="0">
            <a:spAutoFit/>
          </a:bodyPr>
          <a:lstStyle/>
          <a:p>
            <a:pPr marL="171450" indent="-171450">
              <a:spcAft>
                <a:spcPts val="300"/>
              </a:spcAft>
              <a:buFont typeface="Arial" panose="020B0604020202020204" pitchFamily="34" charset="0"/>
              <a:buChar char="•"/>
            </a:pPr>
            <a:r>
              <a:rPr lang="en-US" sz="1400" dirty="0">
                <a:solidFill>
                  <a:srgbClr val="000000"/>
                </a:solidFill>
              </a:rPr>
              <a:t>HGV successfully completed a Finance and HCM/Payroll transformation on Oracle Cloud Release 12</a:t>
            </a:r>
          </a:p>
          <a:p>
            <a:pPr marL="171450" indent="-171450">
              <a:spcAft>
                <a:spcPts val="300"/>
              </a:spcAft>
              <a:buFont typeface="Arial" panose="020B0604020202020204" pitchFamily="34" charset="0"/>
              <a:buChar char="•"/>
            </a:pPr>
            <a:r>
              <a:rPr lang="en-US" sz="1400" dirty="0">
                <a:solidFill>
                  <a:srgbClr val="000000"/>
                </a:solidFill>
              </a:rPr>
              <a:t>Oracle periodically mandate quarterly updates for Cloud environments to address reported issues or to introduce new functionality. </a:t>
            </a:r>
          </a:p>
          <a:p>
            <a:pPr lvl="1"/>
            <a:r>
              <a:rPr lang="en-US" sz="1400" dirty="0"/>
              <a:t>Business Support team performs the Patch Testing immediately post the environment is available for the critical business processes and the patch impacted functionalities.</a:t>
            </a:r>
          </a:p>
          <a:p>
            <a:pPr marL="171450" indent="-171450">
              <a:buFont typeface="Arial" panose="020B0604020202020204" pitchFamily="34" charset="0"/>
              <a:buChar char="•"/>
            </a:pPr>
            <a:r>
              <a:rPr lang="en-US" sz="1400" dirty="0"/>
              <a:t>Upgrades are typically scheduled by Oracle every 3 months. HGV plans to upgrade from R12 -&gt; R13 on  October 12, 2018.</a:t>
            </a:r>
          </a:p>
          <a:p>
            <a:pPr marL="171450" indent="-171450">
              <a:buFont typeface="Arial" panose="020B0604020202020204" pitchFamily="34" charset="0"/>
              <a:buChar char="•"/>
            </a:pPr>
            <a:r>
              <a:rPr lang="en-US" sz="1400" dirty="0"/>
              <a:t>Upgrades are 1</a:t>
            </a:r>
            <a:r>
              <a:rPr lang="en-US" sz="1400" baseline="30000" dirty="0"/>
              <a:t>st</a:t>
            </a:r>
            <a:r>
              <a:rPr lang="en-US" sz="1400" dirty="0"/>
              <a:t> applied to the lower (non – production) instances and Business needs to plan the Upgrade test cycles, which includes the entire functionality and Process testing</a:t>
            </a:r>
          </a:p>
          <a:p>
            <a:pPr marL="171450" indent="-171450">
              <a:buFont typeface="Arial" panose="020B0604020202020204" pitchFamily="34" charset="0"/>
              <a:buChar char="•"/>
            </a:pPr>
            <a:r>
              <a:rPr lang="en-US" sz="1400" dirty="0"/>
              <a:t>Post the testing, Upgrade team needs to revisit the configuration/developments based on the upgrade impact analysis &amp; the Upgrade Testing</a:t>
            </a:r>
            <a:endParaRPr lang="en-US" sz="1400" dirty="0">
              <a:solidFill>
                <a:srgbClr val="000000"/>
              </a:solidFill>
            </a:endParaRPr>
          </a:p>
          <a:p>
            <a:pPr marL="171450" indent="-171450">
              <a:spcAft>
                <a:spcPts val="300"/>
              </a:spcAft>
              <a:buFont typeface="Arial" panose="020B0604020202020204" pitchFamily="34" charset="0"/>
              <a:buChar char="•"/>
            </a:pPr>
            <a:endParaRPr lang="en-US" sz="1400" dirty="0">
              <a:solidFill>
                <a:srgbClr val="000000"/>
              </a:solidFill>
            </a:endParaRPr>
          </a:p>
        </p:txBody>
      </p:sp>
      <p:sp>
        <p:nvSpPr>
          <p:cNvPr id="23" name="Rectangle 22"/>
          <p:cNvSpPr/>
          <p:nvPr/>
        </p:nvSpPr>
        <p:spPr>
          <a:xfrm>
            <a:off x="331818" y="3960730"/>
            <a:ext cx="11308513" cy="1169551"/>
          </a:xfrm>
          <a:prstGeom prst="rect">
            <a:avLst/>
          </a:prstGeom>
        </p:spPr>
        <p:txBody>
          <a:bodyPr wrap="square" lIns="0" rIns="0">
            <a:spAutoFit/>
          </a:bodyPr>
          <a:lstStyle/>
          <a:p>
            <a:pPr marL="171450" indent="-171450">
              <a:buFont typeface="Arial" panose="020B0604020202020204" pitchFamily="34" charset="0"/>
              <a:buChar char="•"/>
            </a:pPr>
            <a:r>
              <a:rPr lang="en-US" sz="1400" dirty="0"/>
              <a:t>Team spends days to execute test and analyze the patch impacted outcomes.</a:t>
            </a:r>
          </a:p>
          <a:p>
            <a:pPr marL="171450" indent="-171450">
              <a:buFont typeface="Arial" panose="020B0604020202020204" pitchFamily="34" charset="0"/>
              <a:buChar char="•"/>
            </a:pPr>
            <a:r>
              <a:rPr lang="en-US" sz="1400" dirty="0"/>
              <a:t>Individual process teams perform the test, which is not Integrated &amp; not in sequence as per the day in Life process for HGV.</a:t>
            </a:r>
          </a:p>
          <a:p>
            <a:pPr marL="171450" indent="-171450">
              <a:buFont typeface="Arial" panose="020B0604020202020204" pitchFamily="34" charset="0"/>
              <a:buChar char="•"/>
            </a:pPr>
            <a:r>
              <a:rPr lang="en-US" sz="1400" dirty="0"/>
              <a:t>Not all test scenarios are covered for each patch testing, due to concurrent activities in Prod and Upgrade activities.</a:t>
            </a:r>
          </a:p>
          <a:p>
            <a:pPr marL="171450" indent="-171450">
              <a:buFont typeface="Arial" panose="020B0604020202020204" pitchFamily="34" charset="0"/>
              <a:buChar char="•"/>
            </a:pPr>
            <a:r>
              <a:rPr lang="en-US" sz="1400" dirty="0"/>
              <a:t>Limited availability of stakeholders / Business Users from multiple process areas to carry out testing.</a:t>
            </a:r>
          </a:p>
          <a:p>
            <a:pPr marL="171450" indent="-171450">
              <a:spcAft>
                <a:spcPts val="300"/>
              </a:spcAft>
              <a:buFont typeface="Arial" panose="020B0604020202020204" pitchFamily="34" charset="0"/>
              <a:buChar char="•"/>
            </a:pPr>
            <a:endParaRPr lang="en-US" sz="1400" dirty="0">
              <a:solidFill>
                <a:srgbClr val="000000"/>
              </a:solidFill>
            </a:endParaRPr>
          </a:p>
        </p:txBody>
      </p:sp>
      <p:pic>
        <p:nvPicPr>
          <p:cNvPr id="2" name="Picture 1">
            <a:extLst>
              <a:ext uri="{FF2B5EF4-FFF2-40B4-BE49-F238E27FC236}">
                <a16:creationId xmlns:a16="http://schemas.microsoft.com/office/drawing/2014/main" id="{2294C6DE-BA2D-4E49-95ED-43695DFE2257}"/>
              </a:ext>
            </a:extLst>
          </p:cNvPr>
          <p:cNvPicPr>
            <a:picLocks noChangeAspect="1"/>
          </p:cNvPicPr>
          <p:nvPr/>
        </p:nvPicPr>
        <p:blipFill>
          <a:blip r:embed="rId4"/>
          <a:stretch>
            <a:fillRect/>
          </a:stretch>
        </p:blipFill>
        <p:spPr>
          <a:xfrm>
            <a:off x="1264406" y="5090474"/>
            <a:ext cx="9065305" cy="1014945"/>
          </a:xfrm>
          <a:prstGeom prst="rect">
            <a:avLst/>
          </a:prstGeom>
        </p:spPr>
      </p:pic>
    </p:spTree>
    <p:extLst>
      <p:ext uri="{BB962C8B-B14F-4D97-AF65-F5344CB8AC3E}">
        <p14:creationId xmlns:p14="http://schemas.microsoft.com/office/powerpoint/2010/main" val="2969060558"/>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D8D1D52-4670-445C-8D64-DBD37C9443B1}"/>
              </a:ext>
            </a:extLst>
          </p:cNvPr>
          <p:cNvSpPr/>
          <p:nvPr/>
        </p:nvSpPr>
        <p:spPr>
          <a:xfrm>
            <a:off x="8977771" y="5049737"/>
            <a:ext cx="2744329" cy="630942"/>
          </a:xfrm>
          <a:prstGeom prst="rect">
            <a:avLst/>
          </a:prstGeom>
        </p:spPr>
        <p:txBody>
          <a:bodyPr wrap="square" lIns="0" tIns="0" rIns="0" bIns="0">
            <a:spAutoFit/>
          </a:bodyPr>
          <a:lstStyle/>
          <a:p>
            <a:pPr>
              <a:spcBef>
                <a:spcPts val="600"/>
              </a:spcBef>
              <a:defRPr/>
            </a:pPr>
            <a:r>
              <a:rPr lang="en-US" sz="1200" b="1" dirty="0">
                <a:solidFill>
                  <a:prstClr val="black"/>
                </a:solidFill>
              </a:rPr>
              <a:t>Runtime Notification </a:t>
            </a:r>
          </a:p>
          <a:p>
            <a:pPr>
              <a:spcBef>
                <a:spcPts val="600"/>
              </a:spcBef>
              <a:defRPr/>
            </a:pPr>
            <a:r>
              <a:rPr lang="en-US" sz="1200" dirty="0">
                <a:solidFill>
                  <a:prstClr val="black"/>
                </a:solidFill>
              </a:rPr>
              <a:t>Summary reports via emails with error step screenshot of failed test steps</a:t>
            </a:r>
          </a:p>
        </p:txBody>
      </p:sp>
      <p:sp>
        <p:nvSpPr>
          <p:cNvPr id="15" name="Rectangle 14">
            <a:extLst>
              <a:ext uri="{FF2B5EF4-FFF2-40B4-BE49-F238E27FC236}">
                <a16:creationId xmlns:a16="http://schemas.microsoft.com/office/drawing/2014/main" id="{575CCADD-53DE-4932-9B08-A422150559C2}"/>
              </a:ext>
            </a:extLst>
          </p:cNvPr>
          <p:cNvSpPr/>
          <p:nvPr/>
        </p:nvSpPr>
        <p:spPr>
          <a:xfrm>
            <a:off x="8977771" y="1891672"/>
            <a:ext cx="2744329" cy="630942"/>
          </a:xfrm>
          <a:prstGeom prst="rect">
            <a:avLst/>
          </a:prstGeom>
        </p:spPr>
        <p:txBody>
          <a:bodyPr wrap="square" lIns="0" tIns="0" rIns="0" bIns="0">
            <a:spAutoFit/>
          </a:bodyPr>
          <a:lstStyle/>
          <a:p>
            <a:pPr>
              <a:spcBef>
                <a:spcPts val="600"/>
              </a:spcBef>
              <a:defRPr/>
            </a:pPr>
            <a:r>
              <a:rPr lang="en-US" sz="1200" b="1" dirty="0">
                <a:solidFill>
                  <a:prstClr val="black"/>
                </a:solidFill>
              </a:rPr>
              <a:t>Web based dashboards</a:t>
            </a:r>
          </a:p>
          <a:p>
            <a:pPr>
              <a:spcBef>
                <a:spcPts val="600"/>
              </a:spcBef>
              <a:defRPr/>
            </a:pPr>
            <a:r>
              <a:rPr lang="en-US" sz="1200" dirty="0">
                <a:solidFill>
                  <a:prstClr val="black"/>
                </a:solidFill>
              </a:rPr>
              <a:t>For remote monitoring and execution of scripts with visibility to historical data</a:t>
            </a:r>
          </a:p>
        </p:txBody>
      </p:sp>
      <p:sp>
        <p:nvSpPr>
          <p:cNvPr id="16" name="Rectangle 15">
            <a:extLst>
              <a:ext uri="{FF2B5EF4-FFF2-40B4-BE49-F238E27FC236}">
                <a16:creationId xmlns:a16="http://schemas.microsoft.com/office/drawing/2014/main" id="{C5CA178A-23DE-4B0B-839D-951CA504B86A}"/>
              </a:ext>
            </a:extLst>
          </p:cNvPr>
          <p:cNvSpPr/>
          <p:nvPr/>
        </p:nvSpPr>
        <p:spPr>
          <a:xfrm>
            <a:off x="8983484" y="3370424"/>
            <a:ext cx="3011292" cy="892552"/>
          </a:xfrm>
          <a:prstGeom prst="rect">
            <a:avLst/>
          </a:prstGeom>
        </p:spPr>
        <p:txBody>
          <a:bodyPr wrap="square" lIns="0" tIns="0" rIns="0" bIns="0">
            <a:spAutoFit/>
          </a:bodyPr>
          <a:lstStyle/>
          <a:p>
            <a:pPr>
              <a:spcBef>
                <a:spcPts val="600"/>
              </a:spcBef>
              <a:defRPr/>
            </a:pPr>
            <a:r>
              <a:rPr lang="en-US" sz="1200" b="1" dirty="0">
                <a:solidFill>
                  <a:prstClr val="black"/>
                </a:solidFill>
              </a:rPr>
              <a:t>Powered by best of breed test automation tools</a:t>
            </a:r>
          </a:p>
          <a:p>
            <a:pPr>
              <a:spcBef>
                <a:spcPts val="600"/>
              </a:spcBef>
              <a:defRPr/>
            </a:pPr>
            <a:r>
              <a:rPr lang="en-US" sz="1200" dirty="0">
                <a:solidFill>
                  <a:prstClr val="black"/>
                </a:solidFill>
              </a:rPr>
              <a:t>Selenium, Jenkins and Automation </a:t>
            </a:r>
          </a:p>
          <a:p>
            <a:pPr>
              <a:spcBef>
                <a:spcPts val="600"/>
              </a:spcBef>
              <a:defRPr/>
            </a:pPr>
            <a:r>
              <a:rPr lang="en-US" sz="1200" dirty="0">
                <a:solidFill>
                  <a:prstClr val="black"/>
                </a:solidFill>
              </a:rPr>
              <a:t>Anywhere and UIPath</a:t>
            </a:r>
          </a:p>
        </p:txBody>
      </p:sp>
      <p:sp>
        <p:nvSpPr>
          <p:cNvPr id="17" name="Rectangle 16">
            <a:extLst>
              <a:ext uri="{FF2B5EF4-FFF2-40B4-BE49-F238E27FC236}">
                <a16:creationId xmlns:a16="http://schemas.microsoft.com/office/drawing/2014/main" id="{A4D2C495-36F0-4FFF-81FC-E2AE02F65C15}"/>
              </a:ext>
            </a:extLst>
          </p:cNvPr>
          <p:cNvSpPr/>
          <p:nvPr/>
        </p:nvSpPr>
        <p:spPr>
          <a:xfrm>
            <a:off x="1005959" y="1891672"/>
            <a:ext cx="2840958" cy="630942"/>
          </a:xfrm>
          <a:prstGeom prst="rect">
            <a:avLst/>
          </a:prstGeom>
        </p:spPr>
        <p:txBody>
          <a:bodyPr wrap="square" lIns="0" tIns="0" rIns="0" bIns="0">
            <a:spAutoFit/>
          </a:bodyPr>
          <a:lstStyle/>
          <a:p>
            <a:pPr>
              <a:spcBef>
                <a:spcPts val="600"/>
              </a:spcBef>
              <a:defRPr/>
            </a:pPr>
            <a:r>
              <a:rPr lang="en-US" sz="1200" b="1" dirty="0">
                <a:solidFill>
                  <a:prstClr val="black"/>
                </a:solidFill>
              </a:rPr>
              <a:t>One Stop Shop for End to end functional testing automation</a:t>
            </a:r>
          </a:p>
          <a:p>
            <a:pPr>
              <a:spcBef>
                <a:spcPts val="600"/>
              </a:spcBef>
              <a:defRPr/>
            </a:pPr>
            <a:r>
              <a:rPr lang="en-US" sz="1200" dirty="0">
                <a:solidFill>
                  <a:prstClr val="black"/>
                </a:solidFill>
              </a:rPr>
              <a:t>For Oracle Cloud standard test cases</a:t>
            </a:r>
          </a:p>
        </p:txBody>
      </p:sp>
      <p:sp>
        <p:nvSpPr>
          <p:cNvPr id="18" name="Rectangle 17">
            <a:extLst>
              <a:ext uri="{FF2B5EF4-FFF2-40B4-BE49-F238E27FC236}">
                <a16:creationId xmlns:a16="http://schemas.microsoft.com/office/drawing/2014/main" id="{94687702-8006-41DC-8F3D-A6BCDB3A40FB}"/>
              </a:ext>
            </a:extLst>
          </p:cNvPr>
          <p:cNvSpPr/>
          <p:nvPr/>
        </p:nvSpPr>
        <p:spPr>
          <a:xfrm>
            <a:off x="1017178" y="3447368"/>
            <a:ext cx="2840958" cy="815608"/>
          </a:xfrm>
          <a:prstGeom prst="rect">
            <a:avLst/>
          </a:prstGeom>
        </p:spPr>
        <p:txBody>
          <a:bodyPr wrap="square" lIns="0" tIns="0" rIns="0" bIns="0">
            <a:spAutoFit/>
          </a:bodyPr>
          <a:lstStyle/>
          <a:p>
            <a:pPr>
              <a:spcBef>
                <a:spcPts val="600"/>
              </a:spcBef>
              <a:defRPr/>
            </a:pPr>
            <a:r>
              <a:rPr lang="en-US" sz="1200" b="1" dirty="0">
                <a:solidFill>
                  <a:prstClr val="black"/>
                </a:solidFill>
              </a:rPr>
              <a:t>Intuitive to use</a:t>
            </a:r>
          </a:p>
          <a:p>
            <a:pPr>
              <a:spcBef>
                <a:spcPts val="600"/>
              </a:spcBef>
              <a:defRPr/>
            </a:pPr>
            <a:r>
              <a:rPr lang="en-US" sz="1200" dirty="0">
                <a:solidFill>
                  <a:prstClr val="black"/>
                </a:solidFill>
              </a:rPr>
              <a:t>Enriched and simplified user interface provide modern experience for test script, data and execution management</a:t>
            </a:r>
          </a:p>
        </p:txBody>
      </p:sp>
      <p:sp>
        <p:nvSpPr>
          <p:cNvPr id="19" name="Rectangle 18">
            <a:extLst>
              <a:ext uri="{FF2B5EF4-FFF2-40B4-BE49-F238E27FC236}">
                <a16:creationId xmlns:a16="http://schemas.microsoft.com/office/drawing/2014/main" id="{1A69DAA8-F9BA-4D1F-9427-B5A36A1DDEDB}"/>
              </a:ext>
            </a:extLst>
          </p:cNvPr>
          <p:cNvSpPr/>
          <p:nvPr/>
        </p:nvSpPr>
        <p:spPr>
          <a:xfrm>
            <a:off x="1017178" y="5049737"/>
            <a:ext cx="2840958" cy="815608"/>
          </a:xfrm>
          <a:prstGeom prst="rect">
            <a:avLst/>
          </a:prstGeom>
        </p:spPr>
        <p:txBody>
          <a:bodyPr wrap="square" lIns="0" tIns="0" rIns="0" bIns="0">
            <a:spAutoFit/>
          </a:bodyPr>
          <a:lstStyle/>
          <a:p>
            <a:pPr>
              <a:spcBef>
                <a:spcPts val="600"/>
              </a:spcBef>
              <a:defRPr/>
            </a:pPr>
            <a:r>
              <a:rPr lang="en-US" sz="1200" b="1" dirty="0">
                <a:solidFill>
                  <a:prstClr val="black"/>
                </a:solidFill>
              </a:rPr>
              <a:t>Plug and play</a:t>
            </a:r>
          </a:p>
          <a:p>
            <a:pPr>
              <a:spcBef>
                <a:spcPts val="600"/>
              </a:spcBef>
              <a:defRPr/>
            </a:pPr>
            <a:r>
              <a:rPr lang="en-US" sz="1200" dirty="0">
                <a:solidFill>
                  <a:prstClr val="black"/>
                </a:solidFill>
              </a:rPr>
              <a:t>Installation, enhancement and upgrades supported by Deloitte team and alignment with oracle ERP/HCM cloud releases/updates</a:t>
            </a:r>
          </a:p>
        </p:txBody>
      </p:sp>
      <p:pic>
        <p:nvPicPr>
          <p:cNvPr id="21" name="Picture 20">
            <a:extLst>
              <a:ext uri="{FF2B5EF4-FFF2-40B4-BE49-F238E27FC236}">
                <a16:creationId xmlns:a16="http://schemas.microsoft.com/office/drawing/2014/main" id="{233EAB8D-1574-4EC9-AA55-330574FE0C36}"/>
              </a:ext>
            </a:extLst>
          </p:cNvPr>
          <p:cNvPicPr>
            <a:picLocks noChangeAspect="1"/>
          </p:cNvPicPr>
          <p:nvPr/>
        </p:nvPicPr>
        <p:blipFill>
          <a:blip r:embed="rId3"/>
          <a:stretch>
            <a:fillRect/>
          </a:stretch>
        </p:blipFill>
        <p:spPr>
          <a:xfrm>
            <a:off x="4286093" y="2784568"/>
            <a:ext cx="3619814" cy="2956816"/>
          </a:xfrm>
          <a:prstGeom prst="rect">
            <a:avLst/>
          </a:prstGeom>
        </p:spPr>
      </p:pic>
      <p:sp>
        <p:nvSpPr>
          <p:cNvPr id="24" name="TextBox 23">
            <a:extLst>
              <a:ext uri="{FF2B5EF4-FFF2-40B4-BE49-F238E27FC236}">
                <a16:creationId xmlns:a16="http://schemas.microsoft.com/office/drawing/2014/main" id="{E897E95D-62C1-4B41-A1E9-4967895AE27C}"/>
              </a:ext>
            </a:extLst>
          </p:cNvPr>
          <p:cNvSpPr txBox="1"/>
          <p:nvPr/>
        </p:nvSpPr>
        <p:spPr>
          <a:xfrm>
            <a:off x="4133724" y="2261348"/>
            <a:ext cx="3924551" cy="307777"/>
          </a:xfrm>
          <a:prstGeom prst="rect">
            <a:avLst/>
          </a:prstGeom>
          <a:noFill/>
        </p:spPr>
        <p:txBody>
          <a:bodyPr wrap="square" rtlCol="0">
            <a:spAutoFit/>
          </a:bodyPr>
          <a:lstStyle/>
          <a:p>
            <a:pPr algn="ctr" defTabSz="1219170">
              <a:defRPr/>
            </a:pPr>
            <a:r>
              <a:rPr lang="en-US" sz="1400" b="1" dirty="0">
                <a:solidFill>
                  <a:prstClr val="black"/>
                </a:solidFill>
              </a:rPr>
              <a:t>Deloitte RPA Test Automation Solution</a:t>
            </a:r>
          </a:p>
        </p:txBody>
      </p:sp>
      <p:sp>
        <p:nvSpPr>
          <p:cNvPr id="25" name="Title 3">
            <a:extLst>
              <a:ext uri="{FF2B5EF4-FFF2-40B4-BE49-F238E27FC236}">
                <a16:creationId xmlns:a16="http://schemas.microsoft.com/office/drawing/2014/main" id="{D9F512C7-0341-4B7D-BA08-C3573A1AC02A}"/>
              </a:ext>
            </a:extLst>
          </p:cNvPr>
          <p:cNvSpPr txBox="1">
            <a:spLocks/>
          </p:cNvSpPr>
          <p:nvPr/>
        </p:nvSpPr>
        <p:spPr bwMode="gray">
          <a:xfrm>
            <a:off x="319072" y="402586"/>
            <a:ext cx="11252200" cy="698501"/>
          </a:xfrm>
          <a:prstGeom prst="rect">
            <a:avLst/>
          </a:prstGeom>
        </p:spPr>
        <p:txBody>
          <a:bodyPr>
            <a:noAutofit/>
          </a:bodyPr>
          <a:lstStyle>
            <a:lvl1pPr defTabSz="1214962">
              <a:lnSpc>
                <a:spcPct val="100000"/>
              </a:lnSpc>
              <a:spcBef>
                <a:spcPct val="0"/>
              </a:spcBef>
              <a:buNone/>
              <a:defRPr lang="en-US" sz="3600" b="0" dirty="0">
                <a:latin typeface="+mj-lt"/>
                <a:ea typeface="+mj-ea"/>
                <a:cs typeface="Arial" panose="020B0604020202020204" pitchFamily="34" charset="0"/>
              </a:defRPr>
            </a:lvl1pPr>
          </a:lstStyle>
          <a:p>
            <a:r>
              <a:rPr lang="en-US" dirty="0"/>
              <a:t>Deloitte RPA Solution - Overview</a:t>
            </a:r>
          </a:p>
        </p:txBody>
      </p:sp>
      <p:sp>
        <p:nvSpPr>
          <p:cNvPr id="26" name="Text Placeholder 1">
            <a:extLst>
              <a:ext uri="{FF2B5EF4-FFF2-40B4-BE49-F238E27FC236}">
                <a16:creationId xmlns:a16="http://schemas.microsoft.com/office/drawing/2014/main" id="{C5ED7CBB-DB25-4515-9A34-CAC49A11D772}"/>
              </a:ext>
            </a:extLst>
          </p:cNvPr>
          <p:cNvSpPr txBox="1">
            <a:spLocks/>
          </p:cNvSpPr>
          <p:nvPr/>
        </p:nvSpPr>
        <p:spPr>
          <a:xfrm>
            <a:off x="466344" y="1133038"/>
            <a:ext cx="11241407" cy="461665"/>
          </a:xfrm>
          <a:prstGeom prst="rect">
            <a:avLst/>
          </a:prstGeom>
          <a:solidFill>
            <a:srgbClr val="00A3E0"/>
          </a:solidFill>
          <a:ln>
            <a:noFill/>
          </a:ln>
        </p:spPr>
        <p:txBody>
          <a:bodyPr wrap="square">
            <a:spAutoFit/>
          </a:bodyPr>
          <a:lstStyle>
            <a:defPPr>
              <a:defRPr lang="en-US"/>
            </a:defPPr>
            <a:lvl1pPr algn="ctr">
              <a:defRPr sz="1600" b="1">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marL="0" marR="0" lvl="0" indent="0" algn="l" defTabSz="121917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white"/>
                </a:solidFill>
                <a:effectLst/>
                <a:uLnTx/>
                <a:uFillTx/>
                <a:latin typeface="+mn-lt"/>
                <a:ea typeface="Verdana" panose="020B0604030504040204" pitchFamily="34" charset="0"/>
                <a:cs typeface="Verdana" panose="020B0604030504040204" pitchFamily="34" charset="0"/>
              </a:rPr>
              <a:t>Deloitte RPA solution provides a significant opportunity for reduction in the testing efforts required for functional testing (unit, regression, performance etc.) during ERP/HCM cloud implementations and regression testing needed during frequent patching and application upgrades.</a:t>
            </a:r>
          </a:p>
        </p:txBody>
      </p:sp>
      <p:grpSp>
        <p:nvGrpSpPr>
          <p:cNvPr id="27" name="Group 713">
            <a:extLst>
              <a:ext uri="{FF2B5EF4-FFF2-40B4-BE49-F238E27FC236}">
                <a16:creationId xmlns:a16="http://schemas.microsoft.com/office/drawing/2014/main" id="{AE68462B-C4D3-4CC5-A217-A85EE1A626B8}"/>
              </a:ext>
            </a:extLst>
          </p:cNvPr>
          <p:cNvGrpSpPr>
            <a:grpSpLocks noChangeAspect="1"/>
          </p:cNvGrpSpPr>
          <p:nvPr/>
        </p:nvGrpSpPr>
        <p:grpSpPr bwMode="auto">
          <a:xfrm>
            <a:off x="8507635" y="5049737"/>
            <a:ext cx="367041" cy="367041"/>
            <a:chOff x="3986" y="3055"/>
            <a:chExt cx="340" cy="340"/>
          </a:xfrm>
          <a:solidFill>
            <a:srgbClr val="00A3E0"/>
          </a:solidFill>
        </p:grpSpPr>
        <p:sp>
          <p:nvSpPr>
            <p:cNvPr id="28" name="Freeform 714">
              <a:extLst>
                <a:ext uri="{FF2B5EF4-FFF2-40B4-BE49-F238E27FC236}">
                  <a16:creationId xmlns:a16="http://schemas.microsoft.com/office/drawing/2014/main" id="{8B854C93-72ED-4CC0-AF51-183E02323249}"/>
                </a:ext>
              </a:extLst>
            </p:cNvPr>
            <p:cNvSpPr>
              <a:spLocks noEditPoints="1"/>
            </p:cNvSpPr>
            <p:nvPr/>
          </p:nvSpPr>
          <p:spPr bwMode="auto">
            <a:xfrm>
              <a:off x="3986" y="3055"/>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400" dirty="0">
                <a:solidFill>
                  <a:prstClr val="black"/>
                </a:solidFill>
              </a:endParaRPr>
            </a:p>
          </p:txBody>
        </p:sp>
        <p:sp>
          <p:nvSpPr>
            <p:cNvPr id="29" name="Freeform 715">
              <a:extLst>
                <a:ext uri="{FF2B5EF4-FFF2-40B4-BE49-F238E27FC236}">
                  <a16:creationId xmlns:a16="http://schemas.microsoft.com/office/drawing/2014/main" id="{D42C06F8-89B8-4F31-B85C-32F14914FF16}"/>
                </a:ext>
              </a:extLst>
            </p:cNvPr>
            <p:cNvSpPr>
              <a:spLocks noEditPoints="1"/>
            </p:cNvSpPr>
            <p:nvPr/>
          </p:nvSpPr>
          <p:spPr bwMode="auto">
            <a:xfrm>
              <a:off x="4050" y="3147"/>
              <a:ext cx="212" cy="156"/>
            </a:xfrm>
            <a:custGeom>
              <a:avLst/>
              <a:gdLst>
                <a:gd name="T0" fmla="*/ 309 w 320"/>
                <a:gd name="T1" fmla="*/ 0 h 235"/>
                <a:gd name="T2" fmla="*/ 10 w 320"/>
                <a:gd name="T3" fmla="*/ 0 h 235"/>
                <a:gd name="T4" fmla="*/ 0 w 320"/>
                <a:gd name="T5" fmla="*/ 11 h 235"/>
                <a:gd name="T6" fmla="*/ 0 w 320"/>
                <a:gd name="T7" fmla="*/ 224 h 235"/>
                <a:gd name="T8" fmla="*/ 10 w 320"/>
                <a:gd name="T9" fmla="*/ 235 h 235"/>
                <a:gd name="T10" fmla="*/ 309 w 320"/>
                <a:gd name="T11" fmla="*/ 235 h 235"/>
                <a:gd name="T12" fmla="*/ 320 w 320"/>
                <a:gd name="T13" fmla="*/ 224 h 235"/>
                <a:gd name="T14" fmla="*/ 320 w 320"/>
                <a:gd name="T15" fmla="*/ 11 h 235"/>
                <a:gd name="T16" fmla="*/ 309 w 320"/>
                <a:gd name="T17" fmla="*/ 0 h 235"/>
                <a:gd name="T18" fmla="*/ 298 w 320"/>
                <a:gd name="T19" fmla="*/ 199 h 235"/>
                <a:gd name="T20" fmla="*/ 214 w 320"/>
                <a:gd name="T21" fmla="*/ 114 h 235"/>
                <a:gd name="T22" fmla="*/ 298 w 320"/>
                <a:gd name="T23" fmla="*/ 35 h 235"/>
                <a:gd name="T24" fmla="*/ 298 w 320"/>
                <a:gd name="T25" fmla="*/ 199 h 235"/>
                <a:gd name="T26" fmla="*/ 282 w 320"/>
                <a:gd name="T27" fmla="*/ 22 h 235"/>
                <a:gd name="T28" fmla="*/ 160 w 320"/>
                <a:gd name="T29" fmla="*/ 135 h 235"/>
                <a:gd name="T30" fmla="*/ 37 w 320"/>
                <a:gd name="T31" fmla="*/ 22 h 235"/>
                <a:gd name="T32" fmla="*/ 282 w 320"/>
                <a:gd name="T33" fmla="*/ 22 h 235"/>
                <a:gd name="T34" fmla="*/ 21 w 320"/>
                <a:gd name="T35" fmla="*/ 35 h 235"/>
                <a:gd name="T36" fmla="*/ 106 w 320"/>
                <a:gd name="T37" fmla="*/ 114 h 235"/>
                <a:gd name="T38" fmla="*/ 21 w 320"/>
                <a:gd name="T39" fmla="*/ 199 h 235"/>
                <a:gd name="T40" fmla="*/ 21 w 320"/>
                <a:gd name="T41" fmla="*/ 35 h 235"/>
                <a:gd name="T42" fmla="*/ 121 w 320"/>
                <a:gd name="T43" fmla="*/ 129 h 235"/>
                <a:gd name="T44" fmla="*/ 152 w 320"/>
                <a:gd name="T45" fmla="*/ 157 h 235"/>
                <a:gd name="T46" fmla="*/ 160 w 320"/>
                <a:gd name="T47" fmla="*/ 160 h 235"/>
                <a:gd name="T48" fmla="*/ 167 w 320"/>
                <a:gd name="T49" fmla="*/ 157 h 235"/>
                <a:gd name="T50" fmla="*/ 198 w 320"/>
                <a:gd name="T51" fmla="*/ 129 h 235"/>
                <a:gd name="T52" fmla="*/ 283 w 320"/>
                <a:gd name="T53" fmla="*/ 214 h 235"/>
                <a:gd name="T54" fmla="*/ 36 w 320"/>
                <a:gd name="T55" fmla="*/ 214 h 235"/>
                <a:gd name="T56" fmla="*/ 121 w 320"/>
                <a:gd name="T57" fmla="*/ 129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0" h="235">
                  <a:moveTo>
                    <a:pt x="309" y="0"/>
                  </a:moveTo>
                  <a:cubicBezTo>
                    <a:pt x="10" y="0"/>
                    <a:pt x="10" y="0"/>
                    <a:pt x="10" y="0"/>
                  </a:cubicBezTo>
                  <a:cubicBezTo>
                    <a:pt x="4" y="0"/>
                    <a:pt x="0" y="5"/>
                    <a:pt x="0" y="11"/>
                  </a:cubicBezTo>
                  <a:cubicBezTo>
                    <a:pt x="0" y="224"/>
                    <a:pt x="0" y="224"/>
                    <a:pt x="0" y="224"/>
                  </a:cubicBezTo>
                  <a:cubicBezTo>
                    <a:pt x="0" y="230"/>
                    <a:pt x="4" y="235"/>
                    <a:pt x="10" y="235"/>
                  </a:cubicBezTo>
                  <a:cubicBezTo>
                    <a:pt x="309" y="235"/>
                    <a:pt x="309" y="235"/>
                    <a:pt x="309" y="235"/>
                  </a:cubicBezTo>
                  <a:cubicBezTo>
                    <a:pt x="315" y="235"/>
                    <a:pt x="320" y="230"/>
                    <a:pt x="320" y="224"/>
                  </a:cubicBezTo>
                  <a:cubicBezTo>
                    <a:pt x="320" y="11"/>
                    <a:pt x="320" y="11"/>
                    <a:pt x="320" y="11"/>
                  </a:cubicBezTo>
                  <a:cubicBezTo>
                    <a:pt x="320" y="5"/>
                    <a:pt x="315" y="0"/>
                    <a:pt x="309" y="0"/>
                  </a:cubicBezTo>
                  <a:close/>
                  <a:moveTo>
                    <a:pt x="298" y="199"/>
                  </a:moveTo>
                  <a:cubicBezTo>
                    <a:pt x="214" y="114"/>
                    <a:pt x="214" y="114"/>
                    <a:pt x="214" y="114"/>
                  </a:cubicBezTo>
                  <a:cubicBezTo>
                    <a:pt x="298" y="35"/>
                    <a:pt x="298" y="35"/>
                    <a:pt x="298" y="35"/>
                  </a:cubicBezTo>
                  <a:lnTo>
                    <a:pt x="298" y="199"/>
                  </a:lnTo>
                  <a:close/>
                  <a:moveTo>
                    <a:pt x="282" y="22"/>
                  </a:moveTo>
                  <a:cubicBezTo>
                    <a:pt x="160" y="135"/>
                    <a:pt x="160" y="135"/>
                    <a:pt x="160" y="135"/>
                  </a:cubicBezTo>
                  <a:cubicBezTo>
                    <a:pt x="37" y="22"/>
                    <a:pt x="37" y="22"/>
                    <a:pt x="37" y="22"/>
                  </a:cubicBezTo>
                  <a:lnTo>
                    <a:pt x="282" y="22"/>
                  </a:lnTo>
                  <a:close/>
                  <a:moveTo>
                    <a:pt x="21" y="35"/>
                  </a:moveTo>
                  <a:cubicBezTo>
                    <a:pt x="106" y="114"/>
                    <a:pt x="106" y="114"/>
                    <a:pt x="106" y="114"/>
                  </a:cubicBezTo>
                  <a:cubicBezTo>
                    <a:pt x="21" y="199"/>
                    <a:pt x="21" y="199"/>
                    <a:pt x="21" y="199"/>
                  </a:cubicBezTo>
                  <a:lnTo>
                    <a:pt x="21" y="35"/>
                  </a:lnTo>
                  <a:close/>
                  <a:moveTo>
                    <a:pt x="121" y="129"/>
                  </a:moveTo>
                  <a:cubicBezTo>
                    <a:pt x="152" y="157"/>
                    <a:pt x="152" y="157"/>
                    <a:pt x="152" y="157"/>
                  </a:cubicBezTo>
                  <a:cubicBezTo>
                    <a:pt x="154" y="159"/>
                    <a:pt x="157" y="160"/>
                    <a:pt x="160" y="160"/>
                  </a:cubicBezTo>
                  <a:cubicBezTo>
                    <a:pt x="162" y="160"/>
                    <a:pt x="165" y="159"/>
                    <a:pt x="167" y="157"/>
                  </a:cubicBezTo>
                  <a:cubicBezTo>
                    <a:pt x="198" y="129"/>
                    <a:pt x="198" y="129"/>
                    <a:pt x="198" y="129"/>
                  </a:cubicBezTo>
                  <a:cubicBezTo>
                    <a:pt x="283" y="214"/>
                    <a:pt x="283" y="214"/>
                    <a:pt x="283" y="214"/>
                  </a:cubicBezTo>
                  <a:cubicBezTo>
                    <a:pt x="36" y="214"/>
                    <a:pt x="36" y="214"/>
                    <a:pt x="36" y="214"/>
                  </a:cubicBezTo>
                  <a:lnTo>
                    <a:pt x="121" y="1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400" dirty="0">
                <a:solidFill>
                  <a:prstClr val="black"/>
                </a:solidFill>
              </a:endParaRPr>
            </a:p>
          </p:txBody>
        </p:sp>
      </p:grpSp>
      <p:grpSp>
        <p:nvGrpSpPr>
          <p:cNvPr id="30" name="Group 454">
            <a:extLst>
              <a:ext uri="{FF2B5EF4-FFF2-40B4-BE49-F238E27FC236}">
                <a16:creationId xmlns:a16="http://schemas.microsoft.com/office/drawing/2014/main" id="{2BBEDEC0-17EA-44E8-A4A3-76161AF5C16B}"/>
              </a:ext>
            </a:extLst>
          </p:cNvPr>
          <p:cNvGrpSpPr>
            <a:grpSpLocks noChangeAspect="1"/>
          </p:cNvGrpSpPr>
          <p:nvPr/>
        </p:nvGrpSpPr>
        <p:grpSpPr bwMode="auto">
          <a:xfrm>
            <a:off x="532197" y="5049737"/>
            <a:ext cx="369021" cy="369021"/>
            <a:chOff x="1912" y="1576"/>
            <a:chExt cx="340" cy="340"/>
          </a:xfrm>
          <a:solidFill>
            <a:srgbClr val="00A3E0"/>
          </a:solidFill>
        </p:grpSpPr>
        <p:sp>
          <p:nvSpPr>
            <p:cNvPr id="31" name="Freeform 455">
              <a:extLst>
                <a:ext uri="{FF2B5EF4-FFF2-40B4-BE49-F238E27FC236}">
                  <a16:creationId xmlns:a16="http://schemas.microsoft.com/office/drawing/2014/main" id="{FCD7F8C4-F243-4E40-ABB5-CF6E466F4A8F}"/>
                </a:ext>
              </a:extLst>
            </p:cNvPr>
            <p:cNvSpPr>
              <a:spLocks noEditPoints="1"/>
            </p:cNvSpPr>
            <p:nvPr/>
          </p:nvSpPr>
          <p:spPr bwMode="auto">
            <a:xfrm>
              <a:off x="2004" y="1653"/>
              <a:ext cx="171" cy="170"/>
            </a:xfrm>
            <a:custGeom>
              <a:avLst/>
              <a:gdLst>
                <a:gd name="T0" fmla="*/ 253 w 258"/>
                <a:gd name="T1" fmla="*/ 49 h 256"/>
                <a:gd name="T2" fmla="*/ 238 w 258"/>
                <a:gd name="T3" fmla="*/ 49 h 256"/>
                <a:gd name="T4" fmla="*/ 193 w 258"/>
                <a:gd name="T5" fmla="*/ 94 h 256"/>
                <a:gd name="T6" fmla="*/ 163 w 258"/>
                <a:gd name="T7" fmla="*/ 64 h 256"/>
                <a:gd name="T8" fmla="*/ 208 w 258"/>
                <a:gd name="T9" fmla="*/ 19 h 256"/>
                <a:gd name="T10" fmla="*/ 208 w 258"/>
                <a:gd name="T11" fmla="*/ 4 h 256"/>
                <a:gd name="T12" fmla="*/ 193 w 258"/>
                <a:gd name="T13" fmla="*/ 4 h 256"/>
                <a:gd name="T14" fmla="*/ 148 w 258"/>
                <a:gd name="T15" fmla="*/ 49 h 256"/>
                <a:gd name="T16" fmla="*/ 133 w 258"/>
                <a:gd name="T17" fmla="*/ 34 h 256"/>
                <a:gd name="T18" fmla="*/ 125 w 258"/>
                <a:gd name="T19" fmla="*/ 27 h 256"/>
                <a:gd name="T20" fmla="*/ 110 w 258"/>
                <a:gd name="T21" fmla="*/ 27 h 256"/>
                <a:gd name="T22" fmla="*/ 110 w 258"/>
                <a:gd name="T23" fmla="*/ 42 h 256"/>
                <a:gd name="T24" fmla="*/ 72 w 258"/>
                <a:gd name="T25" fmla="*/ 79 h 256"/>
                <a:gd name="T26" fmla="*/ 51 w 258"/>
                <a:gd name="T27" fmla="*/ 132 h 256"/>
                <a:gd name="T28" fmla="*/ 65 w 258"/>
                <a:gd name="T29" fmla="*/ 177 h 256"/>
                <a:gd name="T30" fmla="*/ 5 w 258"/>
                <a:gd name="T31" fmla="*/ 238 h 256"/>
                <a:gd name="T32" fmla="*/ 5 w 258"/>
                <a:gd name="T33" fmla="*/ 253 h 256"/>
                <a:gd name="T34" fmla="*/ 12 w 258"/>
                <a:gd name="T35" fmla="*/ 256 h 256"/>
                <a:gd name="T36" fmla="*/ 20 w 258"/>
                <a:gd name="T37" fmla="*/ 253 h 256"/>
                <a:gd name="T38" fmla="*/ 81 w 258"/>
                <a:gd name="T39" fmla="*/ 192 h 256"/>
                <a:gd name="T40" fmla="*/ 125 w 258"/>
                <a:gd name="T41" fmla="*/ 207 h 256"/>
                <a:gd name="T42" fmla="*/ 178 w 258"/>
                <a:gd name="T43" fmla="*/ 185 h 256"/>
                <a:gd name="T44" fmla="*/ 216 w 258"/>
                <a:gd name="T45" fmla="*/ 147 h 256"/>
                <a:gd name="T46" fmla="*/ 216 w 258"/>
                <a:gd name="T47" fmla="*/ 147 h 256"/>
                <a:gd name="T48" fmla="*/ 223 w 258"/>
                <a:gd name="T49" fmla="*/ 150 h 256"/>
                <a:gd name="T50" fmla="*/ 231 w 258"/>
                <a:gd name="T51" fmla="*/ 147 h 256"/>
                <a:gd name="T52" fmla="*/ 231 w 258"/>
                <a:gd name="T53" fmla="*/ 132 h 256"/>
                <a:gd name="T54" fmla="*/ 223 w 258"/>
                <a:gd name="T55" fmla="*/ 125 h 256"/>
                <a:gd name="T56" fmla="*/ 208 w 258"/>
                <a:gd name="T57" fmla="*/ 109 h 256"/>
                <a:gd name="T58" fmla="*/ 253 w 258"/>
                <a:gd name="T59" fmla="*/ 64 h 256"/>
                <a:gd name="T60" fmla="*/ 253 w 258"/>
                <a:gd name="T61" fmla="*/ 49 h 256"/>
                <a:gd name="T62" fmla="*/ 163 w 258"/>
                <a:gd name="T63" fmla="*/ 170 h 256"/>
                <a:gd name="T64" fmla="*/ 125 w 258"/>
                <a:gd name="T65" fmla="*/ 185 h 256"/>
                <a:gd name="T66" fmla="*/ 87 w 258"/>
                <a:gd name="T67" fmla="*/ 170 h 256"/>
                <a:gd name="T68" fmla="*/ 72 w 258"/>
                <a:gd name="T69" fmla="*/ 132 h 256"/>
                <a:gd name="T70" fmla="*/ 87 w 258"/>
                <a:gd name="T71" fmla="*/ 94 h 256"/>
                <a:gd name="T72" fmla="*/ 125 w 258"/>
                <a:gd name="T73" fmla="*/ 57 h 256"/>
                <a:gd name="T74" fmla="*/ 201 w 258"/>
                <a:gd name="T75" fmla="*/ 132 h 256"/>
                <a:gd name="T76" fmla="*/ 163 w 258"/>
                <a:gd name="T77" fmla="*/ 170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58" h="256">
                  <a:moveTo>
                    <a:pt x="253" y="49"/>
                  </a:moveTo>
                  <a:cubicBezTo>
                    <a:pt x="249" y="45"/>
                    <a:pt x="243" y="45"/>
                    <a:pt x="238" y="49"/>
                  </a:cubicBezTo>
                  <a:cubicBezTo>
                    <a:pt x="193" y="94"/>
                    <a:pt x="193" y="94"/>
                    <a:pt x="193" y="94"/>
                  </a:cubicBezTo>
                  <a:cubicBezTo>
                    <a:pt x="163" y="64"/>
                    <a:pt x="163" y="64"/>
                    <a:pt x="163" y="64"/>
                  </a:cubicBezTo>
                  <a:cubicBezTo>
                    <a:pt x="208" y="19"/>
                    <a:pt x="208" y="19"/>
                    <a:pt x="208" y="19"/>
                  </a:cubicBezTo>
                  <a:cubicBezTo>
                    <a:pt x="212" y="15"/>
                    <a:pt x="212" y="8"/>
                    <a:pt x="208" y="4"/>
                  </a:cubicBezTo>
                  <a:cubicBezTo>
                    <a:pt x="204" y="0"/>
                    <a:pt x="197" y="0"/>
                    <a:pt x="193" y="4"/>
                  </a:cubicBezTo>
                  <a:cubicBezTo>
                    <a:pt x="148" y="49"/>
                    <a:pt x="148" y="49"/>
                    <a:pt x="148" y="49"/>
                  </a:cubicBezTo>
                  <a:cubicBezTo>
                    <a:pt x="133" y="34"/>
                    <a:pt x="133" y="34"/>
                    <a:pt x="133" y="34"/>
                  </a:cubicBezTo>
                  <a:cubicBezTo>
                    <a:pt x="125" y="27"/>
                    <a:pt x="125" y="27"/>
                    <a:pt x="125" y="27"/>
                  </a:cubicBezTo>
                  <a:cubicBezTo>
                    <a:pt x="121" y="22"/>
                    <a:pt x="114" y="22"/>
                    <a:pt x="110" y="27"/>
                  </a:cubicBezTo>
                  <a:cubicBezTo>
                    <a:pt x="106" y="31"/>
                    <a:pt x="106" y="37"/>
                    <a:pt x="110" y="42"/>
                  </a:cubicBezTo>
                  <a:cubicBezTo>
                    <a:pt x="72" y="79"/>
                    <a:pt x="72" y="79"/>
                    <a:pt x="72" y="79"/>
                  </a:cubicBezTo>
                  <a:cubicBezTo>
                    <a:pt x="58" y="93"/>
                    <a:pt x="51" y="112"/>
                    <a:pt x="51" y="132"/>
                  </a:cubicBezTo>
                  <a:cubicBezTo>
                    <a:pt x="51" y="148"/>
                    <a:pt x="56" y="164"/>
                    <a:pt x="65" y="177"/>
                  </a:cubicBezTo>
                  <a:cubicBezTo>
                    <a:pt x="5" y="238"/>
                    <a:pt x="5" y="238"/>
                    <a:pt x="5" y="238"/>
                  </a:cubicBezTo>
                  <a:cubicBezTo>
                    <a:pt x="0" y="242"/>
                    <a:pt x="0" y="249"/>
                    <a:pt x="5" y="253"/>
                  </a:cubicBezTo>
                  <a:cubicBezTo>
                    <a:pt x="7" y="255"/>
                    <a:pt x="9" y="256"/>
                    <a:pt x="12" y="256"/>
                  </a:cubicBezTo>
                  <a:cubicBezTo>
                    <a:pt x="15" y="256"/>
                    <a:pt x="18" y="255"/>
                    <a:pt x="20" y="253"/>
                  </a:cubicBezTo>
                  <a:cubicBezTo>
                    <a:pt x="81" y="192"/>
                    <a:pt x="81" y="192"/>
                    <a:pt x="81" y="192"/>
                  </a:cubicBezTo>
                  <a:cubicBezTo>
                    <a:pt x="93" y="202"/>
                    <a:pt x="109" y="207"/>
                    <a:pt x="125" y="207"/>
                  </a:cubicBezTo>
                  <a:cubicBezTo>
                    <a:pt x="145" y="207"/>
                    <a:pt x="164" y="199"/>
                    <a:pt x="178" y="185"/>
                  </a:cubicBezTo>
                  <a:cubicBezTo>
                    <a:pt x="216" y="147"/>
                    <a:pt x="216" y="147"/>
                    <a:pt x="216" y="147"/>
                  </a:cubicBezTo>
                  <a:cubicBezTo>
                    <a:pt x="216" y="147"/>
                    <a:pt x="216" y="147"/>
                    <a:pt x="216" y="147"/>
                  </a:cubicBezTo>
                  <a:cubicBezTo>
                    <a:pt x="218" y="149"/>
                    <a:pt x="221" y="150"/>
                    <a:pt x="223" y="150"/>
                  </a:cubicBezTo>
                  <a:cubicBezTo>
                    <a:pt x="226" y="150"/>
                    <a:pt x="229" y="149"/>
                    <a:pt x="231" y="147"/>
                  </a:cubicBezTo>
                  <a:cubicBezTo>
                    <a:pt x="235" y="143"/>
                    <a:pt x="235" y="136"/>
                    <a:pt x="231" y="132"/>
                  </a:cubicBezTo>
                  <a:cubicBezTo>
                    <a:pt x="223" y="125"/>
                    <a:pt x="223" y="125"/>
                    <a:pt x="223" y="125"/>
                  </a:cubicBezTo>
                  <a:cubicBezTo>
                    <a:pt x="208" y="109"/>
                    <a:pt x="208" y="109"/>
                    <a:pt x="208" y="109"/>
                  </a:cubicBezTo>
                  <a:cubicBezTo>
                    <a:pt x="253" y="64"/>
                    <a:pt x="253" y="64"/>
                    <a:pt x="253" y="64"/>
                  </a:cubicBezTo>
                  <a:cubicBezTo>
                    <a:pt x="258" y="60"/>
                    <a:pt x="258" y="53"/>
                    <a:pt x="253" y="49"/>
                  </a:cubicBezTo>
                  <a:close/>
                  <a:moveTo>
                    <a:pt x="163" y="170"/>
                  </a:moveTo>
                  <a:cubicBezTo>
                    <a:pt x="153" y="180"/>
                    <a:pt x="139" y="185"/>
                    <a:pt x="125" y="185"/>
                  </a:cubicBezTo>
                  <a:cubicBezTo>
                    <a:pt x="111" y="185"/>
                    <a:pt x="98" y="180"/>
                    <a:pt x="87" y="170"/>
                  </a:cubicBezTo>
                  <a:cubicBezTo>
                    <a:pt x="77" y="160"/>
                    <a:pt x="72" y="146"/>
                    <a:pt x="72" y="132"/>
                  </a:cubicBezTo>
                  <a:cubicBezTo>
                    <a:pt x="72" y="118"/>
                    <a:pt x="77" y="104"/>
                    <a:pt x="87" y="94"/>
                  </a:cubicBezTo>
                  <a:cubicBezTo>
                    <a:pt x="125" y="57"/>
                    <a:pt x="125" y="57"/>
                    <a:pt x="125" y="57"/>
                  </a:cubicBezTo>
                  <a:cubicBezTo>
                    <a:pt x="201" y="132"/>
                    <a:pt x="201" y="132"/>
                    <a:pt x="201" y="132"/>
                  </a:cubicBezTo>
                  <a:lnTo>
                    <a:pt x="163"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400" dirty="0">
                <a:solidFill>
                  <a:prstClr val="black"/>
                </a:solidFill>
              </a:endParaRPr>
            </a:p>
          </p:txBody>
        </p:sp>
        <p:sp>
          <p:nvSpPr>
            <p:cNvPr id="32" name="Freeform 456">
              <a:extLst>
                <a:ext uri="{FF2B5EF4-FFF2-40B4-BE49-F238E27FC236}">
                  <a16:creationId xmlns:a16="http://schemas.microsoft.com/office/drawing/2014/main" id="{DB7FFB7C-2836-47A2-A564-10A02C811DBF}"/>
                </a:ext>
              </a:extLst>
            </p:cNvPr>
            <p:cNvSpPr>
              <a:spLocks noEditPoints="1"/>
            </p:cNvSpPr>
            <p:nvPr/>
          </p:nvSpPr>
          <p:spPr bwMode="auto">
            <a:xfrm>
              <a:off x="1912" y="1576"/>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400" dirty="0">
                <a:solidFill>
                  <a:prstClr val="black"/>
                </a:solidFill>
              </a:endParaRPr>
            </a:p>
          </p:txBody>
        </p:sp>
      </p:grpSp>
      <p:grpSp>
        <p:nvGrpSpPr>
          <p:cNvPr id="33" name="Group 989">
            <a:extLst>
              <a:ext uri="{FF2B5EF4-FFF2-40B4-BE49-F238E27FC236}">
                <a16:creationId xmlns:a16="http://schemas.microsoft.com/office/drawing/2014/main" id="{D278690D-3AAC-44FC-8FE4-17B221E2EE39}"/>
              </a:ext>
            </a:extLst>
          </p:cNvPr>
          <p:cNvGrpSpPr>
            <a:grpSpLocks noChangeAspect="1"/>
          </p:cNvGrpSpPr>
          <p:nvPr/>
        </p:nvGrpSpPr>
        <p:grpSpPr bwMode="auto">
          <a:xfrm>
            <a:off x="540461" y="3447368"/>
            <a:ext cx="367631" cy="367631"/>
            <a:chOff x="2394" y="4156"/>
            <a:chExt cx="340" cy="340"/>
          </a:xfrm>
          <a:solidFill>
            <a:srgbClr val="00A3E0"/>
          </a:solidFill>
        </p:grpSpPr>
        <p:sp>
          <p:nvSpPr>
            <p:cNvPr id="34" name="Line 990">
              <a:extLst>
                <a:ext uri="{FF2B5EF4-FFF2-40B4-BE49-F238E27FC236}">
                  <a16:creationId xmlns:a16="http://schemas.microsoft.com/office/drawing/2014/main" id="{DAAAB846-CD26-4B19-B415-D674F819ED08}"/>
                </a:ext>
              </a:extLst>
            </p:cNvPr>
            <p:cNvSpPr>
              <a:spLocks noChangeShapeType="1"/>
            </p:cNvSpPr>
            <p:nvPr/>
          </p:nvSpPr>
          <p:spPr bwMode="auto">
            <a:xfrm>
              <a:off x="2528" y="4418"/>
              <a:ext cx="0" cy="0"/>
            </a:xfrm>
            <a:prstGeom prst="line">
              <a:avLst/>
            </a:prstGeom>
            <a:grpFill/>
            <a:ln w="22225"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defTabSz="1219170"/>
              <a:endParaRPr lang="en-GB" sz="2400" dirty="0">
                <a:solidFill>
                  <a:prstClr val="black"/>
                </a:solidFill>
              </a:endParaRPr>
            </a:p>
          </p:txBody>
        </p:sp>
        <p:sp>
          <p:nvSpPr>
            <p:cNvPr id="35" name="Freeform 991">
              <a:extLst>
                <a:ext uri="{FF2B5EF4-FFF2-40B4-BE49-F238E27FC236}">
                  <a16:creationId xmlns:a16="http://schemas.microsoft.com/office/drawing/2014/main" id="{FA279298-34F3-4987-BB4D-F9892E3DA91F}"/>
                </a:ext>
              </a:extLst>
            </p:cNvPr>
            <p:cNvSpPr>
              <a:spLocks noEditPoints="1"/>
            </p:cNvSpPr>
            <p:nvPr/>
          </p:nvSpPr>
          <p:spPr bwMode="auto">
            <a:xfrm>
              <a:off x="2394" y="4156"/>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400" dirty="0">
                <a:solidFill>
                  <a:prstClr val="black"/>
                </a:solidFill>
              </a:endParaRPr>
            </a:p>
          </p:txBody>
        </p:sp>
        <p:sp>
          <p:nvSpPr>
            <p:cNvPr id="36" name="Freeform 992">
              <a:extLst>
                <a:ext uri="{FF2B5EF4-FFF2-40B4-BE49-F238E27FC236}">
                  <a16:creationId xmlns:a16="http://schemas.microsoft.com/office/drawing/2014/main" id="{2C87CD66-5484-43FC-8E83-1C0AC60383D1}"/>
                </a:ext>
              </a:extLst>
            </p:cNvPr>
            <p:cNvSpPr>
              <a:spLocks noEditPoints="1"/>
            </p:cNvSpPr>
            <p:nvPr/>
          </p:nvSpPr>
          <p:spPr bwMode="auto">
            <a:xfrm>
              <a:off x="2464" y="4220"/>
              <a:ext cx="186" cy="212"/>
            </a:xfrm>
            <a:custGeom>
              <a:avLst/>
              <a:gdLst>
                <a:gd name="T0" fmla="*/ 253 w 280"/>
                <a:gd name="T1" fmla="*/ 320 h 320"/>
                <a:gd name="T2" fmla="*/ 244 w 280"/>
                <a:gd name="T3" fmla="*/ 304 h 320"/>
                <a:gd name="T4" fmla="*/ 256 w 280"/>
                <a:gd name="T5" fmla="*/ 202 h 320"/>
                <a:gd name="T6" fmla="*/ 235 w 280"/>
                <a:gd name="T7" fmla="*/ 201 h 320"/>
                <a:gd name="T8" fmla="*/ 224 w 280"/>
                <a:gd name="T9" fmla="*/ 213 h 320"/>
                <a:gd name="T10" fmla="*/ 224 w 280"/>
                <a:gd name="T11" fmla="*/ 213 h 320"/>
                <a:gd name="T12" fmla="*/ 214 w 280"/>
                <a:gd name="T13" fmla="*/ 192 h 320"/>
                <a:gd name="T14" fmla="*/ 192 w 280"/>
                <a:gd name="T15" fmla="*/ 192 h 320"/>
                <a:gd name="T16" fmla="*/ 182 w 280"/>
                <a:gd name="T17" fmla="*/ 213 h 320"/>
                <a:gd name="T18" fmla="*/ 171 w 280"/>
                <a:gd name="T19" fmla="*/ 170 h 320"/>
                <a:gd name="T20" fmla="*/ 150 w 280"/>
                <a:gd name="T21" fmla="*/ 170 h 320"/>
                <a:gd name="T22" fmla="*/ 139 w 280"/>
                <a:gd name="T23" fmla="*/ 213 h 320"/>
                <a:gd name="T24" fmla="*/ 128 w 280"/>
                <a:gd name="T25" fmla="*/ 117 h 320"/>
                <a:gd name="T26" fmla="*/ 107 w 280"/>
                <a:gd name="T27" fmla="*/ 117 h 320"/>
                <a:gd name="T28" fmla="*/ 101 w 280"/>
                <a:gd name="T29" fmla="*/ 255 h 320"/>
                <a:gd name="T30" fmla="*/ 57 w 280"/>
                <a:gd name="T31" fmla="*/ 196 h 320"/>
                <a:gd name="T32" fmla="*/ 43 w 280"/>
                <a:gd name="T33" fmla="*/ 192 h 320"/>
                <a:gd name="T34" fmla="*/ 42 w 280"/>
                <a:gd name="T35" fmla="*/ 209 h 320"/>
                <a:gd name="T36" fmla="*/ 101 w 280"/>
                <a:gd name="T37" fmla="*/ 316 h 320"/>
                <a:gd name="T38" fmla="*/ 86 w 280"/>
                <a:gd name="T39" fmla="*/ 317 h 320"/>
                <a:gd name="T40" fmla="*/ 33 w 280"/>
                <a:gd name="T41" fmla="*/ 173 h 320"/>
                <a:gd name="T42" fmla="*/ 76 w 280"/>
                <a:gd name="T43" fmla="*/ 187 h 320"/>
                <a:gd name="T44" fmla="*/ 86 w 280"/>
                <a:gd name="T45" fmla="*/ 117 h 320"/>
                <a:gd name="T46" fmla="*/ 150 w 280"/>
                <a:gd name="T47" fmla="*/ 117 h 320"/>
                <a:gd name="T48" fmla="*/ 160 w 280"/>
                <a:gd name="T49" fmla="*/ 138 h 320"/>
                <a:gd name="T50" fmla="*/ 203 w 280"/>
                <a:gd name="T51" fmla="*/ 160 h 320"/>
                <a:gd name="T52" fmla="*/ 246 w 280"/>
                <a:gd name="T53" fmla="*/ 170 h 320"/>
                <a:gd name="T54" fmla="*/ 278 w 280"/>
                <a:gd name="T55" fmla="*/ 245 h 320"/>
                <a:gd name="T56" fmla="*/ 118 w 280"/>
                <a:gd name="T57" fmla="*/ 64 h 320"/>
                <a:gd name="T58" fmla="*/ 183 w 280"/>
                <a:gd name="T59" fmla="*/ 117 h 320"/>
                <a:gd name="T60" fmla="*/ 118 w 280"/>
                <a:gd name="T61" fmla="*/ 42 h 320"/>
                <a:gd name="T62" fmla="*/ 44 w 280"/>
                <a:gd name="T63" fmla="*/ 129 h 320"/>
                <a:gd name="T64" fmla="*/ 57 w 280"/>
                <a:gd name="T65" fmla="*/ 138 h 320"/>
                <a:gd name="T66" fmla="*/ 65 w 280"/>
                <a:gd name="T67" fmla="*/ 117 h 320"/>
                <a:gd name="T68" fmla="*/ 23 w 280"/>
                <a:gd name="T69" fmla="*/ 133 h 320"/>
                <a:gd name="T70" fmla="*/ 118 w 280"/>
                <a:gd name="T71" fmla="*/ 21 h 320"/>
                <a:gd name="T72" fmla="*/ 213 w 280"/>
                <a:gd name="T73" fmla="*/ 123 h 320"/>
                <a:gd name="T74" fmla="*/ 235 w 280"/>
                <a:gd name="T75" fmla="*/ 125 h 320"/>
                <a:gd name="T76" fmla="*/ 118 w 280"/>
                <a:gd name="T77" fmla="*/ 0 h 320"/>
                <a:gd name="T78" fmla="*/ 2 w 280"/>
                <a:gd name="T79" fmla="*/ 137 h 320"/>
                <a:gd name="T80" fmla="*/ 14 w 280"/>
                <a:gd name="T81" fmla="*/ 145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80" h="320">
                  <a:moveTo>
                    <a:pt x="262" y="314"/>
                  </a:moveTo>
                  <a:cubicBezTo>
                    <a:pt x="260" y="318"/>
                    <a:pt x="256" y="320"/>
                    <a:pt x="253" y="320"/>
                  </a:cubicBezTo>
                  <a:cubicBezTo>
                    <a:pt x="251" y="320"/>
                    <a:pt x="249" y="319"/>
                    <a:pt x="247" y="318"/>
                  </a:cubicBezTo>
                  <a:cubicBezTo>
                    <a:pt x="242" y="315"/>
                    <a:pt x="241" y="309"/>
                    <a:pt x="244" y="304"/>
                  </a:cubicBezTo>
                  <a:cubicBezTo>
                    <a:pt x="258" y="278"/>
                    <a:pt x="256" y="246"/>
                    <a:pt x="256" y="246"/>
                  </a:cubicBezTo>
                  <a:cubicBezTo>
                    <a:pt x="256" y="202"/>
                    <a:pt x="256" y="202"/>
                    <a:pt x="256" y="202"/>
                  </a:cubicBezTo>
                  <a:cubicBezTo>
                    <a:pt x="256" y="196"/>
                    <a:pt x="251" y="192"/>
                    <a:pt x="245" y="192"/>
                  </a:cubicBezTo>
                  <a:cubicBezTo>
                    <a:pt x="240" y="192"/>
                    <a:pt x="236" y="196"/>
                    <a:pt x="235" y="201"/>
                  </a:cubicBezTo>
                  <a:cubicBezTo>
                    <a:pt x="235" y="202"/>
                    <a:pt x="235" y="202"/>
                    <a:pt x="235" y="202"/>
                  </a:cubicBezTo>
                  <a:cubicBezTo>
                    <a:pt x="235" y="208"/>
                    <a:pt x="230" y="213"/>
                    <a:pt x="224" y="213"/>
                  </a:cubicBezTo>
                  <a:cubicBezTo>
                    <a:pt x="224" y="213"/>
                    <a:pt x="224" y="213"/>
                    <a:pt x="224" y="213"/>
                  </a:cubicBezTo>
                  <a:cubicBezTo>
                    <a:pt x="224" y="213"/>
                    <a:pt x="224" y="213"/>
                    <a:pt x="224" y="213"/>
                  </a:cubicBezTo>
                  <a:cubicBezTo>
                    <a:pt x="218" y="213"/>
                    <a:pt x="214" y="208"/>
                    <a:pt x="214" y="202"/>
                  </a:cubicBezTo>
                  <a:cubicBezTo>
                    <a:pt x="214" y="192"/>
                    <a:pt x="214" y="192"/>
                    <a:pt x="214" y="192"/>
                  </a:cubicBezTo>
                  <a:cubicBezTo>
                    <a:pt x="214" y="186"/>
                    <a:pt x="209" y="181"/>
                    <a:pt x="203" y="181"/>
                  </a:cubicBezTo>
                  <a:cubicBezTo>
                    <a:pt x="197" y="181"/>
                    <a:pt x="192" y="186"/>
                    <a:pt x="192" y="192"/>
                  </a:cubicBezTo>
                  <a:cubicBezTo>
                    <a:pt x="192" y="202"/>
                    <a:pt x="192" y="202"/>
                    <a:pt x="192" y="202"/>
                  </a:cubicBezTo>
                  <a:cubicBezTo>
                    <a:pt x="192" y="208"/>
                    <a:pt x="188" y="213"/>
                    <a:pt x="182" y="213"/>
                  </a:cubicBezTo>
                  <a:cubicBezTo>
                    <a:pt x="176" y="213"/>
                    <a:pt x="171" y="208"/>
                    <a:pt x="171" y="202"/>
                  </a:cubicBezTo>
                  <a:cubicBezTo>
                    <a:pt x="171" y="170"/>
                    <a:pt x="171" y="170"/>
                    <a:pt x="171" y="170"/>
                  </a:cubicBezTo>
                  <a:cubicBezTo>
                    <a:pt x="171" y="164"/>
                    <a:pt x="166" y="160"/>
                    <a:pt x="160" y="160"/>
                  </a:cubicBezTo>
                  <a:cubicBezTo>
                    <a:pt x="154" y="160"/>
                    <a:pt x="150" y="164"/>
                    <a:pt x="150" y="170"/>
                  </a:cubicBezTo>
                  <a:cubicBezTo>
                    <a:pt x="150" y="202"/>
                    <a:pt x="150" y="202"/>
                    <a:pt x="150" y="202"/>
                  </a:cubicBezTo>
                  <a:cubicBezTo>
                    <a:pt x="150" y="208"/>
                    <a:pt x="145" y="213"/>
                    <a:pt x="139" y="213"/>
                  </a:cubicBezTo>
                  <a:cubicBezTo>
                    <a:pt x="133" y="213"/>
                    <a:pt x="128" y="208"/>
                    <a:pt x="128" y="202"/>
                  </a:cubicBezTo>
                  <a:cubicBezTo>
                    <a:pt x="128" y="117"/>
                    <a:pt x="128" y="117"/>
                    <a:pt x="128" y="117"/>
                  </a:cubicBezTo>
                  <a:cubicBezTo>
                    <a:pt x="128" y="111"/>
                    <a:pt x="124" y="106"/>
                    <a:pt x="118" y="106"/>
                  </a:cubicBezTo>
                  <a:cubicBezTo>
                    <a:pt x="112" y="106"/>
                    <a:pt x="107" y="111"/>
                    <a:pt x="107" y="117"/>
                  </a:cubicBezTo>
                  <a:cubicBezTo>
                    <a:pt x="107" y="245"/>
                    <a:pt x="107" y="245"/>
                    <a:pt x="107" y="245"/>
                  </a:cubicBezTo>
                  <a:cubicBezTo>
                    <a:pt x="107" y="249"/>
                    <a:pt x="105" y="253"/>
                    <a:pt x="101" y="255"/>
                  </a:cubicBezTo>
                  <a:cubicBezTo>
                    <a:pt x="97" y="256"/>
                    <a:pt x="93" y="256"/>
                    <a:pt x="89" y="253"/>
                  </a:cubicBezTo>
                  <a:cubicBezTo>
                    <a:pt x="75" y="241"/>
                    <a:pt x="60" y="203"/>
                    <a:pt x="57" y="196"/>
                  </a:cubicBezTo>
                  <a:cubicBezTo>
                    <a:pt x="56" y="194"/>
                    <a:pt x="54" y="192"/>
                    <a:pt x="51" y="191"/>
                  </a:cubicBezTo>
                  <a:cubicBezTo>
                    <a:pt x="48" y="190"/>
                    <a:pt x="46" y="190"/>
                    <a:pt x="43" y="192"/>
                  </a:cubicBezTo>
                  <a:cubicBezTo>
                    <a:pt x="39" y="194"/>
                    <a:pt x="39" y="202"/>
                    <a:pt x="42" y="208"/>
                  </a:cubicBezTo>
                  <a:cubicBezTo>
                    <a:pt x="42" y="209"/>
                    <a:pt x="42" y="209"/>
                    <a:pt x="42" y="209"/>
                  </a:cubicBezTo>
                  <a:cubicBezTo>
                    <a:pt x="43" y="210"/>
                    <a:pt x="64" y="269"/>
                    <a:pt x="100" y="301"/>
                  </a:cubicBezTo>
                  <a:cubicBezTo>
                    <a:pt x="104" y="305"/>
                    <a:pt x="105" y="312"/>
                    <a:pt x="101" y="316"/>
                  </a:cubicBezTo>
                  <a:cubicBezTo>
                    <a:pt x="99" y="318"/>
                    <a:pt x="96" y="320"/>
                    <a:pt x="93" y="320"/>
                  </a:cubicBezTo>
                  <a:cubicBezTo>
                    <a:pt x="90" y="320"/>
                    <a:pt x="88" y="319"/>
                    <a:pt x="86" y="317"/>
                  </a:cubicBezTo>
                  <a:cubicBezTo>
                    <a:pt x="47" y="283"/>
                    <a:pt x="25" y="224"/>
                    <a:pt x="22" y="217"/>
                  </a:cubicBezTo>
                  <a:cubicBezTo>
                    <a:pt x="15" y="202"/>
                    <a:pt x="17" y="181"/>
                    <a:pt x="33" y="173"/>
                  </a:cubicBezTo>
                  <a:cubicBezTo>
                    <a:pt x="41" y="169"/>
                    <a:pt x="50" y="168"/>
                    <a:pt x="58" y="171"/>
                  </a:cubicBezTo>
                  <a:cubicBezTo>
                    <a:pt x="66" y="174"/>
                    <a:pt x="73" y="179"/>
                    <a:pt x="76" y="187"/>
                  </a:cubicBezTo>
                  <a:cubicBezTo>
                    <a:pt x="79" y="193"/>
                    <a:pt x="82" y="201"/>
                    <a:pt x="86" y="208"/>
                  </a:cubicBezTo>
                  <a:cubicBezTo>
                    <a:pt x="86" y="117"/>
                    <a:pt x="86" y="117"/>
                    <a:pt x="86" y="117"/>
                  </a:cubicBezTo>
                  <a:cubicBezTo>
                    <a:pt x="86" y="99"/>
                    <a:pt x="100" y="85"/>
                    <a:pt x="118" y="85"/>
                  </a:cubicBezTo>
                  <a:cubicBezTo>
                    <a:pt x="135" y="85"/>
                    <a:pt x="150" y="99"/>
                    <a:pt x="150" y="117"/>
                  </a:cubicBezTo>
                  <a:cubicBezTo>
                    <a:pt x="150" y="140"/>
                    <a:pt x="150" y="140"/>
                    <a:pt x="150" y="140"/>
                  </a:cubicBezTo>
                  <a:cubicBezTo>
                    <a:pt x="153" y="139"/>
                    <a:pt x="157" y="138"/>
                    <a:pt x="160" y="138"/>
                  </a:cubicBezTo>
                  <a:cubicBezTo>
                    <a:pt x="175" y="138"/>
                    <a:pt x="187" y="148"/>
                    <a:pt x="191" y="162"/>
                  </a:cubicBezTo>
                  <a:cubicBezTo>
                    <a:pt x="195" y="161"/>
                    <a:pt x="199" y="160"/>
                    <a:pt x="203" y="160"/>
                  </a:cubicBezTo>
                  <a:cubicBezTo>
                    <a:pt x="214" y="160"/>
                    <a:pt x="224" y="166"/>
                    <a:pt x="230" y="175"/>
                  </a:cubicBezTo>
                  <a:cubicBezTo>
                    <a:pt x="235" y="172"/>
                    <a:pt x="240" y="170"/>
                    <a:pt x="246" y="170"/>
                  </a:cubicBezTo>
                  <a:cubicBezTo>
                    <a:pt x="263" y="170"/>
                    <a:pt x="278" y="185"/>
                    <a:pt x="278" y="202"/>
                  </a:cubicBezTo>
                  <a:cubicBezTo>
                    <a:pt x="278" y="245"/>
                    <a:pt x="278" y="245"/>
                    <a:pt x="278" y="245"/>
                  </a:cubicBezTo>
                  <a:cubicBezTo>
                    <a:pt x="278" y="246"/>
                    <a:pt x="280" y="283"/>
                    <a:pt x="262" y="314"/>
                  </a:cubicBezTo>
                  <a:close/>
                  <a:moveTo>
                    <a:pt x="118" y="64"/>
                  </a:moveTo>
                  <a:cubicBezTo>
                    <a:pt x="144" y="64"/>
                    <a:pt x="166" y="82"/>
                    <a:pt x="171" y="108"/>
                  </a:cubicBezTo>
                  <a:cubicBezTo>
                    <a:pt x="172" y="114"/>
                    <a:pt x="177" y="118"/>
                    <a:pt x="183" y="117"/>
                  </a:cubicBezTo>
                  <a:cubicBezTo>
                    <a:pt x="189" y="116"/>
                    <a:pt x="193" y="110"/>
                    <a:pt x="192" y="105"/>
                  </a:cubicBezTo>
                  <a:cubicBezTo>
                    <a:pt x="186" y="68"/>
                    <a:pt x="155" y="42"/>
                    <a:pt x="118" y="42"/>
                  </a:cubicBezTo>
                  <a:cubicBezTo>
                    <a:pt x="77" y="42"/>
                    <a:pt x="43" y="76"/>
                    <a:pt x="43" y="117"/>
                  </a:cubicBezTo>
                  <a:cubicBezTo>
                    <a:pt x="43" y="121"/>
                    <a:pt x="44" y="125"/>
                    <a:pt x="44" y="129"/>
                  </a:cubicBezTo>
                  <a:cubicBezTo>
                    <a:pt x="45" y="135"/>
                    <a:pt x="50" y="138"/>
                    <a:pt x="55" y="138"/>
                  </a:cubicBezTo>
                  <a:cubicBezTo>
                    <a:pt x="56" y="138"/>
                    <a:pt x="56" y="138"/>
                    <a:pt x="57" y="138"/>
                  </a:cubicBezTo>
                  <a:cubicBezTo>
                    <a:pt x="63" y="137"/>
                    <a:pt x="67" y="132"/>
                    <a:pt x="66" y="126"/>
                  </a:cubicBezTo>
                  <a:cubicBezTo>
                    <a:pt x="65" y="123"/>
                    <a:pt x="65" y="120"/>
                    <a:pt x="65" y="117"/>
                  </a:cubicBezTo>
                  <a:cubicBezTo>
                    <a:pt x="65" y="88"/>
                    <a:pt x="89" y="64"/>
                    <a:pt x="118" y="64"/>
                  </a:cubicBezTo>
                  <a:close/>
                  <a:moveTo>
                    <a:pt x="23" y="133"/>
                  </a:moveTo>
                  <a:cubicBezTo>
                    <a:pt x="22" y="128"/>
                    <a:pt x="22" y="122"/>
                    <a:pt x="22" y="117"/>
                  </a:cubicBezTo>
                  <a:cubicBezTo>
                    <a:pt x="22" y="64"/>
                    <a:pt x="65" y="21"/>
                    <a:pt x="118" y="21"/>
                  </a:cubicBezTo>
                  <a:cubicBezTo>
                    <a:pt x="171" y="21"/>
                    <a:pt x="214" y="64"/>
                    <a:pt x="214" y="117"/>
                  </a:cubicBezTo>
                  <a:cubicBezTo>
                    <a:pt x="214" y="119"/>
                    <a:pt x="214" y="121"/>
                    <a:pt x="213" y="123"/>
                  </a:cubicBezTo>
                  <a:cubicBezTo>
                    <a:pt x="213" y="129"/>
                    <a:pt x="218" y="134"/>
                    <a:pt x="223" y="135"/>
                  </a:cubicBezTo>
                  <a:cubicBezTo>
                    <a:pt x="229" y="135"/>
                    <a:pt x="234" y="131"/>
                    <a:pt x="235" y="125"/>
                  </a:cubicBezTo>
                  <a:cubicBezTo>
                    <a:pt x="235" y="122"/>
                    <a:pt x="235" y="120"/>
                    <a:pt x="235" y="117"/>
                  </a:cubicBezTo>
                  <a:cubicBezTo>
                    <a:pt x="235" y="52"/>
                    <a:pt x="182" y="0"/>
                    <a:pt x="118" y="0"/>
                  </a:cubicBezTo>
                  <a:cubicBezTo>
                    <a:pt x="53" y="0"/>
                    <a:pt x="0" y="52"/>
                    <a:pt x="0" y="117"/>
                  </a:cubicBezTo>
                  <a:cubicBezTo>
                    <a:pt x="0" y="124"/>
                    <a:pt x="1" y="130"/>
                    <a:pt x="2" y="137"/>
                  </a:cubicBezTo>
                  <a:cubicBezTo>
                    <a:pt x="3" y="142"/>
                    <a:pt x="7" y="145"/>
                    <a:pt x="12" y="145"/>
                  </a:cubicBezTo>
                  <a:cubicBezTo>
                    <a:pt x="13" y="145"/>
                    <a:pt x="14" y="145"/>
                    <a:pt x="14" y="145"/>
                  </a:cubicBezTo>
                  <a:cubicBezTo>
                    <a:pt x="20" y="144"/>
                    <a:pt x="24" y="139"/>
                    <a:pt x="23" y="13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400" dirty="0">
                <a:solidFill>
                  <a:prstClr val="black"/>
                </a:solidFill>
              </a:endParaRPr>
            </a:p>
          </p:txBody>
        </p:sp>
      </p:grpSp>
      <p:grpSp>
        <p:nvGrpSpPr>
          <p:cNvPr id="37" name="Group 285">
            <a:extLst>
              <a:ext uri="{FF2B5EF4-FFF2-40B4-BE49-F238E27FC236}">
                <a16:creationId xmlns:a16="http://schemas.microsoft.com/office/drawing/2014/main" id="{0A62D440-4EE9-4EF1-86BF-BF7276B72AC5}"/>
              </a:ext>
            </a:extLst>
          </p:cNvPr>
          <p:cNvGrpSpPr>
            <a:grpSpLocks noChangeAspect="1"/>
          </p:cNvGrpSpPr>
          <p:nvPr/>
        </p:nvGrpSpPr>
        <p:grpSpPr bwMode="auto">
          <a:xfrm>
            <a:off x="8507635" y="3447368"/>
            <a:ext cx="370763" cy="369676"/>
            <a:chOff x="388" y="758"/>
            <a:chExt cx="341" cy="340"/>
          </a:xfrm>
          <a:solidFill>
            <a:srgbClr val="00A3E0"/>
          </a:solidFill>
        </p:grpSpPr>
        <p:sp>
          <p:nvSpPr>
            <p:cNvPr id="38" name="Freeform 286">
              <a:extLst>
                <a:ext uri="{FF2B5EF4-FFF2-40B4-BE49-F238E27FC236}">
                  <a16:creationId xmlns:a16="http://schemas.microsoft.com/office/drawing/2014/main" id="{AFC6F414-76E3-4A0F-928D-422D66AD08EA}"/>
                </a:ext>
              </a:extLst>
            </p:cNvPr>
            <p:cNvSpPr>
              <a:spLocks noEditPoints="1"/>
            </p:cNvSpPr>
            <p:nvPr/>
          </p:nvSpPr>
          <p:spPr bwMode="auto">
            <a:xfrm>
              <a:off x="462" y="834"/>
              <a:ext cx="192" cy="192"/>
            </a:xfrm>
            <a:custGeom>
              <a:avLst/>
              <a:gdLst>
                <a:gd name="T0" fmla="*/ 43 w 289"/>
                <a:gd name="T1" fmla="*/ 289 h 289"/>
                <a:gd name="T2" fmla="*/ 13 w 289"/>
                <a:gd name="T3" fmla="*/ 276 h 289"/>
                <a:gd name="T4" fmla="*/ 0 w 289"/>
                <a:gd name="T5" fmla="*/ 246 h 289"/>
                <a:gd name="T6" fmla="*/ 13 w 289"/>
                <a:gd name="T7" fmla="*/ 216 h 289"/>
                <a:gd name="T8" fmla="*/ 118 w 289"/>
                <a:gd name="T9" fmla="*/ 111 h 289"/>
                <a:gd name="T10" fmla="*/ 140 w 289"/>
                <a:gd name="T11" fmla="*/ 29 h 289"/>
                <a:gd name="T12" fmla="*/ 156 w 289"/>
                <a:gd name="T13" fmla="*/ 16 h 289"/>
                <a:gd name="T14" fmla="*/ 229 w 289"/>
                <a:gd name="T15" fmla="*/ 9 h 289"/>
                <a:gd name="T16" fmla="*/ 235 w 289"/>
                <a:gd name="T17" fmla="*/ 16 h 289"/>
                <a:gd name="T18" fmla="*/ 233 w 289"/>
                <a:gd name="T19" fmla="*/ 26 h 289"/>
                <a:gd name="T20" fmla="*/ 194 w 289"/>
                <a:gd name="T21" fmla="*/ 65 h 289"/>
                <a:gd name="T22" fmla="*/ 208 w 289"/>
                <a:gd name="T23" fmla="*/ 81 h 289"/>
                <a:gd name="T24" fmla="*/ 224 w 289"/>
                <a:gd name="T25" fmla="*/ 95 h 289"/>
                <a:gd name="T26" fmla="*/ 263 w 289"/>
                <a:gd name="T27" fmla="*/ 56 h 289"/>
                <a:gd name="T28" fmla="*/ 273 w 289"/>
                <a:gd name="T29" fmla="*/ 54 h 289"/>
                <a:gd name="T30" fmla="*/ 280 w 289"/>
                <a:gd name="T31" fmla="*/ 60 h 289"/>
                <a:gd name="T32" fmla="*/ 273 w 289"/>
                <a:gd name="T33" fmla="*/ 133 h 289"/>
                <a:gd name="T34" fmla="*/ 273 w 289"/>
                <a:gd name="T35" fmla="*/ 133 h 289"/>
                <a:gd name="T36" fmla="*/ 260 w 289"/>
                <a:gd name="T37" fmla="*/ 149 h 289"/>
                <a:gd name="T38" fmla="*/ 178 w 289"/>
                <a:gd name="T39" fmla="*/ 171 h 289"/>
                <a:gd name="T40" fmla="*/ 73 w 289"/>
                <a:gd name="T41" fmla="*/ 276 h 289"/>
                <a:gd name="T42" fmla="*/ 43 w 289"/>
                <a:gd name="T43" fmla="*/ 289 h 289"/>
                <a:gd name="T44" fmla="*/ 200 w 289"/>
                <a:gd name="T45" fmla="*/ 25 h 289"/>
                <a:gd name="T46" fmla="*/ 167 w 289"/>
                <a:gd name="T47" fmla="*/ 34 h 289"/>
                <a:gd name="T48" fmla="*/ 155 w 289"/>
                <a:gd name="T49" fmla="*/ 44 h 289"/>
                <a:gd name="T50" fmla="*/ 140 w 289"/>
                <a:gd name="T51" fmla="*/ 110 h 289"/>
                <a:gd name="T52" fmla="*/ 137 w 289"/>
                <a:gd name="T53" fmla="*/ 122 h 289"/>
                <a:gd name="T54" fmla="*/ 28 w 289"/>
                <a:gd name="T55" fmla="*/ 231 h 289"/>
                <a:gd name="T56" fmla="*/ 22 w 289"/>
                <a:gd name="T57" fmla="*/ 246 h 289"/>
                <a:gd name="T58" fmla="*/ 28 w 289"/>
                <a:gd name="T59" fmla="*/ 261 h 289"/>
                <a:gd name="T60" fmla="*/ 58 w 289"/>
                <a:gd name="T61" fmla="*/ 261 h 289"/>
                <a:gd name="T62" fmla="*/ 167 w 289"/>
                <a:gd name="T63" fmla="*/ 152 h 289"/>
                <a:gd name="T64" fmla="*/ 179 w 289"/>
                <a:gd name="T65" fmla="*/ 149 h 289"/>
                <a:gd name="T66" fmla="*/ 245 w 289"/>
                <a:gd name="T67" fmla="*/ 134 h 289"/>
                <a:gd name="T68" fmla="*/ 255 w 289"/>
                <a:gd name="T69" fmla="*/ 122 h 289"/>
                <a:gd name="T70" fmla="*/ 255 w 289"/>
                <a:gd name="T71" fmla="*/ 122 h 289"/>
                <a:gd name="T72" fmla="*/ 264 w 289"/>
                <a:gd name="T73" fmla="*/ 85 h 289"/>
                <a:gd name="T74" fmla="*/ 232 w 289"/>
                <a:gd name="T75" fmla="*/ 117 h 289"/>
                <a:gd name="T76" fmla="*/ 219 w 289"/>
                <a:gd name="T77" fmla="*/ 118 h 289"/>
                <a:gd name="T78" fmla="*/ 192 w 289"/>
                <a:gd name="T79" fmla="*/ 96 h 289"/>
                <a:gd name="T80" fmla="*/ 171 w 289"/>
                <a:gd name="T81" fmla="*/ 70 h 289"/>
                <a:gd name="T82" fmla="*/ 172 w 289"/>
                <a:gd name="T83" fmla="*/ 56 h 289"/>
                <a:gd name="T84" fmla="*/ 204 w 289"/>
                <a:gd name="T85" fmla="*/ 25 h 289"/>
                <a:gd name="T86" fmla="*/ 200 w 289"/>
                <a:gd name="T87" fmla="*/ 25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9" h="289">
                  <a:moveTo>
                    <a:pt x="43" y="289"/>
                  </a:moveTo>
                  <a:cubicBezTo>
                    <a:pt x="32" y="289"/>
                    <a:pt x="21" y="284"/>
                    <a:pt x="13" y="276"/>
                  </a:cubicBezTo>
                  <a:cubicBezTo>
                    <a:pt x="5" y="268"/>
                    <a:pt x="0" y="257"/>
                    <a:pt x="0" y="246"/>
                  </a:cubicBezTo>
                  <a:cubicBezTo>
                    <a:pt x="0" y="235"/>
                    <a:pt x="5" y="224"/>
                    <a:pt x="13" y="216"/>
                  </a:cubicBezTo>
                  <a:cubicBezTo>
                    <a:pt x="118" y="111"/>
                    <a:pt x="118" y="111"/>
                    <a:pt x="118" y="111"/>
                  </a:cubicBezTo>
                  <a:cubicBezTo>
                    <a:pt x="110" y="82"/>
                    <a:pt x="118" y="50"/>
                    <a:pt x="140" y="29"/>
                  </a:cubicBezTo>
                  <a:cubicBezTo>
                    <a:pt x="144" y="24"/>
                    <a:pt x="150" y="20"/>
                    <a:pt x="156" y="16"/>
                  </a:cubicBezTo>
                  <a:cubicBezTo>
                    <a:pt x="178" y="3"/>
                    <a:pt x="204" y="0"/>
                    <a:pt x="229" y="9"/>
                  </a:cubicBezTo>
                  <a:cubicBezTo>
                    <a:pt x="232" y="10"/>
                    <a:pt x="235" y="13"/>
                    <a:pt x="235" y="16"/>
                  </a:cubicBezTo>
                  <a:cubicBezTo>
                    <a:pt x="236" y="20"/>
                    <a:pt x="235" y="24"/>
                    <a:pt x="233" y="26"/>
                  </a:cubicBezTo>
                  <a:cubicBezTo>
                    <a:pt x="194" y="65"/>
                    <a:pt x="194" y="65"/>
                    <a:pt x="194" y="65"/>
                  </a:cubicBezTo>
                  <a:cubicBezTo>
                    <a:pt x="198" y="71"/>
                    <a:pt x="203" y="76"/>
                    <a:pt x="208" y="81"/>
                  </a:cubicBezTo>
                  <a:cubicBezTo>
                    <a:pt x="213" y="86"/>
                    <a:pt x="218" y="91"/>
                    <a:pt x="224" y="95"/>
                  </a:cubicBezTo>
                  <a:cubicBezTo>
                    <a:pt x="263" y="56"/>
                    <a:pt x="263" y="56"/>
                    <a:pt x="263" y="56"/>
                  </a:cubicBezTo>
                  <a:cubicBezTo>
                    <a:pt x="265" y="54"/>
                    <a:pt x="269" y="53"/>
                    <a:pt x="273" y="54"/>
                  </a:cubicBezTo>
                  <a:cubicBezTo>
                    <a:pt x="276" y="54"/>
                    <a:pt x="279" y="57"/>
                    <a:pt x="280" y="60"/>
                  </a:cubicBezTo>
                  <a:cubicBezTo>
                    <a:pt x="289" y="85"/>
                    <a:pt x="286" y="111"/>
                    <a:pt x="273" y="133"/>
                  </a:cubicBezTo>
                  <a:cubicBezTo>
                    <a:pt x="273" y="133"/>
                    <a:pt x="273" y="133"/>
                    <a:pt x="273" y="133"/>
                  </a:cubicBezTo>
                  <a:cubicBezTo>
                    <a:pt x="269" y="139"/>
                    <a:pt x="265" y="145"/>
                    <a:pt x="260" y="149"/>
                  </a:cubicBezTo>
                  <a:cubicBezTo>
                    <a:pt x="239" y="171"/>
                    <a:pt x="207" y="179"/>
                    <a:pt x="178" y="171"/>
                  </a:cubicBezTo>
                  <a:cubicBezTo>
                    <a:pt x="73" y="276"/>
                    <a:pt x="73" y="276"/>
                    <a:pt x="73" y="276"/>
                  </a:cubicBezTo>
                  <a:cubicBezTo>
                    <a:pt x="65" y="284"/>
                    <a:pt x="54" y="289"/>
                    <a:pt x="43" y="289"/>
                  </a:cubicBezTo>
                  <a:close/>
                  <a:moveTo>
                    <a:pt x="200" y="25"/>
                  </a:moveTo>
                  <a:cubicBezTo>
                    <a:pt x="188" y="25"/>
                    <a:pt x="177" y="28"/>
                    <a:pt x="167" y="34"/>
                  </a:cubicBezTo>
                  <a:cubicBezTo>
                    <a:pt x="162" y="37"/>
                    <a:pt x="158" y="40"/>
                    <a:pt x="155" y="44"/>
                  </a:cubicBezTo>
                  <a:cubicBezTo>
                    <a:pt x="137" y="61"/>
                    <a:pt x="132" y="87"/>
                    <a:pt x="140" y="110"/>
                  </a:cubicBezTo>
                  <a:cubicBezTo>
                    <a:pt x="141" y="114"/>
                    <a:pt x="140" y="119"/>
                    <a:pt x="137" y="122"/>
                  </a:cubicBezTo>
                  <a:cubicBezTo>
                    <a:pt x="28" y="231"/>
                    <a:pt x="28" y="231"/>
                    <a:pt x="28" y="231"/>
                  </a:cubicBezTo>
                  <a:cubicBezTo>
                    <a:pt x="24" y="235"/>
                    <a:pt x="22" y="240"/>
                    <a:pt x="22" y="246"/>
                  </a:cubicBezTo>
                  <a:cubicBezTo>
                    <a:pt x="22" y="252"/>
                    <a:pt x="24" y="257"/>
                    <a:pt x="28" y="261"/>
                  </a:cubicBezTo>
                  <a:cubicBezTo>
                    <a:pt x="36" y="269"/>
                    <a:pt x="50" y="269"/>
                    <a:pt x="58" y="261"/>
                  </a:cubicBezTo>
                  <a:cubicBezTo>
                    <a:pt x="167" y="152"/>
                    <a:pt x="167" y="152"/>
                    <a:pt x="167" y="152"/>
                  </a:cubicBezTo>
                  <a:cubicBezTo>
                    <a:pt x="170" y="149"/>
                    <a:pt x="175" y="148"/>
                    <a:pt x="179" y="149"/>
                  </a:cubicBezTo>
                  <a:cubicBezTo>
                    <a:pt x="202" y="157"/>
                    <a:pt x="228" y="152"/>
                    <a:pt x="245" y="134"/>
                  </a:cubicBezTo>
                  <a:cubicBezTo>
                    <a:pt x="249" y="131"/>
                    <a:pt x="252" y="127"/>
                    <a:pt x="255" y="122"/>
                  </a:cubicBezTo>
                  <a:cubicBezTo>
                    <a:pt x="255" y="122"/>
                    <a:pt x="255" y="122"/>
                    <a:pt x="255" y="122"/>
                  </a:cubicBezTo>
                  <a:cubicBezTo>
                    <a:pt x="261" y="111"/>
                    <a:pt x="265" y="98"/>
                    <a:pt x="264" y="85"/>
                  </a:cubicBezTo>
                  <a:cubicBezTo>
                    <a:pt x="232" y="117"/>
                    <a:pt x="232" y="117"/>
                    <a:pt x="232" y="117"/>
                  </a:cubicBezTo>
                  <a:cubicBezTo>
                    <a:pt x="229" y="120"/>
                    <a:pt x="223" y="121"/>
                    <a:pt x="219" y="118"/>
                  </a:cubicBezTo>
                  <a:cubicBezTo>
                    <a:pt x="210" y="112"/>
                    <a:pt x="201" y="105"/>
                    <a:pt x="192" y="96"/>
                  </a:cubicBezTo>
                  <a:cubicBezTo>
                    <a:pt x="184" y="88"/>
                    <a:pt x="177" y="79"/>
                    <a:pt x="171" y="70"/>
                  </a:cubicBezTo>
                  <a:cubicBezTo>
                    <a:pt x="168" y="66"/>
                    <a:pt x="169" y="60"/>
                    <a:pt x="172" y="56"/>
                  </a:cubicBezTo>
                  <a:cubicBezTo>
                    <a:pt x="204" y="25"/>
                    <a:pt x="204" y="25"/>
                    <a:pt x="204" y="25"/>
                  </a:cubicBezTo>
                  <a:cubicBezTo>
                    <a:pt x="202" y="25"/>
                    <a:pt x="201" y="25"/>
                    <a:pt x="200" y="25"/>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400" dirty="0">
                <a:solidFill>
                  <a:prstClr val="black"/>
                </a:solidFill>
              </a:endParaRPr>
            </a:p>
          </p:txBody>
        </p:sp>
        <p:sp>
          <p:nvSpPr>
            <p:cNvPr id="39" name="Freeform 287">
              <a:extLst>
                <a:ext uri="{FF2B5EF4-FFF2-40B4-BE49-F238E27FC236}">
                  <a16:creationId xmlns:a16="http://schemas.microsoft.com/office/drawing/2014/main" id="{C40BCEF7-84B3-49B8-83BA-400AFEB09BDA}"/>
                </a:ext>
              </a:extLst>
            </p:cNvPr>
            <p:cNvSpPr>
              <a:spLocks noEditPoints="1"/>
            </p:cNvSpPr>
            <p:nvPr/>
          </p:nvSpPr>
          <p:spPr bwMode="auto">
            <a:xfrm>
              <a:off x="388" y="758"/>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400" dirty="0">
                <a:solidFill>
                  <a:prstClr val="black"/>
                </a:solidFill>
              </a:endParaRPr>
            </a:p>
          </p:txBody>
        </p:sp>
      </p:grpSp>
      <p:grpSp>
        <p:nvGrpSpPr>
          <p:cNvPr id="40" name="Group 489">
            <a:extLst>
              <a:ext uri="{FF2B5EF4-FFF2-40B4-BE49-F238E27FC236}">
                <a16:creationId xmlns:a16="http://schemas.microsoft.com/office/drawing/2014/main" id="{ED071B33-C0B3-4A96-8A63-B115B18ACB0B}"/>
              </a:ext>
            </a:extLst>
          </p:cNvPr>
          <p:cNvGrpSpPr>
            <a:grpSpLocks noChangeAspect="1"/>
          </p:cNvGrpSpPr>
          <p:nvPr/>
        </p:nvGrpSpPr>
        <p:grpSpPr bwMode="auto">
          <a:xfrm>
            <a:off x="8507635" y="1891672"/>
            <a:ext cx="367041" cy="367041"/>
            <a:chOff x="2920" y="2264"/>
            <a:chExt cx="340" cy="340"/>
          </a:xfrm>
          <a:solidFill>
            <a:srgbClr val="00A3E0"/>
          </a:solidFill>
        </p:grpSpPr>
        <p:sp>
          <p:nvSpPr>
            <p:cNvPr id="41" name="Freeform 490">
              <a:extLst>
                <a:ext uri="{FF2B5EF4-FFF2-40B4-BE49-F238E27FC236}">
                  <a16:creationId xmlns:a16="http://schemas.microsoft.com/office/drawing/2014/main" id="{E64355A0-967C-4F40-BDCE-EAD9EEBDF5F1}"/>
                </a:ext>
              </a:extLst>
            </p:cNvPr>
            <p:cNvSpPr>
              <a:spLocks noEditPoints="1"/>
            </p:cNvSpPr>
            <p:nvPr/>
          </p:nvSpPr>
          <p:spPr bwMode="auto">
            <a:xfrm>
              <a:off x="2998" y="2363"/>
              <a:ext cx="184" cy="113"/>
            </a:xfrm>
            <a:custGeom>
              <a:avLst/>
              <a:gdLst>
                <a:gd name="T0" fmla="*/ 11 w 277"/>
                <a:gd name="T1" fmla="*/ 171 h 171"/>
                <a:gd name="T2" fmla="*/ 267 w 277"/>
                <a:gd name="T3" fmla="*/ 171 h 171"/>
                <a:gd name="T4" fmla="*/ 277 w 277"/>
                <a:gd name="T5" fmla="*/ 160 h 171"/>
                <a:gd name="T6" fmla="*/ 277 w 277"/>
                <a:gd name="T7" fmla="*/ 11 h 171"/>
                <a:gd name="T8" fmla="*/ 267 w 277"/>
                <a:gd name="T9" fmla="*/ 0 h 171"/>
                <a:gd name="T10" fmla="*/ 11 w 277"/>
                <a:gd name="T11" fmla="*/ 0 h 171"/>
                <a:gd name="T12" fmla="*/ 0 w 277"/>
                <a:gd name="T13" fmla="*/ 11 h 171"/>
                <a:gd name="T14" fmla="*/ 0 w 277"/>
                <a:gd name="T15" fmla="*/ 160 h 171"/>
                <a:gd name="T16" fmla="*/ 11 w 277"/>
                <a:gd name="T17" fmla="*/ 171 h 171"/>
                <a:gd name="T18" fmla="*/ 21 w 277"/>
                <a:gd name="T19" fmla="*/ 21 h 171"/>
                <a:gd name="T20" fmla="*/ 256 w 277"/>
                <a:gd name="T21" fmla="*/ 21 h 171"/>
                <a:gd name="T22" fmla="*/ 256 w 277"/>
                <a:gd name="T23" fmla="*/ 149 h 171"/>
                <a:gd name="T24" fmla="*/ 21 w 277"/>
                <a:gd name="T25" fmla="*/ 149 h 171"/>
                <a:gd name="T26" fmla="*/ 21 w 277"/>
                <a:gd name="T27" fmla="*/ 2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7" h="171">
                  <a:moveTo>
                    <a:pt x="11" y="171"/>
                  </a:moveTo>
                  <a:cubicBezTo>
                    <a:pt x="267" y="171"/>
                    <a:pt x="267" y="171"/>
                    <a:pt x="267" y="171"/>
                  </a:cubicBezTo>
                  <a:cubicBezTo>
                    <a:pt x="273" y="171"/>
                    <a:pt x="277" y="166"/>
                    <a:pt x="277" y="160"/>
                  </a:cubicBezTo>
                  <a:cubicBezTo>
                    <a:pt x="277" y="11"/>
                    <a:pt x="277" y="11"/>
                    <a:pt x="277" y="11"/>
                  </a:cubicBezTo>
                  <a:cubicBezTo>
                    <a:pt x="277" y="5"/>
                    <a:pt x="273" y="0"/>
                    <a:pt x="267" y="0"/>
                  </a:cubicBezTo>
                  <a:cubicBezTo>
                    <a:pt x="11" y="0"/>
                    <a:pt x="11" y="0"/>
                    <a:pt x="11" y="0"/>
                  </a:cubicBezTo>
                  <a:cubicBezTo>
                    <a:pt x="5" y="0"/>
                    <a:pt x="0" y="5"/>
                    <a:pt x="0" y="11"/>
                  </a:cubicBezTo>
                  <a:cubicBezTo>
                    <a:pt x="0" y="160"/>
                    <a:pt x="0" y="160"/>
                    <a:pt x="0" y="160"/>
                  </a:cubicBezTo>
                  <a:cubicBezTo>
                    <a:pt x="0" y="166"/>
                    <a:pt x="5" y="171"/>
                    <a:pt x="11" y="171"/>
                  </a:cubicBezTo>
                  <a:close/>
                  <a:moveTo>
                    <a:pt x="21" y="21"/>
                  </a:moveTo>
                  <a:cubicBezTo>
                    <a:pt x="256" y="21"/>
                    <a:pt x="256" y="21"/>
                    <a:pt x="256" y="21"/>
                  </a:cubicBezTo>
                  <a:cubicBezTo>
                    <a:pt x="256" y="149"/>
                    <a:pt x="256" y="149"/>
                    <a:pt x="256" y="149"/>
                  </a:cubicBezTo>
                  <a:cubicBezTo>
                    <a:pt x="21" y="149"/>
                    <a:pt x="21" y="149"/>
                    <a:pt x="21" y="149"/>
                  </a:cubicBezTo>
                  <a:lnTo>
                    <a:pt x="21"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400" dirty="0">
                <a:solidFill>
                  <a:prstClr val="black"/>
                </a:solidFill>
              </a:endParaRPr>
            </a:p>
          </p:txBody>
        </p:sp>
        <p:sp>
          <p:nvSpPr>
            <p:cNvPr id="42" name="Freeform 491">
              <a:extLst>
                <a:ext uri="{FF2B5EF4-FFF2-40B4-BE49-F238E27FC236}">
                  <a16:creationId xmlns:a16="http://schemas.microsoft.com/office/drawing/2014/main" id="{B97515D4-FFFB-4F6D-B226-5C296BCE8B70}"/>
                </a:ext>
              </a:extLst>
            </p:cNvPr>
            <p:cNvSpPr>
              <a:spLocks/>
            </p:cNvSpPr>
            <p:nvPr/>
          </p:nvSpPr>
          <p:spPr bwMode="auto">
            <a:xfrm>
              <a:off x="2984" y="2490"/>
              <a:ext cx="212" cy="14"/>
            </a:xfrm>
            <a:custGeom>
              <a:avLst/>
              <a:gdLst>
                <a:gd name="T0" fmla="*/ 309 w 320"/>
                <a:gd name="T1" fmla="*/ 0 h 21"/>
                <a:gd name="T2" fmla="*/ 10 w 320"/>
                <a:gd name="T3" fmla="*/ 0 h 21"/>
                <a:gd name="T4" fmla="*/ 0 w 320"/>
                <a:gd name="T5" fmla="*/ 11 h 21"/>
                <a:gd name="T6" fmla="*/ 10 w 320"/>
                <a:gd name="T7" fmla="*/ 21 h 21"/>
                <a:gd name="T8" fmla="*/ 309 w 320"/>
                <a:gd name="T9" fmla="*/ 21 h 21"/>
                <a:gd name="T10" fmla="*/ 320 w 320"/>
                <a:gd name="T11" fmla="*/ 11 h 21"/>
                <a:gd name="T12" fmla="*/ 309 w 320"/>
                <a:gd name="T13" fmla="*/ 0 h 21"/>
              </a:gdLst>
              <a:ahLst/>
              <a:cxnLst>
                <a:cxn ang="0">
                  <a:pos x="T0" y="T1"/>
                </a:cxn>
                <a:cxn ang="0">
                  <a:pos x="T2" y="T3"/>
                </a:cxn>
                <a:cxn ang="0">
                  <a:pos x="T4" y="T5"/>
                </a:cxn>
                <a:cxn ang="0">
                  <a:pos x="T6" y="T7"/>
                </a:cxn>
                <a:cxn ang="0">
                  <a:pos x="T8" y="T9"/>
                </a:cxn>
                <a:cxn ang="0">
                  <a:pos x="T10" y="T11"/>
                </a:cxn>
                <a:cxn ang="0">
                  <a:pos x="T12" y="T13"/>
                </a:cxn>
              </a:cxnLst>
              <a:rect l="0" t="0" r="r" b="b"/>
              <a:pathLst>
                <a:path w="320" h="21">
                  <a:moveTo>
                    <a:pt x="309" y="0"/>
                  </a:moveTo>
                  <a:cubicBezTo>
                    <a:pt x="10" y="0"/>
                    <a:pt x="10" y="0"/>
                    <a:pt x="10" y="0"/>
                  </a:cubicBezTo>
                  <a:cubicBezTo>
                    <a:pt x="4" y="0"/>
                    <a:pt x="0" y="5"/>
                    <a:pt x="0" y="11"/>
                  </a:cubicBezTo>
                  <a:cubicBezTo>
                    <a:pt x="0" y="17"/>
                    <a:pt x="4" y="21"/>
                    <a:pt x="10" y="21"/>
                  </a:cubicBezTo>
                  <a:cubicBezTo>
                    <a:pt x="309" y="21"/>
                    <a:pt x="309" y="21"/>
                    <a:pt x="309" y="21"/>
                  </a:cubicBezTo>
                  <a:cubicBezTo>
                    <a:pt x="315" y="21"/>
                    <a:pt x="320" y="17"/>
                    <a:pt x="320" y="11"/>
                  </a:cubicBezTo>
                  <a:cubicBezTo>
                    <a:pt x="320" y="5"/>
                    <a:pt x="315" y="0"/>
                    <a:pt x="309"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400" dirty="0">
                <a:solidFill>
                  <a:prstClr val="black"/>
                </a:solidFill>
              </a:endParaRPr>
            </a:p>
          </p:txBody>
        </p:sp>
        <p:sp>
          <p:nvSpPr>
            <p:cNvPr id="43" name="Freeform 492">
              <a:extLst>
                <a:ext uri="{FF2B5EF4-FFF2-40B4-BE49-F238E27FC236}">
                  <a16:creationId xmlns:a16="http://schemas.microsoft.com/office/drawing/2014/main" id="{EF6FC18D-2B3E-43BB-8066-BC8BEE5A0A47}"/>
                </a:ext>
              </a:extLst>
            </p:cNvPr>
            <p:cNvSpPr>
              <a:spLocks noEditPoints="1"/>
            </p:cNvSpPr>
            <p:nvPr/>
          </p:nvSpPr>
          <p:spPr bwMode="auto">
            <a:xfrm>
              <a:off x="2920" y="2264"/>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400" dirty="0">
                <a:solidFill>
                  <a:prstClr val="black"/>
                </a:solidFill>
              </a:endParaRPr>
            </a:p>
          </p:txBody>
        </p:sp>
      </p:grpSp>
      <p:grpSp>
        <p:nvGrpSpPr>
          <p:cNvPr id="44" name="Group 592">
            <a:extLst>
              <a:ext uri="{FF2B5EF4-FFF2-40B4-BE49-F238E27FC236}">
                <a16:creationId xmlns:a16="http://schemas.microsoft.com/office/drawing/2014/main" id="{BC3AF208-30DB-4A6E-BD4D-D7B90FB15184}"/>
              </a:ext>
            </a:extLst>
          </p:cNvPr>
          <p:cNvGrpSpPr>
            <a:grpSpLocks noChangeAspect="1"/>
          </p:cNvGrpSpPr>
          <p:nvPr/>
        </p:nvGrpSpPr>
        <p:grpSpPr bwMode="auto">
          <a:xfrm>
            <a:off x="537329" y="1891672"/>
            <a:ext cx="370763" cy="369676"/>
            <a:chOff x="373" y="1933"/>
            <a:chExt cx="341" cy="340"/>
          </a:xfrm>
          <a:solidFill>
            <a:srgbClr val="00A3E0"/>
          </a:solidFill>
        </p:grpSpPr>
        <p:sp>
          <p:nvSpPr>
            <p:cNvPr id="45" name="Freeform 66">
              <a:extLst>
                <a:ext uri="{FF2B5EF4-FFF2-40B4-BE49-F238E27FC236}">
                  <a16:creationId xmlns:a16="http://schemas.microsoft.com/office/drawing/2014/main" id="{5A03EC94-22A0-4B58-B50C-004B98DE92BD}"/>
                </a:ext>
              </a:extLst>
            </p:cNvPr>
            <p:cNvSpPr>
              <a:spLocks/>
            </p:cNvSpPr>
            <p:nvPr/>
          </p:nvSpPr>
          <p:spPr bwMode="auto">
            <a:xfrm>
              <a:off x="436" y="2031"/>
              <a:ext cx="207" cy="157"/>
            </a:xfrm>
            <a:custGeom>
              <a:avLst/>
              <a:gdLst>
                <a:gd name="T0" fmla="*/ 307 w 311"/>
                <a:gd name="T1" fmla="*/ 4 h 236"/>
                <a:gd name="T2" fmla="*/ 292 w 311"/>
                <a:gd name="T3" fmla="*/ 4 h 236"/>
                <a:gd name="T4" fmla="*/ 86 w 311"/>
                <a:gd name="T5" fmla="*/ 210 h 236"/>
                <a:gd name="T6" fmla="*/ 19 w 311"/>
                <a:gd name="T7" fmla="*/ 143 h 236"/>
                <a:gd name="T8" fmla="*/ 4 w 311"/>
                <a:gd name="T9" fmla="*/ 143 h 236"/>
                <a:gd name="T10" fmla="*/ 4 w 311"/>
                <a:gd name="T11" fmla="*/ 158 h 236"/>
                <a:gd name="T12" fmla="*/ 78 w 311"/>
                <a:gd name="T13" fmla="*/ 233 h 236"/>
                <a:gd name="T14" fmla="*/ 86 w 311"/>
                <a:gd name="T15" fmla="*/ 236 h 236"/>
                <a:gd name="T16" fmla="*/ 94 w 311"/>
                <a:gd name="T17" fmla="*/ 233 h 236"/>
                <a:gd name="T18" fmla="*/ 307 w 311"/>
                <a:gd name="T19" fmla="*/ 19 h 236"/>
                <a:gd name="T20" fmla="*/ 307 w 311"/>
                <a:gd name="T21" fmla="*/ 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1" h="236">
                  <a:moveTo>
                    <a:pt x="307" y="4"/>
                  </a:moveTo>
                  <a:cubicBezTo>
                    <a:pt x="303" y="0"/>
                    <a:pt x="296" y="0"/>
                    <a:pt x="292" y="4"/>
                  </a:cubicBezTo>
                  <a:cubicBezTo>
                    <a:pt x="86" y="210"/>
                    <a:pt x="86" y="210"/>
                    <a:pt x="86" y="210"/>
                  </a:cubicBezTo>
                  <a:cubicBezTo>
                    <a:pt x="19" y="143"/>
                    <a:pt x="19" y="143"/>
                    <a:pt x="19" y="143"/>
                  </a:cubicBezTo>
                  <a:cubicBezTo>
                    <a:pt x="15" y="139"/>
                    <a:pt x="8" y="139"/>
                    <a:pt x="4" y="143"/>
                  </a:cubicBezTo>
                  <a:cubicBezTo>
                    <a:pt x="0" y="147"/>
                    <a:pt x="0" y="154"/>
                    <a:pt x="4" y="158"/>
                  </a:cubicBezTo>
                  <a:cubicBezTo>
                    <a:pt x="78" y="233"/>
                    <a:pt x="78" y="233"/>
                    <a:pt x="78" y="233"/>
                  </a:cubicBezTo>
                  <a:cubicBezTo>
                    <a:pt x="81" y="235"/>
                    <a:pt x="83" y="236"/>
                    <a:pt x="86" y="236"/>
                  </a:cubicBezTo>
                  <a:cubicBezTo>
                    <a:pt x="89" y="236"/>
                    <a:pt x="91" y="235"/>
                    <a:pt x="94" y="233"/>
                  </a:cubicBezTo>
                  <a:cubicBezTo>
                    <a:pt x="307" y="19"/>
                    <a:pt x="307" y="19"/>
                    <a:pt x="307" y="19"/>
                  </a:cubicBezTo>
                  <a:cubicBezTo>
                    <a:pt x="311" y="15"/>
                    <a:pt x="311" y="8"/>
                    <a:pt x="30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400" dirty="0">
                <a:solidFill>
                  <a:prstClr val="black"/>
                </a:solidFill>
              </a:endParaRPr>
            </a:p>
          </p:txBody>
        </p:sp>
        <p:sp>
          <p:nvSpPr>
            <p:cNvPr id="46" name="Freeform 67">
              <a:extLst>
                <a:ext uri="{FF2B5EF4-FFF2-40B4-BE49-F238E27FC236}">
                  <a16:creationId xmlns:a16="http://schemas.microsoft.com/office/drawing/2014/main" id="{6E777413-2E86-4D77-A887-33C25A244549}"/>
                </a:ext>
              </a:extLst>
            </p:cNvPr>
            <p:cNvSpPr>
              <a:spLocks noEditPoints="1"/>
            </p:cNvSpPr>
            <p:nvPr/>
          </p:nvSpPr>
          <p:spPr bwMode="auto">
            <a:xfrm>
              <a:off x="373" y="1933"/>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400" dirty="0">
                <a:solidFill>
                  <a:prstClr val="black"/>
                </a:solidFill>
              </a:endParaRPr>
            </a:p>
          </p:txBody>
        </p:sp>
      </p:grpSp>
      <p:pic>
        <p:nvPicPr>
          <p:cNvPr id="47" name="Picture 46">
            <a:extLst>
              <a:ext uri="{FF2B5EF4-FFF2-40B4-BE49-F238E27FC236}">
                <a16:creationId xmlns:a16="http://schemas.microsoft.com/office/drawing/2014/main" id="{DBABD8BC-66D5-43C0-84A5-D66E3429A5A9}"/>
              </a:ext>
            </a:extLst>
          </p:cNvPr>
          <p:cNvPicPr>
            <a:picLocks noChangeAspect="1"/>
          </p:cNvPicPr>
          <p:nvPr/>
        </p:nvPicPr>
        <p:blipFill>
          <a:blip r:embed="rId4"/>
          <a:stretch>
            <a:fillRect/>
          </a:stretch>
        </p:blipFill>
        <p:spPr>
          <a:xfrm>
            <a:off x="4578469" y="3160426"/>
            <a:ext cx="3028962" cy="1647244"/>
          </a:xfrm>
          <a:prstGeom prst="rect">
            <a:avLst/>
          </a:prstGeom>
        </p:spPr>
      </p:pic>
    </p:spTree>
    <p:extLst>
      <p:ext uri="{BB962C8B-B14F-4D97-AF65-F5344CB8AC3E}">
        <p14:creationId xmlns:p14="http://schemas.microsoft.com/office/powerpoint/2010/main" val="340981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9">
            <a:extLst>
              <a:ext uri="{FF2B5EF4-FFF2-40B4-BE49-F238E27FC236}">
                <a16:creationId xmlns:a16="http://schemas.microsoft.com/office/drawing/2014/main" id="{42AC8A2B-F045-438F-A1F1-C32455428E0B}"/>
              </a:ext>
            </a:extLst>
          </p:cNvPr>
          <p:cNvSpPr txBox="1">
            <a:spLocks/>
          </p:cNvSpPr>
          <p:nvPr/>
        </p:nvSpPr>
        <p:spPr bwMode="gray">
          <a:xfrm>
            <a:off x="441619" y="497621"/>
            <a:ext cx="11252200" cy="332352"/>
          </a:xfrm>
          <a:prstGeom prst="rect">
            <a:avLst/>
          </a:prstGeom>
        </p:spPr>
        <p:txBody>
          <a:bodyPr vert="horz" lIns="0" tIns="0" rIns="0" bIns="0" rtlCol="0" anchor="b" anchorCtr="0">
            <a:noAutofit/>
          </a:bodyPr>
          <a:lstStyle>
            <a:lvl1pPr algn="l" defTabSz="1219170" rtl="0" eaLnBrk="1" latinLnBrk="0" hangingPunct="1">
              <a:spcBef>
                <a:spcPct val="0"/>
              </a:spcBef>
              <a:buNone/>
              <a:defRPr sz="2000" kern="1200">
                <a:solidFill>
                  <a:srgbClr val="005587"/>
                </a:solidFill>
                <a:latin typeface="+mj-lt"/>
                <a:ea typeface="+mj-ea"/>
                <a:cs typeface="+mj-cs"/>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Calibri"/>
                <a:ea typeface="+mj-ea"/>
                <a:cs typeface="+mj-cs"/>
              </a:rPr>
              <a:t>Responsibility Matrix</a:t>
            </a:r>
          </a:p>
        </p:txBody>
      </p:sp>
      <p:sp>
        <p:nvSpPr>
          <p:cNvPr id="5" name="Text Placeholder 8">
            <a:extLst>
              <a:ext uri="{FF2B5EF4-FFF2-40B4-BE49-F238E27FC236}">
                <a16:creationId xmlns:a16="http://schemas.microsoft.com/office/drawing/2014/main" id="{38D872CF-7B16-41E3-93EA-D80BEB1130F6}"/>
              </a:ext>
            </a:extLst>
          </p:cNvPr>
          <p:cNvSpPr txBox="1">
            <a:spLocks/>
          </p:cNvSpPr>
          <p:nvPr/>
        </p:nvSpPr>
        <p:spPr>
          <a:xfrm>
            <a:off x="477851" y="998424"/>
            <a:ext cx="11252200" cy="198781"/>
          </a:xfrm>
          <a:prstGeom prst="rect">
            <a:avLst/>
          </a:prstGeom>
        </p:spPr>
        <p:txBody>
          <a:bodyPr vert="horz" lIns="0" tIns="0" rIns="0" bIns="0" rtlCol="0">
            <a:noAutofit/>
          </a:bodyPr>
          <a:lstStyle>
            <a:lvl1pPr marL="0" indent="0" algn="l" defTabSz="1219170" rtl="0" eaLnBrk="1" latinLnBrk="0" hangingPunct="1">
              <a:spcBef>
                <a:spcPts val="0"/>
              </a:spcBef>
              <a:spcAft>
                <a:spcPts val="1000"/>
              </a:spcAft>
              <a:buSzPct val="100000"/>
              <a:buFontTx/>
              <a:buNone/>
              <a:defRPr sz="1400" b="0" kern="1200">
                <a:solidFill>
                  <a:srgbClr val="53565A"/>
                </a:solidFill>
                <a:latin typeface="+mn-lt"/>
                <a:ea typeface="+mn-ea"/>
                <a:cs typeface="+mn-cs"/>
              </a:defRPr>
            </a:lvl1pPr>
            <a:lvl2pPr marL="127000" indent="-127000" algn="l" defTabSz="1219170" rtl="0" eaLnBrk="1" latinLnBrk="0" hangingPunct="1">
              <a:spcBef>
                <a:spcPts val="0"/>
              </a:spcBef>
              <a:spcAft>
                <a:spcPts val="1000"/>
              </a:spcAft>
              <a:buClrTx/>
              <a:buSzPct val="100000"/>
              <a:buFont typeface="Arial" panose="020B0604020202020204" pitchFamily="34" charset="0"/>
              <a:buChar char="•"/>
              <a:defRPr lang="en-US" sz="1600" b="0" kern="1200" dirty="0" smtClean="0">
                <a:solidFill>
                  <a:srgbClr val="53565A"/>
                </a:solidFill>
                <a:latin typeface="+mn-lt"/>
                <a:ea typeface="+mn-ea"/>
                <a:cs typeface="+mn-cs"/>
              </a:defRPr>
            </a:lvl2pPr>
            <a:lvl3pPr marL="2794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dirty="0" smtClean="0">
                <a:solidFill>
                  <a:srgbClr val="53565A"/>
                </a:solidFill>
                <a:latin typeface="+mn-lt"/>
                <a:ea typeface="+mn-ea"/>
                <a:cs typeface="+mn-cs"/>
              </a:defRPr>
            </a:lvl3pPr>
            <a:lvl4pPr marL="4318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baseline="0" dirty="0" smtClean="0">
                <a:solidFill>
                  <a:srgbClr val="53565A"/>
                </a:solidFill>
                <a:latin typeface="+mn-lt"/>
                <a:ea typeface="+mn-ea"/>
                <a:cs typeface="+mn-cs"/>
              </a:defRPr>
            </a:lvl4pPr>
            <a:lvl5pPr marL="584200" indent="-127000" algn="l" defTabSz="1064657" rtl="0" eaLnBrk="1" latinLnBrk="0" hangingPunct="1">
              <a:spcBef>
                <a:spcPts val="0"/>
              </a:spcBef>
              <a:spcAft>
                <a:spcPts val="1000"/>
              </a:spcAft>
              <a:buClrTx/>
              <a:buSzPct val="100000"/>
              <a:buFont typeface="Arial" panose="020B0604020202020204" pitchFamily="34" charset="0"/>
              <a:buChar char="−"/>
              <a:tabLst/>
              <a:defRPr lang="en-US" sz="1600" kern="1200" baseline="0" dirty="0" smtClean="0">
                <a:solidFill>
                  <a:srgbClr val="53565A"/>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000"/>
              </a:spcAft>
              <a:buClrTx/>
              <a:buSzPct val="100000"/>
              <a:buFontTx/>
              <a:buNone/>
              <a:tabLst/>
              <a:defRPr/>
            </a:pPr>
            <a:r>
              <a:rPr kumimoji="0" lang="en-US" sz="1400" b="0" i="0" u="none" strike="noStrike" kern="1200" cap="none" spc="0" normalizeH="0" baseline="0" noProof="0" dirty="0">
                <a:ln>
                  <a:noFill/>
                </a:ln>
                <a:solidFill>
                  <a:srgbClr val="53565A"/>
                </a:solidFill>
                <a:effectLst/>
                <a:uLnTx/>
                <a:uFillTx/>
                <a:latin typeface="Arial" panose="020B0604020202020204"/>
                <a:ea typeface="+mn-ea"/>
                <a:cs typeface="+mn-cs"/>
              </a:rPr>
              <a:t>HGV and Deloitte have primary or secondary responsibility for the deliverables identified below</a:t>
            </a:r>
          </a:p>
        </p:txBody>
      </p:sp>
      <p:graphicFrame>
        <p:nvGraphicFramePr>
          <p:cNvPr id="6" name="Content Placeholder 12">
            <a:extLst>
              <a:ext uri="{FF2B5EF4-FFF2-40B4-BE49-F238E27FC236}">
                <a16:creationId xmlns:a16="http://schemas.microsoft.com/office/drawing/2014/main" id="{3E0712BE-89E8-4F52-B78D-C9A165CAE466}"/>
              </a:ext>
            </a:extLst>
          </p:cNvPr>
          <p:cNvGraphicFramePr>
            <a:graphicFrameLocks/>
          </p:cNvGraphicFramePr>
          <p:nvPr/>
        </p:nvGraphicFramePr>
        <p:xfrm>
          <a:off x="445017" y="1264256"/>
          <a:ext cx="11260152" cy="4641898"/>
        </p:xfrm>
        <a:graphic>
          <a:graphicData uri="http://schemas.openxmlformats.org/drawingml/2006/table">
            <a:tbl>
              <a:tblPr firstRow="1" bandRow="1"/>
              <a:tblGrid>
                <a:gridCol w="1884604">
                  <a:extLst>
                    <a:ext uri="{9D8B030D-6E8A-4147-A177-3AD203B41FA5}">
                      <a16:colId xmlns:a16="http://schemas.microsoft.com/office/drawing/2014/main" val="20001"/>
                    </a:ext>
                  </a:extLst>
                </a:gridCol>
                <a:gridCol w="5990505">
                  <a:extLst>
                    <a:ext uri="{9D8B030D-6E8A-4147-A177-3AD203B41FA5}">
                      <a16:colId xmlns:a16="http://schemas.microsoft.com/office/drawing/2014/main" val="20002"/>
                    </a:ext>
                  </a:extLst>
                </a:gridCol>
                <a:gridCol w="1252088">
                  <a:extLst>
                    <a:ext uri="{9D8B030D-6E8A-4147-A177-3AD203B41FA5}">
                      <a16:colId xmlns:a16="http://schemas.microsoft.com/office/drawing/2014/main" val="20003"/>
                    </a:ext>
                  </a:extLst>
                </a:gridCol>
                <a:gridCol w="1252088">
                  <a:extLst>
                    <a:ext uri="{9D8B030D-6E8A-4147-A177-3AD203B41FA5}">
                      <a16:colId xmlns:a16="http://schemas.microsoft.com/office/drawing/2014/main" val="3696821591"/>
                    </a:ext>
                  </a:extLst>
                </a:gridCol>
                <a:gridCol w="880867">
                  <a:extLst>
                    <a:ext uri="{9D8B030D-6E8A-4147-A177-3AD203B41FA5}">
                      <a16:colId xmlns:a16="http://schemas.microsoft.com/office/drawing/2014/main" val="20004"/>
                    </a:ext>
                  </a:extLst>
                </a:gridCol>
              </a:tblGrid>
              <a:tr h="260553">
                <a:tc rowSpan="2">
                  <a:txBody>
                    <a:bodyPr/>
                    <a:lstStyle>
                      <a:lvl1pPr marL="0" algn="l" defTabSz="914265" rtl="0" eaLnBrk="1" latinLnBrk="0" hangingPunct="1">
                        <a:defRPr sz="1800" b="1" kern="1200">
                          <a:solidFill>
                            <a:schemeClr val="bg1"/>
                          </a:solidFill>
                          <a:latin typeface="Arial" panose="020B0604020202020204"/>
                        </a:defRPr>
                      </a:lvl1pPr>
                      <a:lvl2pPr marL="457130" algn="l" defTabSz="914265" rtl="0" eaLnBrk="1" latinLnBrk="0" hangingPunct="1">
                        <a:defRPr sz="1800" b="1" kern="1200">
                          <a:solidFill>
                            <a:schemeClr val="bg1"/>
                          </a:solidFill>
                          <a:latin typeface="Arial" panose="020B0604020202020204"/>
                        </a:defRPr>
                      </a:lvl2pPr>
                      <a:lvl3pPr marL="914265" algn="l" defTabSz="914265" rtl="0" eaLnBrk="1" latinLnBrk="0" hangingPunct="1">
                        <a:defRPr sz="1800" b="1" kern="1200">
                          <a:solidFill>
                            <a:schemeClr val="bg1"/>
                          </a:solidFill>
                          <a:latin typeface="Arial" panose="020B0604020202020204"/>
                        </a:defRPr>
                      </a:lvl3pPr>
                      <a:lvl4pPr marL="1371396" algn="l" defTabSz="914265" rtl="0" eaLnBrk="1" latinLnBrk="0" hangingPunct="1">
                        <a:defRPr sz="1800" b="1" kern="1200">
                          <a:solidFill>
                            <a:schemeClr val="bg1"/>
                          </a:solidFill>
                          <a:latin typeface="Arial" panose="020B0604020202020204"/>
                        </a:defRPr>
                      </a:lvl4pPr>
                      <a:lvl5pPr marL="1828529" algn="l" defTabSz="914265" rtl="0" eaLnBrk="1" latinLnBrk="0" hangingPunct="1">
                        <a:defRPr sz="1800" b="1" kern="1200">
                          <a:solidFill>
                            <a:schemeClr val="bg1"/>
                          </a:solidFill>
                          <a:latin typeface="Arial" panose="020B0604020202020204"/>
                        </a:defRPr>
                      </a:lvl5pPr>
                      <a:lvl6pPr marL="2285658" algn="l" defTabSz="914265" rtl="0" eaLnBrk="1" latinLnBrk="0" hangingPunct="1">
                        <a:defRPr sz="1800" b="1" kern="1200">
                          <a:solidFill>
                            <a:schemeClr val="bg1"/>
                          </a:solidFill>
                          <a:latin typeface="Arial" panose="020B0604020202020204"/>
                        </a:defRPr>
                      </a:lvl6pPr>
                      <a:lvl7pPr marL="2742788" algn="l" defTabSz="914265" rtl="0" eaLnBrk="1" latinLnBrk="0" hangingPunct="1">
                        <a:defRPr sz="1800" b="1" kern="1200">
                          <a:solidFill>
                            <a:schemeClr val="bg1"/>
                          </a:solidFill>
                          <a:latin typeface="Arial" panose="020B0604020202020204"/>
                        </a:defRPr>
                      </a:lvl7pPr>
                      <a:lvl8pPr marL="3199920" algn="l" defTabSz="914265" rtl="0" eaLnBrk="1" latinLnBrk="0" hangingPunct="1">
                        <a:defRPr sz="1800" b="1" kern="1200">
                          <a:solidFill>
                            <a:schemeClr val="bg1"/>
                          </a:solidFill>
                          <a:latin typeface="Arial" panose="020B0604020202020204"/>
                        </a:defRPr>
                      </a:lvl8pPr>
                      <a:lvl9pPr marL="3657052" algn="l" defTabSz="914265" rtl="0" eaLnBrk="1" latinLnBrk="0" hangingPunct="1">
                        <a:defRPr sz="1800" b="1" kern="1200">
                          <a:solidFill>
                            <a:schemeClr val="bg1"/>
                          </a:solidFill>
                          <a:latin typeface="Arial" panose="020B0604020202020204"/>
                        </a:defRPr>
                      </a:lvl9pPr>
                    </a:lstStyle>
                    <a:p>
                      <a:pPr marL="0" marR="0" algn="l">
                        <a:lnSpc>
                          <a:spcPct val="140000"/>
                        </a:lnSpc>
                        <a:spcBef>
                          <a:spcPts val="0"/>
                        </a:spcBef>
                        <a:spcAft>
                          <a:spcPts val="0"/>
                        </a:spcAft>
                      </a:pPr>
                      <a:r>
                        <a:rPr lang="en-US" sz="1400" dirty="0">
                          <a:solidFill>
                            <a:schemeClr val="tx1"/>
                          </a:solidFill>
                          <a:effectLst/>
                          <a:latin typeface="+mn-lt"/>
                          <a:ea typeface="Verdana" panose="020B0604030504040204" pitchFamily="34" charset="0"/>
                          <a:cs typeface="Verdana" panose="020B0604030504040204" pitchFamily="34" charset="0"/>
                        </a:rPr>
                        <a:t>ACTIVITY/</a:t>
                      </a:r>
                    </a:p>
                    <a:p>
                      <a:pPr marL="0" marR="0" algn="l">
                        <a:lnSpc>
                          <a:spcPct val="140000"/>
                        </a:lnSpc>
                        <a:spcBef>
                          <a:spcPts val="0"/>
                        </a:spcBef>
                        <a:spcAft>
                          <a:spcPts val="0"/>
                        </a:spcAft>
                      </a:pPr>
                      <a:r>
                        <a:rPr lang="en-US" sz="1400" dirty="0">
                          <a:solidFill>
                            <a:schemeClr val="tx1"/>
                          </a:solidFill>
                          <a:effectLst/>
                          <a:latin typeface="+mn-lt"/>
                          <a:ea typeface="Verdana" panose="020B0604030504040204" pitchFamily="34" charset="0"/>
                          <a:cs typeface="Verdana" panose="020B0604030504040204" pitchFamily="34" charset="0"/>
                        </a:rPr>
                        <a:t>DELIVERABLE</a:t>
                      </a:r>
                    </a:p>
                  </a:txBody>
                  <a:tcPr marL="0" marR="0" marT="18288" marB="18288" anchor="ctr">
                    <a:lnL>
                      <a:noFill/>
                    </a:lnL>
                    <a:lnR>
                      <a:noFill/>
                    </a:lnR>
                    <a:lnT w="28575" cap="flat" cmpd="sng" algn="ctr">
                      <a:noFill/>
                      <a:prstDash val="solid"/>
                      <a:round/>
                      <a:headEnd type="none" w="med" len="med"/>
                      <a:tailEnd type="none" w="med" len="med"/>
                    </a:lnT>
                    <a:lnB w="28575" cap="flat" cmpd="sng" algn="ctr">
                      <a:solidFill>
                        <a:srgbClr val="005587"/>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265" rtl="0" eaLnBrk="1" latinLnBrk="0" hangingPunct="1">
                        <a:defRPr sz="1800" b="1" kern="1200">
                          <a:solidFill>
                            <a:schemeClr val="bg1"/>
                          </a:solidFill>
                          <a:latin typeface="Arial" panose="020B0604020202020204"/>
                        </a:defRPr>
                      </a:lvl1pPr>
                      <a:lvl2pPr marL="457130" algn="l" defTabSz="914265" rtl="0" eaLnBrk="1" latinLnBrk="0" hangingPunct="1">
                        <a:defRPr sz="1800" b="1" kern="1200">
                          <a:solidFill>
                            <a:schemeClr val="bg1"/>
                          </a:solidFill>
                          <a:latin typeface="Arial" panose="020B0604020202020204"/>
                        </a:defRPr>
                      </a:lvl2pPr>
                      <a:lvl3pPr marL="914265" algn="l" defTabSz="914265" rtl="0" eaLnBrk="1" latinLnBrk="0" hangingPunct="1">
                        <a:defRPr sz="1800" b="1" kern="1200">
                          <a:solidFill>
                            <a:schemeClr val="bg1"/>
                          </a:solidFill>
                          <a:latin typeface="Arial" panose="020B0604020202020204"/>
                        </a:defRPr>
                      </a:lvl3pPr>
                      <a:lvl4pPr marL="1371396" algn="l" defTabSz="914265" rtl="0" eaLnBrk="1" latinLnBrk="0" hangingPunct="1">
                        <a:defRPr sz="1800" b="1" kern="1200">
                          <a:solidFill>
                            <a:schemeClr val="bg1"/>
                          </a:solidFill>
                          <a:latin typeface="Arial" panose="020B0604020202020204"/>
                        </a:defRPr>
                      </a:lvl4pPr>
                      <a:lvl5pPr marL="1828529" algn="l" defTabSz="914265" rtl="0" eaLnBrk="1" latinLnBrk="0" hangingPunct="1">
                        <a:defRPr sz="1800" b="1" kern="1200">
                          <a:solidFill>
                            <a:schemeClr val="bg1"/>
                          </a:solidFill>
                          <a:latin typeface="Arial" panose="020B0604020202020204"/>
                        </a:defRPr>
                      </a:lvl5pPr>
                      <a:lvl6pPr marL="2285658" algn="l" defTabSz="914265" rtl="0" eaLnBrk="1" latinLnBrk="0" hangingPunct="1">
                        <a:defRPr sz="1800" b="1" kern="1200">
                          <a:solidFill>
                            <a:schemeClr val="bg1"/>
                          </a:solidFill>
                          <a:latin typeface="Arial" panose="020B0604020202020204"/>
                        </a:defRPr>
                      </a:lvl6pPr>
                      <a:lvl7pPr marL="2742788" algn="l" defTabSz="914265" rtl="0" eaLnBrk="1" latinLnBrk="0" hangingPunct="1">
                        <a:defRPr sz="1800" b="1" kern="1200">
                          <a:solidFill>
                            <a:schemeClr val="bg1"/>
                          </a:solidFill>
                          <a:latin typeface="Arial" panose="020B0604020202020204"/>
                        </a:defRPr>
                      </a:lvl7pPr>
                      <a:lvl8pPr marL="3199920" algn="l" defTabSz="914265" rtl="0" eaLnBrk="1" latinLnBrk="0" hangingPunct="1">
                        <a:defRPr sz="1800" b="1" kern="1200">
                          <a:solidFill>
                            <a:schemeClr val="bg1"/>
                          </a:solidFill>
                          <a:latin typeface="Arial" panose="020B0604020202020204"/>
                        </a:defRPr>
                      </a:lvl8pPr>
                      <a:lvl9pPr marL="3657052" algn="l" defTabSz="914265" rtl="0" eaLnBrk="1" latinLnBrk="0" hangingPunct="1">
                        <a:defRPr sz="1800" b="1" kern="1200">
                          <a:solidFill>
                            <a:schemeClr val="bg1"/>
                          </a:solidFill>
                          <a:latin typeface="Arial" panose="020B0604020202020204"/>
                        </a:defRPr>
                      </a:lvl9pPr>
                    </a:lstStyle>
                    <a:p>
                      <a:pPr marL="0" marR="0" algn="ctr">
                        <a:lnSpc>
                          <a:spcPct val="140000"/>
                        </a:lnSpc>
                        <a:spcBef>
                          <a:spcPts val="0"/>
                        </a:spcBef>
                        <a:spcAft>
                          <a:spcPts val="0"/>
                        </a:spcAft>
                      </a:pPr>
                      <a:r>
                        <a:rPr lang="en-US" sz="1400" dirty="0">
                          <a:solidFill>
                            <a:schemeClr val="tx1"/>
                          </a:solidFill>
                          <a:effectLst/>
                          <a:latin typeface="+mn-lt"/>
                          <a:ea typeface="Verdana" panose="020B0604030504040204" pitchFamily="34" charset="0"/>
                          <a:cs typeface="Verdana" panose="020B0604030504040204" pitchFamily="34" charset="0"/>
                        </a:rPr>
                        <a:t>DESCRIPTION</a:t>
                      </a:r>
                    </a:p>
                  </a:txBody>
                  <a:tcPr marL="0" marR="0" marT="18288" marB="18288" anchor="ctr">
                    <a:lnL>
                      <a:noFill/>
                    </a:lnL>
                    <a:lnR>
                      <a:noFill/>
                    </a:lnR>
                    <a:lnT w="28575" cap="flat" cmpd="sng" algn="ctr">
                      <a:noFill/>
                      <a:prstDash val="solid"/>
                      <a:round/>
                      <a:headEnd type="none" w="med" len="med"/>
                      <a:tailEnd type="none" w="med" len="med"/>
                    </a:lnT>
                    <a:lnB w="28575" cap="flat" cmpd="sng" algn="ctr">
                      <a:solidFill>
                        <a:srgbClr val="005587"/>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lvl1pPr marL="0" algn="l" defTabSz="914265" rtl="0" eaLnBrk="1" latinLnBrk="0" hangingPunct="1">
                        <a:defRPr sz="1800" b="1" kern="1200">
                          <a:solidFill>
                            <a:schemeClr val="bg1"/>
                          </a:solidFill>
                          <a:latin typeface="Arial" panose="020B0604020202020204"/>
                        </a:defRPr>
                      </a:lvl1pPr>
                      <a:lvl2pPr marL="457130" algn="l" defTabSz="914265" rtl="0" eaLnBrk="1" latinLnBrk="0" hangingPunct="1">
                        <a:defRPr sz="1800" b="1" kern="1200">
                          <a:solidFill>
                            <a:schemeClr val="bg1"/>
                          </a:solidFill>
                          <a:latin typeface="Arial" panose="020B0604020202020204"/>
                        </a:defRPr>
                      </a:lvl2pPr>
                      <a:lvl3pPr marL="914265" algn="l" defTabSz="914265" rtl="0" eaLnBrk="1" latinLnBrk="0" hangingPunct="1">
                        <a:defRPr sz="1800" b="1" kern="1200">
                          <a:solidFill>
                            <a:schemeClr val="bg1"/>
                          </a:solidFill>
                          <a:latin typeface="Arial" panose="020B0604020202020204"/>
                        </a:defRPr>
                      </a:lvl3pPr>
                      <a:lvl4pPr marL="1371396" algn="l" defTabSz="914265" rtl="0" eaLnBrk="1" latinLnBrk="0" hangingPunct="1">
                        <a:defRPr sz="1800" b="1" kern="1200">
                          <a:solidFill>
                            <a:schemeClr val="bg1"/>
                          </a:solidFill>
                          <a:latin typeface="Arial" panose="020B0604020202020204"/>
                        </a:defRPr>
                      </a:lvl4pPr>
                      <a:lvl5pPr marL="1828529" algn="l" defTabSz="914265" rtl="0" eaLnBrk="1" latinLnBrk="0" hangingPunct="1">
                        <a:defRPr sz="1800" b="1" kern="1200">
                          <a:solidFill>
                            <a:schemeClr val="bg1"/>
                          </a:solidFill>
                          <a:latin typeface="Arial" panose="020B0604020202020204"/>
                        </a:defRPr>
                      </a:lvl5pPr>
                      <a:lvl6pPr marL="2285658" algn="l" defTabSz="914265" rtl="0" eaLnBrk="1" latinLnBrk="0" hangingPunct="1">
                        <a:defRPr sz="1800" b="1" kern="1200">
                          <a:solidFill>
                            <a:schemeClr val="bg1"/>
                          </a:solidFill>
                          <a:latin typeface="Arial" panose="020B0604020202020204"/>
                        </a:defRPr>
                      </a:lvl6pPr>
                      <a:lvl7pPr marL="2742788" algn="l" defTabSz="914265" rtl="0" eaLnBrk="1" latinLnBrk="0" hangingPunct="1">
                        <a:defRPr sz="1800" b="1" kern="1200">
                          <a:solidFill>
                            <a:schemeClr val="bg1"/>
                          </a:solidFill>
                          <a:latin typeface="Arial" panose="020B0604020202020204"/>
                        </a:defRPr>
                      </a:lvl7pPr>
                      <a:lvl8pPr marL="3199920" algn="l" defTabSz="914265" rtl="0" eaLnBrk="1" latinLnBrk="0" hangingPunct="1">
                        <a:defRPr sz="1800" b="1" kern="1200">
                          <a:solidFill>
                            <a:schemeClr val="bg1"/>
                          </a:solidFill>
                          <a:latin typeface="Arial" panose="020B0604020202020204"/>
                        </a:defRPr>
                      </a:lvl8pPr>
                      <a:lvl9pPr marL="3657052" algn="l" defTabSz="914265" rtl="0" eaLnBrk="1" latinLnBrk="0" hangingPunct="1">
                        <a:defRPr sz="1800" b="1" kern="1200">
                          <a:solidFill>
                            <a:schemeClr val="bg1"/>
                          </a:solidFill>
                          <a:latin typeface="Arial" panose="020B0604020202020204"/>
                        </a:defRPr>
                      </a:lvl9pPr>
                    </a:lstStyle>
                    <a:p>
                      <a:pPr marL="0" marR="0" algn="ctr">
                        <a:lnSpc>
                          <a:spcPct val="140000"/>
                        </a:lnSpc>
                        <a:spcBef>
                          <a:spcPts val="0"/>
                        </a:spcBef>
                        <a:spcAft>
                          <a:spcPts val="0"/>
                        </a:spcAft>
                      </a:pPr>
                      <a:r>
                        <a:rPr lang="en-US" sz="1400" b="1" kern="1200" dirty="0">
                          <a:solidFill>
                            <a:schemeClr val="tx1"/>
                          </a:solidFill>
                          <a:effectLst/>
                          <a:latin typeface="+mn-lt"/>
                          <a:ea typeface="Verdana" panose="020B0604030504040204" pitchFamily="34" charset="0"/>
                          <a:cs typeface="Verdana" panose="020B0604030504040204" pitchFamily="34" charset="0"/>
                        </a:rPr>
                        <a:t>RESPONSIBILITY</a:t>
                      </a:r>
                    </a:p>
                  </a:txBody>
                  <a:tcPr marL="0" marR="0" marT="18288" marB="18288">
                    <a:lnL>
                      <a:noFill/>
                    </a:lnL>
                    <a:lnR w="31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60553">
                <a:tc vMerge="1">
                  <a:txBody>
                    <a:bodyPr/>
                    <a:lstStyle/>
                    <a:p>
                      <a:endParaRPr lang="en-US"/>
                    </a:p>
                  </a:txBody>
                  <a:tcPr/>
                </a:tc>
                <a:tc vMerge="1">
                  <a:txBody>
                    <a:bodyPr/>
                    <a:lstStyle/>
                    <a:p>
                      <a:endParaRPr lang="en-US"/>
                    </a:p>
                  </a:txBody>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gn="ctr" defTabSz="914400" rtl="0" eaLnBrk="1" latinLnBrk="0" hangingPunct="1">
                        <a:lnSpc>
                          <a:spcPct val="140000"/>
                        </a:lnSpc>
                        <a:spcBef>
                          <a:spcPts val="0"/>
                        </a:spcBef>
                        <a:spcAft>
                          <a:spcPts val="0"/>
                        </a:spcAft>
                      </a:pPr>
                      <a:r>
                        <a:rPr lang="en-US" sz="1400" b="1" kern="1200" dirty="0">
                          <a:solidFill>
                            <a:schemeClr val="tx1"/>
                          </a:solidFill>
                          <a:effectLst/>
                          <a:latin typeface="+mn-lt"/>
                          <a:ea typeface="Verdana" panose="020B0604030504040204" pitchFamily="34" charset="0"/>
                          <a:cs typeface="Verdana" panose="020B0604030504040204" pitchFamily="34" charset="0"/>
                        </a:rPr>
                        <a:t>DELOITTE AMS </a:t>
                      </a:r>
                    </a:p>
                  </a:txBody>
                  <a:tcPr marL="0" marR="0" marT="18288" marB="18288">
                    <a:lnL>
                      <a:noFill/>
                    </a:lnL>
                    <a:lnR>
                      <a:noFill/>
                    </a:lnR>
                    <a:lnT w="12700" cap="flat" cmpd="sng" algn="ctr">
                      <a:noFill/>
                      <a:prstDash val="solid"/>
                      <a:round/>
                      <a:headEnd type="none" w="med" len="med"/>
                      <a:tailEnd type="none" w="med" len="med"/>
                    </a:lnT>
                    <a:lnB w="28575" cap="flat" cmpd="sng" algn="ctr">
                      <a:solidFill>
                        <a:srgbClr val="00558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40000"/>
                        </a:lnSpc>
                        <a:spcBef>
                          <a:spcPts val="0"/>
                        </a:spcBef>
                        <a:spcAft>
                          <a:spcPts val="0"/>
                        </a:spcAft>
                      </a:pPr>
                      <a:r>
                        <a:rPr lang="en-US" sz="1400" b="1" kern="1200" dirty="0">
                          <a:solidFill>
                            <a:schemeClr val="tx1"/>
                          </a:solidFill>
                          <a:effectLst/>
                          <a:latin typeface="+mn-lt"/>
                          <a:ea typeface="Verdana" panose="020B0604030504040204" pitchFamily="34" charset="0"/>
                          <a:cs typeface="Verdana" panose="020B0604030504040204" pitchFamily="34" charset="0"/>
                        </a:rPr>
                        <a:t>DELOITTE RPA</a:t>
                      </a:r>
                    </a:p>
                  </a:txBody>
                  <a:tcPr marL="0" marR="0" marT="18288" marB="18288">
                    <a:lnL>
                      <a:noFill/>
                    </a:lnL>
                    <a:lnR>
                      <a:noFill/>
                    </a:lnR>
                    <a:lnT w="12700" cap="flat" cmpd="sng" algn="ctr">
                      <a:noFill/>
                      <a:prstDash val="solid"/>
                      <a:round/>
                      <a:headEnd type="none" w="med" len="med"/>
                      <a:tailEnd type="none" w="med" len="med"/>
                    </a:lnT>
                    <a:lnB w="28575" cap="flat" cmpd="sng" algn="ctr">
                      <a:solidFill>
                        <a:srgbClr val="005587"/>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gn="ctr" defTabSz="914400" rtl="0" eaLnBrk="1" latinLnBrk="0" hangingPunct="1">
                        <a:lnSpc>
                          <a:spcPct val="140000"/>
                        </a:lnSpc>
                        <a:spcBef>
                          <a:spcPts val="0"/>
                        </a:spcBef>
                        <a:spcAft>
                          <a:spcPts val="0"/>
                        </a:spcAft>
                      </a:pPr>
                      <a:r>
                        <a:rPr lang="en-US" sz="1400" b="1" kern="1200" dirty="0">
                          <a:solidFill>
                            <a:schemeClr val="tx1"/>
                          </a:solidFill>
                          <a:effectLst/>
                          <a:latin typeface="+mn-lt"/>
                          <a:ea typeface="Verdana" panose="020B0604030504040204" pitchFamily="34" charset="0"/>
                          <a:cs typeface="Verdana" panose="020B0604030504040204" pitchFamily="34" charset="0"/>
                        </a:rPr>
                        <a:t>HGV</a:t>
                      </a:r>
                    </a:p>
                  </a:txBody>
                  <a:tcPr marL="0" marR="0" marT="18288" marB="18288">
                    <a:lnL>
                      <a:noFill/>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005587"/>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37048">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Release Notes Assessment Sheet</a:t>
                      </a:r>
                    </a:p>
                  </a:txBody>
                  <a:tcPr marL="0" marR="0" marT="18288" marB="18288" anchor="ctr">
                    <a:lnL>
                      <a:noFill/>
                    </a:lnL>
                    <a:lnR>
                      <a:noFill/>
                    </a:lnR>
                    <a:lnT w="28575" cap="flat" cmpd="sng" algn="ctr">
                      <a:solidFill>
                        <a:srgbClr val="005587"/>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Review Quarterly Patch Release Notes</a:t>
                      </a:r>
                    </a:p>
                  </a:txBody>
                  <a:tcPr marL="0" marR="0" marT="18288" marB="18288" anchor="ctr">
                    <a:lnL>
                      <a:noFill/>
                    </a:lnL>
                    <a:lnR>
                      <a:noFill/>
                    </a:lnR>
                    <a:lnT w="28575" cap="flat" cmpd="sng" algn="ctr">
                      <a:solidFill>
                        <a:srgbClr val="005587"/>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gn="ctr">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Primary</a:t>
                      </a:r>
                    </a:p>
                  </a:txBody>
                  <a:tcPr marL="0" marR="0" marT="18288" marB="18288" anchor="ctr">
                    <a:lnL>
                      <a:noFill/>
                    </a:lnL>
                    <a:lnR>
                      <a:noFill/>
                    </a:lnR>
                    <a:lnT w="28575" cap="flat" cmpd="sng" algn="ctr">
                      <a:solidFill>
                        <a:srgbClr val="005587"/>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N.A.</a:t>
                      </a:r>
                    </a:p>
                  </a:txBody>
                  <a:tcPr marL="0" marR="0" marT="18288" marB="18288" anchor="ctr">
                    <a:lnL>
                      <a:noFill/>
                    </a:lnL>
                    <a:lnR>
                      <a:noFill/>
                    </a:lnR>
                    <a:lnT w="28575" cap="flat" cmpd="sng" algn="ctr">
                      <a:solidFill>
                        <a:srgbClr val="005587"/>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gn="ctr">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Secondary</a:t>
                      </a:r>
                    </a:p>
                  </a:txBody>
                  <a:tcPr marL="0" marR="0" marT="18288" marB="18288" anchor="ctr">
                    <a:lnL>
                      <a:noFill/>
                    </a:lnL>
                    <a:lnR w="3175" cap="flat" cmpd="sng" algn="ctr">
                      <a:noFill/>
                      <a:prstDash val="solid"/>
                      <a:round/>
                      <a:headEnd type="none" w="med" len="med"/>
                      <a:tailEnd type="none" w="med" len="med"/>
                    </a:lnR>
                    <a:lnT w="28575" cap="flat" cmpd="sng" algn="ctr">
                      <a:solidFill>
                        <a:srgbClr val="005587"/>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37048">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Release Readiness Plan</a:t>
                      </a:r>
                    </a:p>
                  </a:txBody>
                  <a:tcPr marL="0" marR="0" marT="18288" marB="18288"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Test scripts to be completed along with the resource assignments and the test duration. Any new features to be tested will be included in the plan</a:t>
                      </a:r>
                    </a:p>
                  </a:txBody>
                  <a:tcPr marL="0" marR="0" marT="18288" marB="18288"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gn="ctr">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Primary</a:t>
                      </a:r>
                    </a:p>
                  </a:txBody>
                  <a:tcPr marL="0" marR="0" marT="18288" marB="18288"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N.A</a:t>
                      </a:r>
                    </a:p>
                  </a:txBody>
                  <a:tcPr marL="0" marR="0" marT="18288" marB="18288"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gn="ctr">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Secondary</a:t>
                      </a:r>
                    </a:p>
                  </a:txBody>
                  <a:tcPr marL="0" marR="0" marT="18288" marB="18288" anchor="ctr">
                    <a:lnL>
                      <a:noFill/>
                    </a:lnL>
                    <a:lnR w="3175" cap="flat" cmpd="sng" algn="ctr">
                      <a:noFill/>
                      <a:prstDash val="solid"/>
                      <a:round/>
                      <a:headEnd type="none" w="med" len="med"/>
                      <a:tailEnd type="none" w="med" len="med"/>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37048">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Release Execution Plan</a:t>
                      </a:r>
                    </a:p>
                  </a:txBody>
                  <a:tcPr marL="0" marR="0" marT="18288" marB="18288"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Describes the execution plan for test scripts and any retrofitting based on the system changes. Document any SR fixes.</a:t>
                      </a:r>
                    </a:p>
                  </a:txBody>
                  <a:tcPr marL="0" marR="0" marT="18288" marB="18288"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gn="ctr">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Primary</a:t>
                      </a:r>
                    </a:p>
                  </a:txBody>
                  <a:tcPr marL="0" marR="0" marT="18288" marB="18288"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N.A</a:t>
                      </a:r>
                    </a:p>
                  </a:txBody>
                  <a:tcPr marL="0" marR="0" marT="18288" marB="18288"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gn="ctr">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Secondary</a:t>
                      </a:r>
                    </a:p>
                  </a:txBody>
                  <a:tcPr marL="0" marR="0" marT="18288" marB="18288" anchor="ctr">
                    <a:lnL>
                      <a:noFill/>
                    </a:lnL>
                    <a:lnR w="3175" cap="flat" cmpd="sng" algn="ctr">
                      <a:noFill/>
                      <a:prstDash val="solid"/>
                      <a:round/>
                      <a:headEnd type="none" w="med" len="med"/>
                      <a:tailEnd type="none" w="med" len="med"/>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37048">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Defect Tracker</a:t>
                      </a:r>
                    </a:p>
                  </a:txBody>
                  <a:tcPr marL="0" marR="0" marT="18288" marB="18288"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Document, address and fix defects that may arise post patch application</a:t>
                      </a:r>
                    </a:p>
                  </a:txBody>
                  <a:tcPr marL="0" marR="0" marT="18288" marB="18288"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gn="ctr">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Primary</a:t>
                      </a:r>
                    </a:p>
                  </a:txBody>
                  <a:tcPr marL="0" marR="0" marT="18288" marB="18288"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N.A</a:t>
                      </a:r>
                    </a:p>
                  </a:txBody>
                  <a:tcPr marL="0" marR="0" marT="18288" marB="18288"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gn="ctr">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Secondary</a:t>
                      </a:r>
                    </a:p>
                  </a:txBody>
                  <a:tcPr marL="0" marR="0" marT="18288" marB="18288" anchor="ctr">
                    <a:lnL>
                      <a:noFill/>
                    </a:lnL>
                    <a:lnR w="3175" cap="flat" cmpd="sng" algn="ctr">
                      <a:noFill/>
                      <a:prstDash val="solid"/>
                      <a:round/>
                      <a:headEnd type="none" w="med" len="med"/>
                      <a:tailEnd type="none" w="med" len="med"/>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37048">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algn="l" defTabSz="1219170" rtl="0" eaLnBrk="1" fontAlgn="ctr" latinLnBrk="0" hangingPunct="1">
                        <a:lnSpc>
                          <a:spcPct val="140000"/>
                        </a:lnSpc>
                        <a:spcBef>
                          <a:spcPts val="0"/>
                        </a:spcBef>
                        <a:spcAft>
                          <a:spcPts val="0"/>
                        </a:spcAft>
                      </a:pPr>
                      <a:r>
                        <a:rPr lang="en-US" sz="1000" kern="1200" dirty="0">
                          <a:solidFill>
                            <a:schemeClr val="tx1"/>
                          </a:solidFill>
                          <a:effectLst/>
                          <a:latin typeface="+mn-lt"/>
                          <a:ea typeface="Verdana" panose="020B0604030504040204" pitchFamily="34" charset="0"/>
                          <a:cs typeface="Verdana" panose="020B0604030504040204" pitchFamily="34" charset="0"/>
                        </a:rPr>
                        <a:t>Data Preparation</a:t>
                      </a:r>
                    </a:p>
                  </a:txBody>
                  <a:tcPr marL="4763" marR="4763" marT="4763" marB="0"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algn="l" defTabSz="1219170" rtl="0" eaLnBrk="1" fontAlgn="b" latinLnBrk="0" hangingPunct="1">
                        <a:lnSpc>
                          <a:spcPct val="140000"/>
                        </a:lnSpc>
                        <a:spcBef>
                          <a:spcPts val="0"/>
                        </a:spcBef>
                        <a:spcAft>
                          <a:spcPts val="0"/>
                        </a:spcAft>
                      </a:pPr>
                      <a:r>
                        <a:rPr lang="en-US" sz="1000" kern="1200" dirty="0">
                          <a:solidFill>
                            <a:schemeClr val="tx1"/>
                          </a:solidFill>
                          <a:effectLst/>
                          <a:latin typeface="+mn-lt"/>
                          <a:ea typeface="Verdana" panose="020B0604030504040204" pitchFamily="34" charset="0"/>
                          <a:cs typeface="Verdana" panose="020B0604030504040204" pitchFamily="34" charset="0"/>
                        </a:rPr>
                        <a:t>Provide test data for the regression test scenarios</a:t>
                      </a:r>
                    </a:p>
                  </a:txBody>
                  <a:tcPr marL="4763" marR="4763" marT="4763" marB="0"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gn="ctr">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Primary</a:t>
                      </a:r>
                    </a:p>
                  </a:txBody>
                  <a:tcPr marL="0" marR="0" marT="18288" marB="18288"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N.A</a:t>
                      </a:r>
                    </a:p>
                  </a:txBody>
                  <a:tcPr marL="0" marR="0" marT="18288" marB="18288"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gn="ctr">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Secondary</a:t>
                      </a:r>
                    </a:p>
                  </a:txBody>
                  <a:tcPr marL="0" marR="0" marT="18288" marB="18288" anchor="ctr">
                    <a:lnL>
                      <a:noFill/>
                    </a:lnL>
                    <a:lnR w="3175" cap="flat" cmpd="sng" algn="ctr">
                      <a:noFill/>
                      <a:prstDash val="solid"/>
                      <a:round/>
                      <a:headEnd type="none" w="med" len="med"/>
                      <a:tailEnd type="none" w="med" len="med"/>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5766041"/>
                  </a:ext>
                </a:extLst>
              </a:tr>
              <a:tr h="337048">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algn="l" defTabSz="1219170" rtl="0" eaLnBrk="1" fontAlgn="ctr" latinLnBrk="0" hangingPunct="1">
                        <a:lnSpc>
                          <a:spcPct val="140000"/>
                        </a:lnSpc>
                        <a:spcBef>
                          <a:spcPts val="0"/>
                        </a:spcBef>
                        <a:spcAft>
                          <a:spcPts val="0"/>
                        </a:spcAft>
                      </a:pPr>
                      <a:r>
                        <a:rPr lang="en-US" sz="1000" kern="1200" dirty="0">
                          <a:solidFill>
                            <a:schemeClr val="tx1"/>
                          </a:solidFill>
                          <a:effectLst/>
                          <a:latin typeface="+mn-lt"/>
                          <a:ea typeface="Verdana" panose="020B0604030504040204" pitchFamily="34" charset="0"/>
                          <a:cs typeface="Verdana" panose="020B0604030504040204" pitchFamily="34" charset="0"/>
                        </a:rPr>
                        <a:t>Test Execution</a:t>
                      </a:r>
                    </a:p>
                  </a:txBody>
                  <a:tcPr marL="4763" marR="4763" marT="4763" marB="0"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algn="l" defTabSz="1219170" rtl="0" eaLnBrk="1" fontAlgn="b" latinLnBrk="0" hangingPunct="1">
                        <a:lnSpc>
                          <a:spcPct val="140000"/>
                        </a:lnSpc>
                        <a:spcBef>
                          <a:spcPts val="0"/>
                        </a:spcBef>
                        <a:spcAft>
                          <a:spcPts val="0"/>
                        </a:spcAft>
                      </a:pPr>
                      <a:r>
                        <a:rPr lang="en-US" sz="1000" kern="1200" dirty="0">
                          <a:solidFill>
                            <a:schemeClr val="tx1"/>
                          </a:solidFill>
                          <a:effectLst/>
                          <a:latin typeface="+mn-lt"/>
                          <a:ea typeface="Verdana" panose="020B0604030504040204" pitchFamily="34" charset="0"/>
                          <a:cs typeface="Verdana" panose="020B0604030504040204" pitchFamily="34" charset="0"/>
                        </a:rPr>
                        <a:t>Execute Manual and Automated test scripts in test instance</a:t>
                      </a:r>
                    </a:p>
                  </a:txBody>
                  <a:tcPr marL="4763" marR="4763" marT="4763" marB="0"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gn="ctr">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Combined</a:t>
                      </a:r>
                    </a:p>
                  </a:txBody>
                  <a:tcPr marL="0" marR="0" marT="18288" marB="18288"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algn="ctr">
                        <a:lnSpc>
                          <a:spcPct val="140000"/>
                        </a:lnSpc>
                        <a:spcBef>
                          <a:spcPts val="0"/>
                        </a:spcBef>
                        <a:spcAft>
                          <a:spcPts val="0"/>
                        </a:spcAft>
                      </a:pPr>
                      <a:endParaRPr lang="en-US" sz="1000" dirty="0">
                        <a:solidFill>
                          <a:schemeClr val="tx1"/>
                        </a:solidFill>
                        <a:effectLst/>
                        <a:latin typeface="+mn-lt"/>
                        <a:ea typeface="Verdana" panose="020B0604030504040204" pitchFamily="34" charset="0"/>
                        <a:cs typeface="Verdana" panose="020B0604030504040204" pitchFamily="34" charset="0"/>
                      </a:endParaRPr>
                    </a:p>
                  </a:txBody>
                  <a:tcPr marL="0" marR="0" marT="18288" marB="18288"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gn="ctr">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Secondary</a:t>
                      </a:r>
                    </a:p>
                  </a:txBody>
                  <a:tcPr marL="0" marR="0" marT="18288" marB="18288" anchor="ctr">
                    <a:lnL>
                      <a:noFill/>
                    </a:lnL>
                    <a:lnR w="3175" cap="flat" cmpd="sng" algn="ctr">
                      <a:noFill/>
                      <a:prstDash val="solid"/>
                      <a:round/>
                      <a:headEnd type="none" w="med" len="med"/>
                      <a:tailEnd type="none" w="med" len="med"/>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2366961"/>
                  </a:ext>
                </a:extLst>
              </a:tr>
              <a:tr h="337048">
                <a:tc>
                  <a:txBody>
                    <a:bodyPr/>
                    <a:lstStyle/>
                    <a:p>
                      <a:pPr marL="0" algn="l" defTabSz="1219170" rtl="0" eaLnBrk="1" fontAlgn="ctr" latinLnBrk="0" hangingPunct="1">
                        <a:lnSpc>
                          <a:spcPct val="140000"/>
                        </a:lnSpc>
                        <a:spcBef>
                          <a:spcPts val="0"/>
                        </a:spcBef>
                        <a:spcAft>
                          <a:spcPts val="0"/>
                        </a:spcAft>
                      </a:pPr>
                      <a:r>
                        <a:rPr lang="en-US" sz="1000" kern="1200" dirty="0">
                          <a:solidFill>
                            <a:schemeClr val="tx1"/>
                          </a:solidFill>
                          <a:effectLst/>
                          <a:latin typeface="+mn-lt"/>
                          <a:ea typeface="Verdana" panose="020B0604030504040204" pitchFamily="34" charset="0"/>
                          <a:cs typeface="Verdana" panose="020B0604030504040204" pitchFamily="34" charset="0"/>
                        </a:rPr>
                        <a:t>Automation Script</a:t>
                      </a:r>
                    </a:p>
                  </a:txBody>
                  <a:tcPr marL="4763" marR="4763" marT="4763" marB="0"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1219170" rtl="0" eaLnBrk="1" fontAlgn="b" latinLnBrk="0" hangingPunct="1">
                        <a:lnSpc>
                          <a:spcPct val="140000"/>
                        </a:lnSpc>
                        <a:spcBef>
                          <a:spcPts val="0"/>
                        </a:spcBef>
                        <a:spcAft>
                          <a:spcPts val="0"/>
                        </a:spcAft>
                      </a:pPr>
                      <a:r>
                        <a:rPr lang="en-US" sz="1000" kern="1200" dirty="0">
                          <a:solidFill>
                            <a:schemeClr val="tx1"/>
                          </a:solidFill>
                          <a:effectLst/>
                          <a:latin typeface="+mn-lt"/>
                          <a:ea typeface="Verdana" panose="020B0604030504040204" pitchFamily="34" charset="0"/>
                          <a:cs typeface="Verdana" panose="020B0604030504040204" pitchFamily="34" charset="0"/>
                        </a:rPr>
                        <a:t>Creation and Updating of automation scripts within the specified scope</a:t>
                      </a:r>
                    </a:p>
                  </a:txBody>
                  <a:tcPr marL="4763" marR="4763" marT="4763" marB="0"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N.A</a:t>
                      </a:r>
                    </a:p>
                  </a:txBody>
                  <a:tcPr marL="0" marR="0" marT="18288" marB="18288"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Primary</a:t>
                      </a:r>
                    </a:p>
                  </a:txBody>
                  <a:tcPr marL="0" marR="0" marT="18288" marB="18288"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N.A</a:t>
                      </a:r>
                    </a:p>
                  </a:txBody>
                  <a:tcPr marL="0" marR="0" marT="18288" marB="18288" anchor="ctr">
                    <a:lnL>
                      <a:noFill/>
                    </a:lnL>
                    <a:lnR w="3175" cap="flat" cmpd="sng" algn="ctr">
                      <a:noFill/>
                      <a:prstDash val="solid"/>
                      <a:round/>
                      <a:headEnd type="none" w="med" len="med"/>
                      <a:tailEnd type="none" w="med" len="med"/>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927783"/>
                  </a:ext>
                </a:extLst>
              </a:tr>
              <a:tr h="337048">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algn="l" defTabSz="1219170" rtl="0" eaLnBrk="1" fontAlgn="ctr" latinLnBrk="0" hangingPunct="1">
                        <a:lnSpc>
                          <a:spcPct val="140000"/>
                        </a:lnSpc>
                        <a:spcBef>
                          <a:spcPts val="0"/>
                        </a:spcBef>
                        <a:spcAft>
                          <a:spcPts val="0"/>
                        </a:spcAft>
                      </a:pPr>
                      <a:r>
                        <a:rPr lang="en-US" sz="1000" kern="1200" dirty="0">
                          <a:solidFill>
                            <a:schemeClr val="tx1"/>
                          </a:solidFill>
                          <a:effectLst/>
                          <a:latin typeface="+mn-lt"/>
                          <a:ea typeface="Verdana" panose="020B0604030504040204" pitchFamily="34" charset="0"/>
                          <a:cs typeface="Verdana" panose="020B0604030504040204" pitchFamily="34" charset="0"/>
                        </a:rPr>
                        <a:t>Review and validate results</a:t>
                      </a:r>
                    </a:p>
                  </a:txBody>
                  <a:tcPr marL="4763" marR="4763" marT="4763" marB="0"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algn="l" defTabSz="1219170" rtl="0" eaLnBrk="1" fontAlgn="b" latinLnBrk="0" hangingPunct="1">
                        <a:lnSpc>
                          <a:spcPct val="140000"/>
                        </a:lnSpc>
                        <a:spcBef>
                          <a:spcPts val="0"/>
                        </a:spcBef>
                        <a:spcAft>
                          <a:spcPts val="0"/>
                        </a:spcAft>
                      </a:pPr>
                      <a:r>
                        <a:rPr lang="en-US" sz="1000" kern="1200" dirty="0">
                          <a:solidFill>
                            <a:schemeClr val="tx1"/>
                          </a:solidFill>
                          <a:effectLst/>
                          <a:latin typeface="+mn-lt"/>
                          <a:ea typeface="Verdana" panose="020B0604030504040204" pitchFamily="34" charset="0"/>
                          <a:cs typeface="Verdana" panose="020B0604030504040204" pitchFamily="34" charset="0"/>
                        </a:rPr>
                        <a:t>Validate test results to ensure it has not broken anything</a:t>
                      </a:r>
                    </a:p>
                  </a:txBody>
                  <a:tcPr marL="4763" marR="4763" marT="4763" marB="0"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gn="ctr">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Secondary</a:t>
                      </a:r>
                    </a:p>
                  </a:txBody>
                  <a:tcPr marL="0" marR="0" marT="18288" marB="18288"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40000"/>
                        </a:lnSpc>
                        <a:spcBef>
                          <a:spcPts val="0"/>
                        </a:spcBef>
                        <a:spcAft>
                          <a:spcPts val="0"/>
                        </a:spcAft>
                      </a:pPr>
                      <a:endParaRPr lang="en-US" sz="1000" dirty="0">
                        <a:solidFill>
                          <a:schemeClr val="tx1"/>
                        </a:solidFill>
                        <a:effectLst/>
                        <a:latin typeface="+mn-lt"/>
                        <a:ea typeface="Verdana" panose="020B0604030504040204" pitchFamily="34" charset="0"/>
                        <a:cs typeface="Verdana" panose="020B0604030504040204" pitchFamily="34" charset="0"/>
                      </a:endParaRPr>
                    </a:p>
                  </a:txBody>
                  <a:tcPr marL="0" marR="0" marT="18288" marB="18288"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gn="ctr">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Primary</a:t>
                      </a:r>
                    </a:p>
                  </a:txBody>
                  <a:tcPr marL="0" marR="0" marT="18288" marB="18288" anchor="ctr">
                    <a:lnL>
                      <a:noFill/>
                    </a:lnL>
                    <a:lnR w="3175" cap="flat" cmpd="sng" algn="ctr">
                      <a:noFill/>
                      <a:prstDash val="solid"/>
                      <a:round/>
                      <a:headEnd type="none" w="med" len="med"/>
                      <a:tailEnd type="none" w="med" len="med"/>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3255209"/>
                  </a:ext>
                </a:extLst>
              </a:tr>
              <a:tr h="337048">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algn="l" defTabSz="1219170" rtl="0" eaLnBrk="1" fontAlgn="ctr" latinLnBrk="0" hangingPunct="1">
                        <a:lnSpc>
                          <a:spcPct val="140000"/>
                        </a:lnSpc>
                        <a:spcBef>
                          <a:spcPts val="0"/>
                        </a:spcBef>
                        <a:spcAft>
                          <a:spcPts val="0"/>
                        </a:spcAft>
                      </a:pPr>
                      <a:r>
                        <a:rPr lang="en-US" sz="1000" kern="1200" dirty="0">
                          <a:solidFill>
                            <a:schemeClr val="tx1"/>
                          </a:solidFill>
                          <a:effectLst/>
                          <a:latin typeface="+mn-lt"/>
                          <a:ea typeface="Verdana" panose="020B0604030504040204" pitchFamily="34" charset="0"/>
                          <a:cs typeface="Verdana" panose="020B0604030504040204" pitchFamily="34" charset="0"/>
                        </a:rPr>
                        <a:t>Release Cutover Plan</a:t>
                      </a:r>
                    </a:p>
                  </a:txBody>
                  <a:tcPr marL="4763" marR="4763" marT="4763" marB="0"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algn="l" defTabSz="1219170" rtl="0" eaLnBrk="1" fontAlgn="b" latinLnBrk="0" hangingPunct="1">
                        <a:lnSpc>
                          <a:spcPct val="140000"/>
                        </a:lnSpc>
                        <a:spcBef>
                          <a:spcPts val="0"/>
                        </a:spcBef>
                        <a:spcAft>
                          <a:spcPts val="0"/>
                        </a:spcAft>
                      </a:pPr>
                      <a:r>
                        <a:rPr lang="en-US" sz="1000" kern="1200" dirty="0">
                          <a:solidFill>
                            <a:schemeClr val="tx1"/>
                          </a:solidFill>
                          <a:effectLst/>
                          <a:latin typeface="+mn-lt"/>
                          <a:ea typeface="Verdana" panose="020B0604030504040204" pitchFamily="34" charset="0"/>
                          <a:cs typeface="Verdana" panose="020B0604030504040204" pitchFamily="34" charset="0"/>
                        </a:rPr>
                        <a:t>Document steps to roll out release to production</a:t>
                      </a:r>
                    </a:p>
                  </a:txBody>
                  <a:tcPr marL="4763" marR="4763" marT="4763" marB="0"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gn="ctr">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Primary</a:t>
                      </a:r>
                    </a:p>
                  </a:txBody>
                  <a:tcPr marL="0" marR="0" marT="18288" marB="18288"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40000"/>
                        </a:lnSpc>
                        <a:spcBef>
                          <a:spcPts val="0"/>
                        </a:spcBef>
                        <a:spcAft>
                          <a:spcPts val="0"/>
                        </a:spcAft>
                      </a:pPr>
                      <a:endParaRPr lang="en-US" sz="1000" dirty="0">
                        <a:solidFill>
                          <a:schemeClr val="tx1"/>
                        </a:solidFill>
                        <a:effectLst/>
                        <a:latin typeface="+mn-lt"/>
                        <a:ea typeface="Verdana" panose="020B0604030504040204" pitchFamily="34" charset="0"/>
                        <a:cs typeface="Verdana" panose="020B0604030504040204" pitchFamily="34" charset="0"/>
                      </a:endParaRPr>
                    </a:p>
                  </a:txBody>
                  <a:tcPr marL="0" marR="0" marT="18288" marB="18288"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gn="ctr">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Secondary</a:t>
                      </a:r>
                    </a:p>
                  </a:txBody>
                  <a:tcPr marL="0" marR="0" marT="18288" marB="18288" anchor="ctr">
                    <a:lnL>
                      <a:noFill/>
                    </a:lnL>
                    <a:lnR w="3175" cap="flat" cmpd="sng" algn="ctr">
                      <a:noFill/>
                      <a:prstDash val="solid"/>
                      <a:round/>
                      <a:headEnd type="none" w="med" len="med"/>
                      <a:tailEnd type="none" w="med" len="med"/>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26544"/>
                  </a:ext>
                </a:extLst>
              </a:tr>
              <a:tr h="337048">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nSpc>
                          <a:spcPct val="140000"/>
                        </a:lnSpc>
                        <a:spcBef>
                          <a:spcPts val="0"/>
                        </a:spcBef>
                        <a:spcAft>
                          <a:spcPts val="0"/>
                        </a:spcAft>
                      </a:pPr>
                      <a:r>
                        <a:rPr lang="en-US" sz="1000" kern="1200" dirty="0">
                          <a:solidFill>
                            <a:schemeClr val="tx1"/>
                          </a:solidFill>
                          <a:effectLst/>
                          <a:latin typeface="+mn-lt"/>
                          <a:ea typeface="Verdana" panose="020B0604030504040204" pitchFamily="34" charset="0"/>
                          <a:cs typeface="Verdana" panose="020B0604030504040204" pitchFamily="34" charset="0"/>
                        </a:rPr>
                        <a:t>Release Test Exit Criteria Plan</a:t>
                      </a:r>
                    </a:p>
                  </a:txBody>
                  <a:tcPr marL="0" marR="0" marT="18288" marB="18288"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nSpc>
                          <a:spcPct val="140000"/>
                        </a:lnSpc>
                        <a:spcBef>
                          <a:spcPts val="0"/>
                        </a:spcBef>
                        <a:spcAft>
                          <a:spcPts val="0"/>
                        </a:spcAft>
                      </a:pPr>
                      <a:r>
                        <a:rPr lang="en-US" sz="1000" kern="1200" dirty="0">
                          <a:solidFill>
                            <a:schemeClr val="tx1"/>
                          </a:solidFill>
                          <a:effectLst/>
                          <a:latin typeface="+mn-lt"/>
                          <a:ea typeface="Verdana" panose="020B0604030504040204" pitchFamily="34" charset="0"/>
                          <a:cs typeface="Verdana" panose="020B0604030504040204" pitchFamily="34" charset="0"/>
                        </a:rPr>
                        <a:t>Measure and evaluate release test exit results</a:t>
                      </a:r>
                    </a:p>
                  </a:txBody>
                  <a:tcPr marL="0" marR="0" marT="18288" marB="18288"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gn="ctr">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Secondary</a:t>
                      </a:r>
                    </a:p>
                  </a:txBody>
                  <a:tcPr marL="0" marR="0" marT="18288" marB="18288"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40000"/>
                        </a:lnSpc>
                        <a:spcBef>
                          <a:spcPts val="0"/>
                        </a:spcBef>
                        <a:spcAft>
                          <a:spcPts val="0"/>
                        </a:spcAft>
                      </a:pPr>
                      <a:endParaRPr lang="en-US" sz="1000" dirty="0">
                        <a:solidFill>
                          <a:schemeClr val="tx1"/>
                        </a:solidFill>
                        <a:effectLst/>
                        <a:latin typeface="+mn-lt"/>
                        <a:ea typeface="Verdana" panose="020B0604030504040204" pitchFamily="34" charset="0"/>
                        <a:cs typeface="Verdana" panose="020B0604030504040204" pitchFamily="34" charset="0"/>
                      </a:endParaRPr>
                    </a:p>
                  </a:txBody>
                  <a:tcPr marL="0" marR="0" marT="18288" marB="18288"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gn="ctr">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Primary</a:t>
                      </a:r>
                    </a:p>
                  </a:txBody>
                  <a:tcPr marL="0" marR="0" marT="18288" marB="18288" anchor="ctr">
                    <a:lnL>
                      <a:noFill/>
                    </a:lnL>
                    <a:lnR w="3175" cap="flat" cmpd="sng" algn="ctr">
                      <a:noFill/>
                      <a:prstDash val="solid"/>
                      <a:round/>
                      <a:headEnd type="none" w="med" len="med"/>
                      <a:tailEnd type="none" w="med" len="med"/>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75292452"/>
                  </a:ext>
                </a:extLst>
              </a:tr>
              <a:tr h="262309">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nSpc>
                          <a:spcPct val="140000"/>
                        </a:lnSpc>
                        <a:spcBef>
                          <a:spcPts val="0"/>
                        </a:spcBef>
                        <a:spcAft>
                          <a:spcPts val="0"/>
                        </a:spcAft>
                      </a:pPr>
                      <a:r>
                        <a:rPr lang="en-US" sz="1000" kern="1200" dirty="0">
                          <a:solidFill>
                            <a:schemeClr val="tx1"/>
                          </a:solidFill>
                          <a:effectLst/>
                          <a:latin typeface="+mn-lt"/>
                          <a:ea typeface="Verdana" panose="020B0604030504040204" pitchFamily="34" charset="0"/>
                          <a:cs typeface="Verdana" panose="020B0604030504040204" pitchFamily="34" charset="0"/>
                        </a:rPr>
                        <a:t>Release Testing Production Plan</a:t>
                      </a:r>
                    </a:p>
                  </a:txBody>
                  <a:tcPr marL="0" marR="0" marT="18288" marB="18288"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nSpc>
                          <a:spcPct val="140000"/>
                        </a:lnSpc>
                        <a:spcBef>
                          <a:spcPts val="0"/>
                        </a:spcBef>
                        <a:spcAft>
                          <a:spcPts val="0"/>
                        </a:spcAft>
                      </a:pPr>
                      <a:r>
                        <a:rPr lang="en-US" sz="1000" kern="1200" dirty="0">
                          <a:solidFill>
                            <a:schemeClr val="tx1"/>
                          </a:solidFill>
                          <a:effectLst/>
                          <a:latin typeface="+mn-lt"/>
                          <a:ea typeface="Verdana" panose="020B0604030504040204" pitchFamily="34" charset="0"/>
                          <a:cs typeface="Verdana" panose="020B0604030504040204" pitchFamily="34" charset="0"/>
                        </a:rPr>
                        <a:t>Plan production downtime associated with the feature release and communications. Release production environment to business users</a:t>
                      </a:r>
                    </a:p>
                  </a:txBody>
                  <a:tcPr marL="0" marR="0" marT="18288" marB="18288"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gn="ctr">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Secondary</a:t>
                      </a:r>
                    </a:p>
                  </a:txBody>
                  <a:tcPr marL="0" marR="0" marT="18288" marB="18288"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40000"/>
                        </a:lnSpc>
                        <a:spcBef>
                          <a:spcPts val="0"/>
                        </a:spcBef>
                        <a:spcAft>
                          <a:spcPts val="0"/>
                        </a:spcAft>
                      </a:pPr>
                      <a:endParaRPr lang="en-US" sz="1000" dirty="0">
                        <a:solidFill>
                          <a:schemeClr val="tx1"/>
                        </a:solidFill>
                        <a:effectLst/>
                        <a:latin typeface="+mn-lt"/>
                        <a:ea typeface="Verdana" panose="020B0604030504040204" pitchFamily="34" charset="0"/>
                        <a:cs typeface="Verdana" panose="020B0604030504040204" pitchFamily="34" charset="0"/>
                      </a:endParaRPr>
                    </a:p>
                  </a:txBody>
                  <a:tcPr marL="0" marR="0" marT="18288" marB="18288" anchor="ctr">
                    <a:lnL>
                      <a:noFill/>
                    </a:lnL>
                    <a:lnR>
                      <a:noFill/>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marL="0" marR="0" algn="ctr">
                        <a:lnSpc>
                          <a:spcPct val="140000"/>
                        </a:lnSpc>
                        <a:spcBef>
                          <a:spcPts val="0"/>
                        </a:spcBef>
                        <a:spcAft>
                          <a:spcPts val="0"/>
                        </a:spcAft>
                      </a:pPr>
                      <a:r>
                        <a:rPr lang="en-US" sz="1000" dirty="0">
                          <a:solidFill>
                            <a:schemeClr val="tx1"/>
                          </a:solidFill>
                          <a:effectLst/>
                          <a:latin typeface="+mn-lt"/>
                          <a:ea typeface="Verdana" panose="020B0604030504040204" pitchFamily="34" charset="0"/>
                          <a:cs typeface="Verdana" panose="020B0604030504040204" pitchFamily="34" charset="0"/>
                        </a:rPr>
                        <a:t>Primary</a:t>
                      </a:r>
                    </a:p>
                  </a:txBody>
                  <a:tcPr marL="0" marR="0" marT="18288" marB="18288" anchor="ctr">
                    <a:lnL>
                      <a:noFill/>
                    </a:lnL>
                    <a:lnR w="3175" cap="flat" cmpd="sng" algn="ctr">
                      <a:noFill/>
                      <a:prstDash val="solid"/>
                      <a:round/>
                      <a:headEnd type="none" w="med" len="med"/>
                      <a:tailEnd type="none" w="med" len="med"/>
                    </a:lnR>
                    <a:lnT w="3175" cap="flat" cmpd="sng" algn="ctr">
                      <a:solidFill>
                        <a:srgbClr val="D0D0CE">
                          <a:lumMod val="75000"/>
                        </a:srgbClr>
                      </a:solidFill>
                      <a:prstDash val="solid"/>
                      <a:round/>
                      <a:headEnd type="none" w="med" len="med"/>
                      <a:tailEnd type="none" w="med" len="med"/>
                    </a:lnT>
                    <a:lnB w="3175" cap="flat" cmpd="sng" algn="ctr">
                      <a:solidFill>
                        <a:srgbClr val="D0D0CE">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26855723"/>
                  </a:ext>
                </a:extLst>
              </a:tr>
            </a:tbl>
          </a:graphicData>
        </a:graphic>
      </p:graphicFrame>
    </p:spTree>
    <p:extLst>
      <p:ext uri="{BB962C8B-B14F-4D97-AF65-F5344CB8AC3E}">
        <p14:creationId xmlns:p14="http://schemas.microsoft.com/office/powerpoint/2010/main" val="34067324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5">
            <a:extLst>
              <a:ext uri="{FF2B5EF4-FFF2-40B4-BE49-F238E27FC236}">
                <a16:creationId xmlns:a16="http://schemas.microsoft.com/office/drawing/2014/main" id="{47FA315D-842A-4141-B447-6B599A06478E}"/>
              </a:ext>
            </a:extLst>
          </p:cNvPr>
          <p:cNvSpPr txBox="1">
            <a:spLocks/>
          </p:cNvSpPr>
          <p:nvPr/>
        </p:nvSpPr>
        <p:spPr>
          <a:xfrm>
            <a:off x="469900" y="1132979"/>
            <a:ext cx="11252200" cy="554420"/>
          </a:xfrm>
          <a:prstGeom prst="rect">
            <a:avLst/>
          </a:prstGeom>
        </p:spPr>
        <p:txBody>
          <a:bodyPr vert="horz" lIns="0" tIns="0" rIns="0" bIns="0" rtlCol="0">
            <a:noAutofit/>
          </a:bodyPr>
          <a:lstStyle>
            <a:lvl1pPr marL="0" indent="0" algn="l" defTabSz="1219170" rtl="0" eaLnBrk="1" latinLnBrk="0" hangingPunct="1">
              <a:spcBef>
                <a:spcPts val="0"/>
              </a:spcBef>
              <a:spcAft>
                <a:spcPts val="1000"/>
              </a:spcAft>
              <a:buSzPct val="100000"/>
              <a:buFontTx/>
              <a:buNone/>
              <a:defRPr sz="1600" b="0" kern="1200">
                <a:solidFill>
                  <a:srgbClr val="575757"/>
                </a:solidFill>
                <a:latin typeface="+mn-lt"/>
                <a:ea typeface="+mn-ea"/>
                <a:cs typeface="+mn-cs"/>
              </a:defRPr>
            </a:lvl1pPr>
            <a:lvl2pPr marL="127000" indent="-127000" algn="l" defTabSz="1219170" rtl="0" eaLnBrk="1" latinLnBrk="0" hangingPunct="1">
              <a:spcBef>
                <a:spcPts val="0"/>
              </a:spcBef>
              <a:spcAft>
                <a:spcPts val="1000"/>
              </a:spcAft>
              <a:buClrTx/>
              <a:buSzPct val="100000"/>
              <a:buFont typeface="Arial" panose="020B0604020202020204" pitchFamily="34" charset="0"/>
              <a:buChar char="•"/>
              <a:defRPr lang="en-US" sz="1600" b="0" kern="1200" dirty="0" smtClean="0">
                <a:solidFill>
                  <a:srgbClr val="53565A"/>
                </a:solidFill>
                <a:latin typeface="+mn-lt"/>
                <a:ea typeface="+mn-ea"/>
                <a:cs typeface="+mn-cs"/>
              </a:defRPr>
            </a:lvl2pPr>
            <a:lvl3pPr marL="2794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dirty="0" smtClean="0">
                <a:solidFill>
                  <a:srgbClr val="53565A"/>
                </a:solidFill>
                <a:latin typeface="+mn-lt"/>
                <a:ea typeface="+mn-ea"/>
                <a:cs typeface="+mn-cs"/>
              </a:defRPr>
            </a:lvl3pPr>
            <a:lvl4pPr marL="4318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baseline="0" dirty="0" smtClean="0">
                <a:solidFill>
                  <a:srgbClr val="53565A"/>
                </a:solidFill>
                <a:latin typeface="+mn-lt"/>
                <a:ea typeface="+mn-ea"/>
                <a:cs typeface="+mn-cs"/>
              </a:defRPr>
            </a:lvl4pPr>
            <a:lvl5pPr marL="584200" indent="-127000" algn="l" defTabSz="1064657" rtl="0" eaLnBrk="1" latinLnBrk="0" hangingPunct="1">
              <a:spcBef>
                <a:spcPts val="0"/>
              </a:spcBef>
              <a:spcAft>
                <a:spcPts val="1000"/>
              </a:spcAft>
              <a:buClrTx/>
              <a:buSzPct val="100000"/>
              <a:buFont typeface="Arial" panose="020B0604020202020204" pitchFamily="34" charset="0"/>
              <a:buChar char="−"/>
              <a:tabLst/>
              <a:defRPr lang="en-US" sz="1600" kern="1200" baseline="0" dirty="0" smtClean="0">
                <a:solidFill>
                  <a:srgbClr val="53565A"/>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000"/>
              </a:spcAft>
              <a:buClrTx/>
              <a:buSzPct val="100000"/>
              <a:buFontTx/>
              <a:buNone/>
              <a:tabLst/>
              <a:defRPr/>
            </a:pPr>
            <a:r>
              <a:rPr kumimoji="0" lang="en-US" sz="1600" b="0" i="0" u="none" strike="noStrike" kern="1200" cap="none" spc="0" normalizeH="0" baseline="0" noProof="0" dirty="0">
                <a:ln>
                  <a:noFill/>
                </a:ln>
                <a:solidFill>
                  <a:schemeClr val="tx1"/>
                </a:solidFill>
                <a:effectLst/>
                <a:uLnTx/>
                <a:uFillTx/>
                <a:latin typeface="Arial" panose="020B0604020202020204"/>
                <a:ea typeface="+mn-ea"/>
                <a:cs typeface="+mn-cs"/>
              </a:rPr>
              <a:t>We compared the existing test scripts that are used in HGV and evaluated the development that is needed. Deloitte is willing to work with HGV to identify the “Business Critical Scenarios” that you would like to automate for future release cycles</a:t>
            </a:r>
          </a:p>
        </p:txBody>
      </p:sp>
      <p:graphicFrame>
        <p:nvGraphicFramePr>
          <p:cNvPr id="5" name="Group 3">
            <a:extLst>
              <a:ext uri="{FF2B5EF4-FFF2-40B4-BE49-F238E27FC236}">
                <a16:creationId xmlns:a16="http://schemas.microsoft.com/office/drawing/2014/main" id="{F5EA0369-18B6-47E1-8F38-182FA9913B80}"/>
              </a:ext>
            </a:extLst>
          </p:cNvPr>
          <p:cNvGraphicFramePr>
            <a:graphicFrameLocks noGrp="1"/>
          </p:cNvGraphicFramePr>
          <p:nvPr>
            <p:extLst>
              <p:ext uri="{D42A27DB-BD31-4B8C-83A1-F6EECF244321}">
                <p14:modId xmlns:p14="http://schemas.microsoft.com/office/powerpoint/2010/main" val="403863840"/>
              </p:ext>
            </p:extLst>
          </p:nvPr>
        </p:nvGraphicFramePr>
        <p:xfrm>
          <a:off x="469899" y="1962533"/>
          <a:ext cx="10671950" cy="3429527"/>
        </p:xfrm>
        <a:graphic>
          <a:graphicData uri="http://schemas.openxmlformats.org/drawingml/2006/table">
            <a:tbl>
              <a:tblPr/>
              <a:tblGrid>
                <a:gridCol w="1680048">
                  <a:extLst>
                    <a:ext uri="{9D8B030D-6E8A-4147-A177-3AD203B41FA5}">
                      <a16:colId xmlns:a16="http://schemas.microsoft.com/office/drawing/2014/main" val="20000"/>
                    </a:ext>
                  </a:extLst>
                </a:gridCol>
                <a:gridCol w="2427729">
                  <a:extLst>
                    <a:ext uri="{9D8B030D-6E8A-4147-A177-3AD203B41FA5}">
                      <a16:colId xmlns:a16="http://schemas.microsoft.com/office/drawing/2014/main" val="1808130339"/>
                    </a:ext>
                  </a:extLst>
                </a:gridCol>
                <a:gridCol w="2419270">
                  <a:extLst>
                    <a:ext uri="{9D8B030D-6E8A-4147-A177-3AD203B41FA5}">
                      <a16:colId xmlns:a16="http://schemas.microsoft.com/office/drawing/2014/main" val="4243167798"/>
                    </a:ext>
                  </a:extLst>
                </a:gridCol>
                <a:gridCol w="2419270">
                  <a:extLst>
                    <a:ext uri="{9D8B030D-6E8A-4147-A177-3AD203B41FA5}">
                      <a16:colId xmlns:a16="http://schemas.microsoft.com/office/drawing/2014/main" val="1289930816"/>
                    </a:ext>
                  </a:extLst>
                </a:gridCol>
                <a:gridCol w="1725633">
                  <a:extLst>
                    <a:ext uri="{9D8B030D-6E8A-4147-A177-3AD203B41FA5}">
                      <a16:colId xmlns:a16="http://schemas.microsoft.com/office/drawing/2014/main" val="2045046729"/>
                    </a:ext>
                  </a:extLst>
                </a:gridCol>
              </a:tblGrid>
              <a:tr h="372637">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a:r>
                        <a:rPr lang="en-US" sz="1600" b="1" kern="1200" dirty="0">
                          <a:solidFill>
                            <a:schemeClr val="bg1"/>
                          </a:solidFill>
                          <a:latin typeface="+mn-lt"/>
                          <a:ea typeface="+mn-ea"/>
                          <a:cs typeface="+mn-cs"/>
                        </a:rPr>
                        <a:t>Module Scope</a:t>
                      </a:r>
                    </a:p>
                  </a:txBody>
                  <a:tcPr anchor="ctr">
                    <a:lnL w="12700" cmpd="sng">
                      <a:noFill/>
                      <a:prstDash val="solid"/>
                    </a:lnL>
                    <a:lnR w="12700" cap="flat" cmpd="sng" algn="ctr">
                      <a:solidFill>
                        <a:schemeClr val="bg1"/>
                      </a:solidFill>
                      <a:prstDash val="solid"/>
                      <a:round/>
                      <a:headEnd type="none" w="med" len="med"/>
                      <a:tailEnd type="none" w="med" len="med"/>
                    </a:lnR>
                    <a:lnT w="12700" cap="flat" cmpd="sng" algn="ctr">
                      <a:solidFill>
                        <a:srgbClr val="005587"/>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a:r>
                        <a:rPr lang="en-US" sz="1600" b="1" kern="1200" dirty="0">
                          <a:solidFill>
                            <a:schemeClr val="bg1"/>
                          </a:solidFill>
                          <a:latin typeface="+mn-lt"/>
                          <a:ea typeface="+mn-ea"/>
                          <a:cs typeface="+mn-cs"/>
                        </a:rPr>
                        <a:t>High Priority (44%)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5587"/>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a:r>
                        <a:rPr lang="en-US" sz="1600" b="1" kern="1200" dirty="0">
                          <a:solidFill>
                            <a:schemeClr val="bg1"/>
                          </a:solidFill>
                          <a:latin typeface="+mn-lt"/>
                          <a:ea typeface="+mn-ea"/>
                          <a:cs typeface="+mn-cs"/>
                        </a:rPr>
                        <a:t>Medium Priority (35%)</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5587"/>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a:r>
                        <a:rPr lang="en-US" sz="1600" b="1" kern="1200" dirty="0">
                          <a:solidFill>
                            <a:schemeClr val="bg1"/>
                          </a:solidFill>
                          <a:latin typeface="+mn-lt"/>
                          <a:ea typeface="+mn-ea"/>
                          <a:cs typeface="+mn-cs"/>
                        </a:rPr>
                        <a:t>Low Priority(21%)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5587"/>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a:r>
                        <a:rPr lang="en-US" sz="1600" b="1" kern="1200" dirty="0">
                          <a:solidFill>
                            <a:schemeClr val="bg1"/>
                          </a:solidFill>
                          <a:latin typeface="+mn-lt"/>
                          <a:ea typeface="+mn-ea"/>
                          <a:cs typeface="+mn-cs"/>
                        </a:rPr>
                        <a:t>Total Scripts</a:t>
                      </a:r>
                    </a:p>
                  </a:txBody>
                  <a:tcPr anchor="ctr">
                    <a:lnL w="12700" cap="flat" cmpd="sng" algn="ctr">
                      <a:solidFill>
                        <a:schemeClr val="bg1"/>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12700" cap="flat" cmpd="sng" algn="ctr">
                      <a:solidFill>
                        <a:srgbClr val="005587"/>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10000"/>
                  </a:ext>
                </a:extLst>
              </a:tr>
              <a:tr h="211161">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600" b="0" i="0" u="none" strike="noStrike" dirty="0">
                          <a:solidFill>
                            <a:schemeClr val="tx1"/>
                          </a:solidFill>
                          <a:effectLst/>
                          <a:latin typeface="Calibri" panose="020F0502020204030204" pitchFamily="34" charset="0"/>
                        </a:rPr>
                        <a:t>Absence</a:t>
                      </a:r>
                    </a:p>
                  </a:txBody>
                  <a:tcPr marL="4763" marR="4763" marT="4763"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b="0" i="0" u="none" strike="noStrike" kern="1200" dirty="0">
                          <a:solidFill>
                            <a:schemeClr val="tx1"/>
                          </a:solidFill>
                          <a:effectLst/>
                          <a:latin typeface="Calibri" panose="020F0502020204030204" pitchFamily="34" charset="0"/>
                          <a:ea typeface="+mn-ea"/>
                          <a:cs typeface="+mn-cs"/>
                        </a:rPr>
                        <a:t>7</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17</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4</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28</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65945">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600" b="0" i="0" u="none" strike="noStrike" dirty="0">
                          <a:solidFill>
                            <a:schemeClr val="tx1"/>
                          </a:solidFill>
                          <a:effectLst/>
                          <a:latin typeface="Calibri" panose="020F0502020204030204" pitchFamily="34" charset="0"/>
                        </a:rPr>
                        <a:t>AP</a:t>
                      </a:r>
                    </a:p>
                  </a:txBody>
                  <a:tcPr marL="4763" marR="4763" marT="4763"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b="0" i="0" u="none" strike="noStrike" kern="1200" dirty="0">
                          <a:solidFill>
                            <a:schemeClr val="tx1"/>
                          </a:solidFill>
                          <a:effectLst/>
                          <a:latin typeface="Calibri" panose="020F0502020204030204" pitchFamily="34" charset="0"/>
                          <a:ea typeface="+mn-ea"/>
                          <a:cs typeface="+mn-cs"/>
                        </a:rPr>
                        <a:t>30</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14</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15</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59</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11161">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600" b="0" i="0" u="none" strike="noStrike" dirty="0">
                          <a:solidFill>
                            <a:schemeClr val="tx1"/>
                          </a:solidFill>
                          <a:effectLst/>
                          <a:latin typeface="Calibri" panose="020F0502020204030204" pitchFamily="34" charset="0"/>
                        </a:rPr>
                        <a:t>AR</a:t>
                      </a:r>
                    </a:p>
                  </a:txBody>
                  <a:tcPr marL="4763" marR="4763" marT="4763" marB="0" anchor="b">
                    <a:lnL w="12700" cmpd="sng">
                      <a:noFill/>
                      <a:prstDash val="solid"/>
                    </a:lnL>
                    <a:lnR w="12700" cmpd="sng">
                      <a:noFill/>
                      <a:prstDash val="solid"/>
                    </a:lnR>
                    <a:lnT w="3175" cap="flat" cmpd="sng" algn="ctr">
                      <a:solidFill>
                        <a:sysClr val="windowText" lastClr="000000"/>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b="0" i="0" u="none" strike="noStrike" kern="1200" dirty="0">
                          <a:solidFill>
                            <a:schemeClr val="tx1"/>
                          </a:solidFill>
                          <a:effectLst/>
                          <a:latin typeface="Calibri" panose="020F0502020204030204" pitchFamily="34" charset="0"/>
                          <a:ea typeface="+mn-ea"/>
                          <a:cs typeface="+mn-cs"/>
                        </a:rPr>
                        <a:t>3</a:t>
                      </a:r>
                    </a:p>
                  </a:txBody>
                  <a:tcPr marL="6350" marR="6350" marT="6350" marB="0" anchor="b">
                    <a:lnL w="12700" cmpd="sng">
                      <a:noFill/>
                      <a:prstDash val="solid"/>
                    </a:lnL>
                    <a:lnR w="12700" cmpd="sng">
                      <a:noFill/>
                      <a:prstDash val="solid"/>
                    </a:lnR>
                    <a:lnT w="3175" cap="flat" cmpd="sng" algn="ctr">
                      <a:solidFill>
                        <a:sysClr val="windowText" lastClr="000000"/>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3</a:t>
                      </a:r>
                    </a:p>
                  </a:txBody>
                  <a:tcPr marL="6350" marR="6350" marT="6350" marB="0" anchor="b">
                    <a:lnL w="12700" cmpd="sng">
                      <a:noFill/>
                      <a:prstDash val="solid"/>
                    </a:lnL>
                    <a:lnR w="12700" cmpd="sng">
                      <a:noFill/>
                      <a:prstDash val="solid"/>
                    </a:lnR>
                    <a:lnT w="3175" cap="flat" cmpd="sng" algn="ctr">
                      <a:solidFill>
                        <a:sysClr val="windowText" lastClr="000000"/>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1</a:t>
                      </a:r>
                    </a:p>
                  </a:txBody>
                  <a:tcPr marL="6350" marR="6350" marT="6350" marB="0" anchor="b">
                    <a:lnL w="12700" cmpd="sng">
                      <a:noFill/>
                      <a:prstDash val="solid"/>
                    </a:lnL>
                    <a:lnR w="12700" cmpd="sng">
                      <a:noFill/>
                      <a:prstDash val="solid"/>
                    </a:lnR>
                    <a:lnT w="3175" cap="flat" cmpd="sng" algn="ctr">
                      <a:solidFill>
                        <a:sysClr val="windowText" lastClr="000000"/>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7</a:t>
                      </a:r>
                    </a:p>
                  </a:txBody>
                  <a:tcPr marL="6350" marR="6350" marT="6350" marB="0" anchor="b">
                    <a:lnL w="12700" cmpd="sng">
                      <a:noFill/>
                      <a:prstDash val="solid"/>
                    </a:lnL>
                    <a:lnR w="12700" cmpd="sng">
                      <a:noFill/>
                      <a:prstDash val="solid"/>
                    </a:lnR>
                    <a:lnT w="3175" cap="flat" cmpd="sng" algn="ctr">
                      <a:solidFill>
                        <a:sysClr val="windowText" lastClr="000000"/>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1161">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600" b="0" i="0" u="none" strike="noStrike" dirty="0">
                          <a:solidFill>
                            <a:schemeClr val="tx1"/>
                          </a:solidFill>
                          <a:effectLst/>
                          <a:latin typeface="Calibri" panose="020F0502020204030204" pitchFamily="34" charset="0"/>
                        </a:rPr>
                        <a:t>CM</a:t>
                      </a:r>
                    </a:p>
                  </a:txBody>
                  <a:tcPr marL="4763" marR="4763" marT="4763"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b="0" i="0" u="none" strike="noStrike" kern="1200" dirty="0">
                          <a:solidFill>
                            <a:schemeClr val="tx1"/>
                          </a:solidFill>
                          <a:effectLst/>
                          <a:latin typeface="Calibri" panose="020F0502020204030204" pitchFamily="34" charset="0"/>
                          <a:ea typeface="+mn-ea"/>
                          <a:cs typeface="+mn-cs"/>
                        </a:rPr>
                        <a:t>1</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5</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0</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6</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1161">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600" b="0" i="0" u="none" strike="noStrike" dirty="0">
                          <a:solidFill>
                            <a:schemeClr val="tx1"/>
                          </a:solidFill>
                          <a:effectLst/>
                          <a:latin typeface="Calibri" panose="020F0502020204030204" pitchFamily="34" charset="0"/>
                        </a:rPr>
                        <a:t>Core HR</a:t>
                      </a:r>
                    </a:p>
                  </a:txBody>
                  <a:tcPr marL="4763" marR="4763" marT="4763"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b="0" i="0" u="none" strike="noStrike" kern="1200" dirty="0">
                          <a:solidFill>
                            <a:schemeClr val="tx1"/>
                          </a:solidFill>
                          <a:effectLst/>
                          <a:latin typeface="Calibri" panose="020F0502020204030204" pitchFamily="34" charset="0"/>
                          <a:ea typeface="+mn-ea"/>
                          <a:cs typeface="+mn-cs"/>
                        </a:rPr>
                        <a:t>28</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12</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19</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59</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11161">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600" b="0" i="0" u="none" strike="noStrike" dirty="0">
                          <a:solidFill>
                            <a:schemeClr val="tx1"/>
                          </a:solidFill>
                          <a:effectLst/>
                          <a:latin typeface="Calibri" panose="020F0502020204030204" pitchFamily="34" charset="0"/>
                        </a:rPr>
                        <a:t>FA</a:t>
                      </a:r>
                    </a:p>
                  </a:txBody>
                  <a:tcPr marL="4763" marR="4763" marT="4763"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b="0" i="0" u="none" strike="noStrike" kern="1200" dirty="0">
                          <a:solidFill>
                            <a:schemeClr val="tx1"/>
                          </a:solidFill>
                          <a:effectLst/>
                          <a:latin typeface="Calibri" panose="020F0502020204030204" pitchFamily="34" charset="0"/>
                          <a:ea typeface="+mn-ea"/>
                          <a:cs typeface="+mn-cs"/>
                        </a:rPr>
                        <a:t>2</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5</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3</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10</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11161">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600" b="0" i="0" u="none" strike="noStrike" dirty="0">
                          <a:solidFill>
                            <a:schemeClr val="tx1"/>
                          </a:solidFill>
                          <a:effectLst/>
                          <a:latin typeface="Calibri" panose="020F0502020204030204" pitchFamily="34" charset="0"/>
                        </a:rPr>
                        <a:t>GL</a:t>
                      </a:r>
                    </a:p>
                  </a:txBody>
                  <a:tcPr marL="4763" marR="4763" marT="4763"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b="0" i="0" u="none" strike="noStrike" kern="1200" dirty="0">
                          <a:solidFill>
                            <a:schemeClr val="tx1"/>
                          </a:solidFill>
                          <a:effectLst/>
                          <a:latin typeface="Calibri" panose="020F0502020204030204" pitchFamily="34" charset="0"/>
                          <a:ea typeface="+mn-ea"/>
                          <a:cs typeface="+mn-cs"/>
                        </a:rPr>
                        <a:t>21</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17</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11</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49</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11161">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600" b="0" i="0" u="none" strike="noStrike" dirty="0">
                          <a:solidFill>
                            <a:schemeClr val="tx1"/>
                          </a:solidFill>
                          <a:effectLst/>
                          <a:latin typeface="Calibri" panose="020F0502020204030204" pitchFamily="34" charset="0"/>
                        </a:rPr>
                        <a:t>Payroll </a:t>
                      </a:r>
                    </a:p>
                  </a:txBody>
                  <a:tcPr marL="4763" marR="4763" marT="4763"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b="0" i="0" u="none" strike="noStrike" kern="1200" dirty="0">
                          <a:solidFill>
                            <a:schemeClr val="tx1"/>
                          </a:solidFill>
                          <a:effectLst/>
                          <a:latin typeface="Calibri" panose="020F0502020204030204" pitchFamily="34" charset="0"/>
                          <a:ea typeface="+mn-ea"/>
                          <a:cs typeface="+mn-cs"/>
                        </a:rPr>
                        <a:t>49</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50</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22</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121</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6211777"/>
                  </a:ext>
                </a:extLst>
              </a:tr>
              <a:tr h="211161">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600" b="0" i="0" u="none" strike="noStrike" dirty="0">
                          <a:solidFill>
                            <a:schemeClr val="tx1"/>
                          </a:solidFill>
                          <a:effectLst/>
                          <a:latin typeface="Calibri" panose="020F0502020204030204" pitchFamily="34" charset="0"/>
                        </a:rPr>
                        <a:t>PPM</a:t>
                      </a:r>
                    </a:p>
                  </a:txBody>
                  <a:tcPr marL="4763" marR="4763" marT="4763"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b="0" i="0" u="none" strike="noStrike" kern="1200" dirty="0">
                          <a:solidFill>
                            <a:schemeClr val="tx1"/>
                          </a:solidFill>
                          <a:effectLst/>
                          <a:latin typeface="Calibri" panose="020F0502020204030204" pitchFamily="34" charset="0"/>
                          <a:ea typeface="+mn-ea"/>
                          <a:cs typeface="+mn-cs"/>
                        </a:rPr>
                        <a:t>5</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5</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1</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11</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2174286"/>
                  </a:ext>
                </a:extLst>
              </a:tr>
              <a:tr h="211161">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600" b="0" i="0" u="none" strike="noStrike" dirty="0">
                          <a:solidFill>
                            <a:schemeClr val="tx1"/>
                          </a:solidFill>
                          <a:effectLst/>
                          <a:latin typeface="Calibri" panose="020F0502020204030204" pitchFamily="34" charset="0"/>
                        </a:rPr>
                        <a:t>Procurement</a:t>
                      </a:r>
                    </a:p>
                  </a:txBody>
                  <a:tcPr marL="4763" marR="4763" marT="4763"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b="0" i="0" u="none" strike="noStrike" kern="1200" dirty="0">
                          <a:solidFill>
                            <a:schemeClr val="tx1"/>
                          </a:solidFill>
                          <a:effectLst/>
                          <a:latin typeface="Calibri" panose="020F0502020204030204" pitchFamily="34" charset="0"/>
                          <a:ea typeface="+mn-ea"/>
                          <a:cs typeface="+mn-cs"/>
                        </a:rPr>
                        <a:t>19</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14</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6</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39</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672046"/>
                  </a:ext>
                </a:extLst>
              </a:tr>
              <a:tr h="211161">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600" b="0" i="0" u="none" strike="noStrike" dirty="0">
                          <a:solidFill>
                            <a:schemeClr val="tx1"/>
                          </a:solidFill>
                          <a:effectLst/>
                          <a:latin typeface="Calibri" panose="020F0502020204030204" pitchFamily="34" charset="0"/>
                        </a:rPr>
                        <a:t>Taleo</a:t>
                      </a:r>
                    </a:p>
                  </a:txBody>
                  <a:tcPr marL="4763" marR="4763" marT="4763"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b="0" i="0" u="none" strike="noStrike" kern="1200" dirty="0">
                          <a:solidFill>
                            <a:schemeClr val="tx1"/>
                          </a:solidFill>
                          <a:effectLst/>
                          <a:latin typeface="Calibri" panose="020F0502020204030204" pitchFamily="34" charset="0"/>
                          <a:ea typeface="+mn-ea"/>
                          <a:cs typeface="+mn-cs"/>
                        </a:rPr>
                        <a:t>8</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0</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0</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chemeClr val="tx1"/>
                          </a:solidFill>
                          <a:effectLst/>
                          <a:latin typeface="Calibri" panose="020F0502020204030204" pitchFamily="34" charset="0"/>
                          <a:ea typeface="+mn-ea"/>
                          <a:cs typeface="+mn-cs"/>
                        </a:rPr>
                        <a:t>8</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0299443"/>
                  </a:ext>
                </a:extLst>
              </a:tr>
              <a:tr h="211161">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a:r>
                        <a:rPr lang="en-US" sz="1400" b="1" kern="1200" dirty="0">
                          <a:solidFill>
                            <a:schemeClr val="tx1"/>
                          </a:solidFill>
                          <a:latin typeface="+mn-lt"/>
                          <a:ea typeface="+mn-ea"/>
                          <a:cs typeface="+mn-cs"/>
                        </a:rPr>
                        <a:t>Grand Total</a:t>
                      </a:r>
                    </a:p>
                  </a:txBody>
                  <a:tcPr anchor="ctr">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a:r>
                        <a:rPr lang="en-US" sz="1400" b="1" kern="1200" dirty="0">
                          <a:solidFill>
                            <a:schemeClr val="tx1"/>
                          </a:solidFill>
                          <a:latin typeface="+mn-lt"/>
                          <a:ea typeface="+mn-ea"/>
                          <a:cs typeface="+mn-cs"/>
                        </a:rPr>
                        <a:t>173</a:t>
                      </a:r>
                    </a:p>
                  </a:txBody>
                  <a:tcPr anchor="ctr">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a:r>
                        <a:rPr lang="en-US" sz="1400" b="1" kern="1200" dirty="0">
                          <a:solidFill>
                            <a:schemeClr val="tx1"/>
                          </a:solidFill>
                          <a:latin typeface="+mn-lt"/>
                          <a:ea typeface="+mn-ea"/>
                          <a:cs typeface="+mn-cs"/>
                        </a:rPr>
                        <a:t>138</a:t>
                      </a:r>
                    </a:p>
                  </a:txBody>
                  <a:tcPr anchor="ctr">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a:r>
                        <a:rPr lang="en-US" sz="1400" b="1" kern="1200" dirty="0">
                          <a:solidFill>
                            <a:schemeClr val="tx1"/>
                          </a:solidFill>
                          <a:latin typeface="+mn-lt"/>
                          <a:ea typeface="+mn-ea"/>
                          <a:cs typeface="+mn-cs"/>
                        </a:rPr>
                        <a:t>82</a:t>
                      </a:r>
                    </a:p>
                  </a:txBody>
                  <a:tcPr anchor="ctr">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a:r>
                        <a:rPr lang="en-US" sz="1400" b="1" kern="1200" dirty="0">
                          <a:solidFill>
                            <a:schemeClr val="tx1"/>
                          </a:solidFill>
                          <a:latin typeface="+mn-lt"/>
                          <a:ea typeface="+mn-ea"/>
                          <a:cs typeface="+mn-cs"/>
                        </a:rPr>
                        <a:t>397</a:t>
                      </a:r>
                    </a:p>
                  </a:txBody>
                  <a:tcPr anchor="ctr">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354649562"/>
                  </a:ext>
                </a:extLst>
              </a:tr>
            </a:tbl>
          </a:graphicData>
        </a:graphic>
      </p:graphicFrame>
      <p:sp>
        <p:nvSpPr>
          <p:cNvPr id="6" name="Title 3">
            <a:extLst>
              <a:ext uri="{FF2B5EF4-FFF2-40B4-BE49-F238E27FC236}">
                <a16:creationId xmlns:a16="http://schemas.microsoft.com/office/drawing/2014/main" id="{695A5906-F1F6-4D43-89A4-89D9F91830D4}"/>
              </a:ext>
            </a:extLst>
          </p:cNvPr>
          <p:cNvSpPr txBox="1">
            <a:spLocks/>
          </p:cNvSpPr>
          <p:nvPr/>
        </p:nvSpPr>
        <p:spPr>
          <a:xfrm>
            <a:off x="469900" y="247489"/>
            <a:ext cx="11252200" cy="334102"/>
          </a:xfrm>
        </p:spPr>
        <p:txBody>
          <a:bodyPr>
            <a:noAutofit/>
          </a:bodyPr>
          <a:lstStyle>
            <a:lvl1pPr algn="l" defTabSz="1214962" rtl="0" eaLnBrk="1" latinLnBrk="0" hangingPunct="1">
              <a:lnSpc>
                <a:spcPct val="100000"/>
              </a:lnSpc>
              <a:spcBef>
                <a:spcPct val="0"/>
              </a:spcBef>
              <a:buNone/>
              <a:defRPr lang="en-US" sz="3208" b="0" kern="1200" dirty="0">
                <a:solidFill>
                  <a:schemeClr val="tx1"/>
                </a:solidFill>
                <a:latin typeface="+mj-lt"/>
                <a:ea typeface="+mj-ea"/>
                <a:cs typeface="Arial" panose="020B0604020202020204" pitchFamily="34" charset="0"/>
              </a:defRPr>
            </a:lvl1pPr>
          </a:lstStyle>
          <a:p>
            <a:pPr marL="0" marR="0" lvl="0" indent="0" algn="l" defTabSz="1214962"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ea typeface="+mj-ea"/>
                <a:cs typeface="Arial" panose="020B0604020202020204" pitchFamily="34" charset="0"/>
              </a:rPr>
              <a:t>Test Automation Scope at HGV </a:t>
            </a:r>
          </a:p>
        </p:txBody>
      </p:sp>
      <p:sp>
        <p:nvSpPr>
          <p:cNvPr id="7" name="TextBox 6">
            <a:extLst>
              <a:ext uri="{FF2B5EF4-FFF2-40B4-BE49-F238E27FC236}">
                <a16:creationId xmlns:a16="http://schemas.microsoft.com/office/drawing/2014/main" id="{0BE76089-E8D9-4129-B427-0EA767331161}"/>
              </a:ext>
            </a:extLst>
          </p:cNvPr>
          <p:cNvSpPr txBox="1"/>
          <p:nvPr/>
        </p:nvSpPr>
        <p:spPr>
          <a:xfrm>
            <a:off x="312967" y="5809129"/>
            <a:ext cx="7901265" cy="276999"/>
          </a:xfrm>
          <a:prstGeom prst="rect">
            <a:avLst/>
          </a:prstGeom>
          <a:noFill/>
        </p:spPr>
        <p:txBody>
          <a:bodyPr wrap="square" rtlCol="0">
            <a:spAutoFit/>
          </a:bodyPr>
          <a:lstStyle/>
          <a:p>
            <a:pPr marL="171450" indent="-171450">
              <a:buFont typeface="Arial" panose="020B0604020202020204" pitchFamily="34" charset="0"/>
              <a:buChar char="•"/>
            </a:pPr>
            <a:r>
              <a:rPr lang="en-US" sz="1200" b="1" dirty="0"/>
              <a:t>Include ERP and HCM scope including interfaces.</a:t>
            </a:r>
          </a:p>
        </p:txBody>
      </p:sp>
    </p:spTree>
    <p:extLst>
      <p:ext uri="{BB962C8B-B14F-4D97-AF65-F5344CB8AC3E}">
        <p14:creationId xmlns:p14="http://schemas.microsoft.com/office/powerpoint/2010/main" val="1499378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ja-JP" dirty="0"/>
              <a:t>UIPATH FULL AUTOMATION</a:t>
            </a:r>
            <a:endParaRPr lang="en-US" dirty="0"/>
          </a:p>
        </p:txBody>
      </p:sp>
      <p:sp>
        <p:nvSpPr>
          <p:cNvPr id="8" name="Title 1"/>
          <p:cNvSpPr txBox="1">
            <a:spLocks/>
          </p:cNvSpPr>
          <p:nvPr/>
        </p:nvSpPr>
        <p:spPr>
          <a:xfrm>
            <a:off x="698650" y="2871957"/>
            <a:ext cx="10960608" cy="753369"/>
          </a:xfrm>
          <a:prstGeom prst="rect">
            <a:avLst/>
          </a:prstGeom>
        </p:spPr>
        <p:txBody>
          <a:bodyPr/>
          <a:lstStyle>
            <a:lvl1pPr algn="l" defTabSz="914265" rtl="0" eaLnBrk="1" latinLnBrk="0" hangingPunct="1">
              <a:spcBef>
                <a:spcPct val="0"/>
              </a:spcBef>
              <a:buNone/>
              <a:defRPr sz="2000" b="1" kern="1200">
                <a:solidFill>
                  <a:srgbClr val="002060"/>
                </a:solidFill>
                <a:latin typeface="+mn-lt"/>
                <a:ea typeface="+mj-ea"/>
                <a:cs typeface="Arial"/>
              </a:defRPr>
            </a:lvl1pPr>
          </a:lstStyle>
          <a:p>
            <a:pPr algn="ctr"/>
            <a:endParaRPr lang="en-US" sz="4000" dirty="0"/>
          </a:p>
        </p:txBody>
      </p:sp>
    </p:spTree>
    <p:extLst>
      <p:ext uri="{BB962C8B-B14F-4D97-AF65-F5344CB8AC3E}">
        <p14:creationId xmlns:p14="http://schemas.microsoft.com/office/powerpoint/2010/main" val="1276549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p:cNvSpPr>
            <a:spLocks noGrp="1"/>
          </p:cNvSpPr>
          <p:nvPr>
            <p:ph type="title"/>
          </p:nvPr>
        </p:nvSpPr>
        <p:spPr>
          <a:xfrm>
            <a:off x="218542" y="139838"/>
            <a:ext cx="11252200" cy="334102"/>
          </a:xfrm>
        </p:spPr>
        <p:txBody>
          <a:bodyPr/>
          <a:lstStyle/>
          <a:p>
            <a:r>
              <a:rPr lang="en-US" sz="3600" b="0" dirty="0">
                <a:solidFill>
                  <a:schemeClr val="tx1"/>
                </a:solidFill>
                <a:latin typeface="+mn-lt"/>
                <a:cs typeface="Arial" panose="020B0604020202020204" pitchFamily="34" charset="0"/>
              </a:rPr>
              <a:t>Effort Summary and Cost </a:t>
            </a:r>
          </a:p>
        </p:txBody>
      </p:sp>
      <p:grpSp>
        <p:nvGrpSpPr>
          <p:cNvPr id="17" name="Group 16"/>
          <p:cNvGrpSpPr/>
          <p:nvPr/>
        </p:nvGrpSpPr>
        <p:grpSpPr>
          <a:xfrm>
            <a:off x="661586" y="1250586"/>
            <a:ext cx="10672364" cy="2011410"/>
            <a:chOff x="469899" y="2775173"/>
            <a:chExt cx="4451339" cy="3343134"/>
          </a:xfrm>
        </p:grpSpPr>
        <p:sp>
          <p:nvSpPr>
            <p:cNvPr id="92" name="Text Box 10"/>
            <p:cNvSpPr txBox="1">
              <a:spLocks noChangeArrowheads="1"/>
            </p:cNvSpPr>
            <p:nvPr/>
          </p:nvSpPr>
          <p:spPr bwMode="auto">
            <a:xfrm>
              <a:off x="469900" y="2775173"/>
              <a:ext cx="4451338" cy="365760"/>
            </a:xfrm>
            <a:prstGeom prst="rect">
              <a:avLst/>
            </a:prstGeom>
            <a:solidFill>
              <a:srgbClr val="00B0F0"/>
            </a:solidFill>
            <a:ln w="12700" algn="ctr">
              <a:noFill/>
              <a:miter lim="800000"/>
              <a:headEnd/>
              <a:tailEnd type="none" w="sm" len="med"/>
            </a:ln>
          </p:spPr>
          <p:txBody>
            <a:bodyPr lIns="88900" tIns="88900" rIns="88900" bIns="88900" anchor="ctr" anchorCtr="0"/>
            <a:lstStyle/>
            <a:p>
              <a:pPr marL="0" marR="0" lvl="0" indent="0" algn="l" defTabSz="957263" rtl="0" eaLnBrk="1" fontAlgn="auto" latinLnBrk="0" hangingPunct="1">
                <a:lnSpc>
                  <a:spcPct val="100000"/>
                </a:lnSpc>
                <a:spcBef>
                  <a:spcPts val="20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mn-cs"/>
                </a:rPr>
                <a:t>Calculation</a:t>
              </a:r>
            </a:p>
          </p:txBody>
        </p:sp>
        <p:sp>
          <p:nvSpPr>
            <p:cNvPr id="93" name="Rectangle 11"/>
            <p:cNvSpPr>
              <a:spLocks noChangeArrowheads="1"/>
            </p:cNvSpPr>
            <p:nvPr/>
          </p:nvSpPr>
          <p:spPr bwMode="auto">
            <a:xfrm>
              <a:off x="469899" y="3061574"/>
              <a:ext cx="4451339" cy="3056733"/>
            </a:xfrm>
            <a:prstGeom prst="rect">
              <a:avLst/>
            </a:prstGeom>
            <a:solidFill>
              <a:schemeClr val="bg1">
                <a:lumMod val="95000"/>
              </a:schemeClr>
            </a:solidFill>
            <a:ln w="12700" algn="ctr">
              <a:noFill/>
              <a:miter lim="800000"/>
              <a:headEnd/>
              <a:tailEnd/>
            </a:ln>
          </p:spPr>
          <p:txBody>
            <a:bodyPr lIns="88900" tIns="88900" rIns="88900" bIns="88900" anchor="t" anchorCtr="0"/>
            <a:lstStyle/>
            <a:p>
              <a:pPr marL="228600" marR="0" lvl="0" indent="-228600" algn="l" defTabSz="957263" rtl="0" eaLnBrk="1" fontAlgn="auto" latinLnBrk="0" hangingPunct="1">
                <a:lnSpc>
                  <a:spcPct val="100000"/>
                </a:lnSpc>
                <a:spcBef>
                  <a:spcPts val="200"/>
                </a:spcBef>
                <a:spcAft>
                  <a:spcPts val="300"/>
                </a:spcAft>
                <a:buClrTx/>
                <a:buSzTx/>
                <a:buFont typeface="+mj-lt"/>
                <a:buAutoNum type="alphaUcPeriod"/>
                <a:tabLst/>
                <a:defRPr/>
              </a:pPr>
              <a:r>
                <a:rPr kumimoji="0" lang="fr-FR" sz="1100" b="1" i="0" u="none" strike="noStrike" kern="1200" cap="none" spc="0" normalizeH="0" baseline="0" noProof="0" dirty="0">
                  <a:ln>
                    <a:noFill/>
                  </a:ln>
                  <a:solidFill>
                    <a:prstClr val="black"/>
                  </a:solidFill>
                  <a:effectLst/>
                  <a:uLnTx/>
                  <a:uFillTx/>
                  <a:latin typeface="Calibri"/>
                  <a:ea typeface="+mn-ea"/>
                  <a:cs typeface="Arial" pitchFamily="34" charset="0"/>
                </a:rPr>
                <a:t>Total Scripts = 397</a:t>
              </a:r>
            </a:p>
            <a:p>
              <a:pPr marL="228600" marR="0" lvl="0" indent="-228600" algn="l" defTabSz="957263" rtl="0" eaLnBrk="1" fontAlgn="auto" latinLnBrk="0" hangingPunct="1">
                <a:lnSpc>
                  <a:spcPct val="100000"/>
                </a:lnSpc>
                <a:spcBef>
                  <a:spcPts val="200"/>
                </a:spcBef>
                <a:spcAft>
                  <a:spcPts val="300"/>
                </a:spcAft>
                <a:buClrTx/>
                <a:buSzTx/>
                <a:buFont typeface="+mj-lt"/>
                <a:buAutoNum type="alphaUcPeriod"/>
                <a:tabLst/>
                <a:defRPr/>
              </a:pPr>
              <a:endParaRPr kumimoji="0" lang="fr-FR" sz="1100" b="1" i="0" u="none" strike="noStrike" kern="1200" cap="none" spc="0" normalizeH="0" baseline="0" noProof="0" dirty="0">
                <a:ln>
                  <a:noFill/>
                </a:ln>
                <a:solidFill>
                  <a:prstClr val="black"/>
                </a:solidFill>
                <a:effectLst/>
                <a:uLnTx/>
                <a:uFillTx/>
                <a:latin typeface="Calibri"/>
                <a:ea typeface="+mn-ea"/>
                <a:cs typeface="Arial" pitchFamily="34" charset="0"/>
              </a:endParaRPr>
            </a:p>
            <a:p>
              <a:pPr marL="228600" marR="0" lvl="0" indent="-228600" algn="l" defTabSz="957263" rtl="0" eaLnBrk="1" fontAlgn="auto" latinLnBrk="0" hangingPunct="1">
                <a:lnSpc>
                  <a:spcPct val="100000"/>
                </a:lnSpc>
                <a:spcBef>
                  <a:spcPts val="200"/>
                </a:spcBef>
                <a:spcAft>
                  <a:spcPts val="300"/>
                </a:spcAft>
                <a:buClrTx/>
                <a:buSzTx/>
                <a:buFont typeface="+mj-lt"/>
                <a:buAutoNum type="alphaUcPeriod"/>
                <a:tabLst/>
                <a:defRPr/>
              </a:pPr>
              <a:endParaRPr kumimoji="0" lang="fr-FR" sz="1100" b="1" i="0" u="none" strike="noStrike" kern="1200" cap="none" spc="0" normalizeH="0" baseline="0" noProof="0" dirty="0">
                <a:ln>
                  <a:noFill/>
                </a:ln>
                <a:solidFill>
                  <a:prstClr val="black"/>
                </a:solidFill>
                <a:effectLst/>
                <a:uLnTx/>
                <a:uFillTx/>
                <a:latin typeface="Calibri"/>
                <a:ea typeface="+mn-ea"/>
                <a:cs typeface="Arial" pitchFamily="34" charset="0"/>
              </a:endParaRPr>
            </a:p>
            <a:p>
              <a:pPr marL="228600" marR="0" lvl="0" indent="-228600" algn="l" defTabSz="957263" rtl="0" eaLnBrk="1" fontAlgn="auto" latinLnBrk="0" hangingPunct="1">
                <a:lnSpc>
                  <a:spcPct val="100000"/>
                </a:lnSpc>
                <a:spcBef>
                  <a:spcPts val="200"/>
                </a:spcBef>
                <a:spcAft>
                  <a:spcPts val="300"/>
                </a:spcAft>
                <a:buClrTx/>
                <a:buSzTx/>
                <a:buFont typeface="+mj-lt"/>
                <a:buAutoNum type="alphaUcPeriod"/>
                <a:tabLst/>
                <a:defRPr/>
              </a:pPr>
              <a:endParaRPr kumimoji="0" lang="fr-FR" sz="1100" b="1" i="0" u="none" strike="noStrike" kern="1200" cap="none" spc="0" normalizeH="0" baseline="0" noProof="0" dirty="0">
                <a:ln>
                  <a:noFill/>
                </a:ln>
                <a:solidFill>
                  <a:prstClr val="black"/>
                </a:solidFill>
                <a:effectLst/>
                <a:uLnTx/>
                <a:uFillTx/>
                <a:latin typeface="Calibri"/>
                <a:ea typeface="+mn-ea"/>
                <a:cs typeface="Arial" pitchFamily="34" charset="0"/>
              </a:endParaRPr>
            </a:p>
            <a:p>
              <a:pPr marL="228600" marR="0" lvl="0" indent="-228600" algn="l" defTabSz="957263" rtl="0" eaLnBrk="1" fontAlgn="auto" latinLnBrk="0" hangingPunct="1">
                <a:lnSpc>
                  <a:spcPct val="100000"/>
                </a:lnSpc>
                <a:spcBef>
                  <a:spcPts val="200"/>
                </a:spcBef>
                <a:spcAft>
                  <a:spcPts val="300"/>
                </a:spcAft>
                <a:buClrTx/>
                <a:buSzTx/>
                <a:buFont typeface="+mj-lt"/>
                <a:buAutoNum type="alphaUcPeriod"/>
                <a:tabLst/>
                <a:defRPr/>
              </a:pPr>
              <a:endParaRPr kumimoji="0" lang="fr-FR" sz="1100" b="1" i="0" u="none" strike="noStrike" kern="1200" cap="none" spc="0" normalizeH="0" baseline="0" noProof="0" dirty="0">
                <a:ln>
                  <a:noFill/>
                </a:ln>
                <a:solidFill>
                  <a:prstClr val="black"/>
                </a:solidFill>
                <a:effectLst/>
                <a:uLnTx/>
                <a:uFillTx/>
                <a:latin typeface="Calibri"/>
                <a:ea typeface="+mn-ea"/>
                <a:cs typeface="Arial" pitchFamily="34" charset="0"/>
              </a:endParaRPr>
            </a:p>
            <a:p>
              <a:pPr marL="228600" marR="0" lvl="0" indent="-228600" algn="l" defTabSz="957263" rtl="0" eaLnBrk="1" fontAlgn="auto" latinLnBrk="0" hangingPunct="1">
                <a:lnSpc>
                  <a:spcPct val="100000"/>
                </a:lnSpc>
                <a:spcBef>
                  <a:spcPts val="200"/>
                </a:spcBef>
                <a:spcAft>
                  <a:spcPts val="300"/>
                </a:spcAft>
                <a:buClrTx/>
                <a:buSzTx/>
                <a:buFont typeface="+mj-lt"/>
                <a:buAutoNum type="alphaUcPeriod"/>
                <a:tabLst/>
                <a:defRPr/>
              </a:pPr>
              <a:endParaRPr kumimoji="0" lang="fr-FR" sz="1100" b="1" i="0" u="none" strike="noStrike" kern="1200" cap="none" spc="0" normalizeH="0" baseline="0" noProof="0" dirty="0">
                <a:ln>
                  <a:noFill/>
                </a:ln>
                <a:solidFill>
                  <a:prstClr val="black"/>
                </a:solidFill>
                <a:effectLst/>
                <a:uLnTx/>
                <a:uFillTx/>
                <a:latin typeface="Calibri"/>
                <a:ea typeface="+mn-ea"/>
                <a:cs typeface="Arial" pitchFamily="34" charset="0"/>
              </a:endParaRPr>
            </a:p>
            <a:p>
              <a:pPr marL="228600" marR="0" lvl="0" indent="-228600" algn="l" defTabSz="957263" rtl="0" eaLnBrk="1" fontAlgn="auto" latinLnBrk="0" hangingPunct="1">
                <a:lnSpc>
                  <a:spcPct val="100000"/>
                </a:lnSpc>
                <a:spcBef>
                  <a:spcPts val="200"/>
                </a:spcBef>
                <a:spcAft>
                  <a:spcPts val="300"/>
                </a:spcAft>
                <a:buClrTx/>
                <a:buSzTx/>
                <a:buFont typeface="+mj-lt"/>
                <a:buAutoNum type="alphaUcPeriod"/>
                <a:tabLst/>
                <a:defRPr/>
              </a:pPr>
              <a:r>
                <a:rPr kumimoji="0" lang="fr-FR" sz="1000" b="1" i="0" u="none" strike="noStrike" kern="1200" cap="none" spc="0" normalizeH="0" baseline="0" noProof="0" dirty="0">
                  <a:ln>
                    <a:noFill/>
                  </a:ln>
                  <a:solidFill>
                    <a:prstClr val="black"/>
                  </a:solidFill>
                  <a:effectLst/>
                  <a:uLnTx/>
                  <a:uFillTx/>
                  <a:latin typeface="Calibri"/>
                  <a:ea typeface="+mn-ea"/>
                  <a:cs typeface="Arial" pitchFamily="34" charset="0"/>
                </a:rPr>
                <a:t>RPA Technical &amp; </a:t>
              </a:r>
              <a:r>
                <a:rPr kumimoji="0" lang="fr-FR" sz="1000" b="1" i="0" u="none" strike="noStrike" kern="1200" cap="none" spc="0" normalizeH="0" baseline="0" noProof="0" dirty="0" err="1">
                  <a:ln>
                    <a:noFill/>
                  </a:ln>
                  <a:solidFill>
                    <a:prstClr val="black"/>
                  </a:solidFill>
                  <a:effectLst/>
                  <a:uLnTx/>
                  <a:uFillTx/>
                  <a:latin typeface="Calibri"/>
                  <a:ea typeface="+mn-ea"/>
                  <a:cs typeface="Arial" pitchFamily="34" charset="0"/>
                </a:rPr>
                <a:t>Testing</a:t>
              </a:r>
              <a:r>
                <a:rPr kumimoji="0" lang="fr-FR" sz="1000" b="1" i="0" u="none" strike="noStrike" kern="1200" cap="none" spc="0" normalizeH="0" baseline="0" noProof="0" dirty="0">
                  <a:ln>
                    <a:noFill/>
                  </a:ln>
                  <a:solidFill>
                    <a:prstClr val="black"/>
                  </a:solidFill>
                  <a:effectLst/>
                  <a:uLnTx/>
                  <a:uFillTx/>
                  <a:latin typeface="Calibri"/>
                  <a:ea typeface="+mn-ea"/>
                  <a:cs typeface="Arial" pitchFamily="34" charset="0"/>
                </a:rPr>
                <a:t> Effort= 5,896 </a:t>
              </a:r>
              <a:r>
                <a:rPr kumimoji="0" lang="fr-FR" sz="1000" b="1" i="0" u="none" strike="noStrike" kern="1200" cap="none" spc="0" normalizeH="0" baseline="0" noProof="0" dirty="0" err="1">
                  <a:ln>
                    <a:noFill/>
                  </a:ln>
                  <a:solidFill>
                    <a:prstClr val="black"/>
                  </a:solidFill>
                  <a:effectLst/>
                  <a:uLnTx/>
                  <a:uFillTx/>
                  <a:latin typeface="Calibri"/>
                  <a:ea typeface="+mn-ea"/>
                  <a:cs typeface="Arial" pitchFamily="34" charset="0"/>
                </a:rPr>
                <a:t>Hrs</a:t>
              </a:r>
              <a:r>
                <a:rPr kumimoji="0" lang="fr-FR" sz="1000" b="1" i="0" u="none" strike="noStrike" kern="1200" cap="none" spc="0" normalizeH="0" baseline="0" noProof="0" dirty="0">
                  <a:ln>
                    <a:noFill/>
                  </a:ln>
                  <a:solidFill>
                    <a:prstClr val="black"/>
                  </a:solidFill>
                  <a:effectLst/>
                  <a:uLnTx/>
                  <a:uFillTx/>
                  <a:latin typeface="Calibri"/>
                  <a:ea typeface="+mn-ea"/>
                  <a:cs typeface="Arial" pitchFamily="34" charset="0"/>
                </a:rPr>
                <a:t>. </a:t>
              </a:r>
            </a:p>
            <a:p>
              <a:pPr marL="0" marR="0" lvl="0" indent="0" algn="l" defTabSz="957263" rtl="0" eaLnBrk="1" fontAlgn="auto" latinLnBrk="0" hangingPunct="1">
                <a:lnSpc>
                  <a:spcPct val="100000"/>
                </a:lnSpc>
                <a:spcBef>
                  <a:spcPts val="200"/>
                </a:spcBef>
                <a:spcAft>
                  <a:spcPts val="300"/>
                </a:spcAft>
                <a:buClrTx/>
                <a:buSzTx/>
                <a:buFontTx/>
                <a:buNone/>
                <a:tabLst/>
                <a:defRPr/>
              </a:pPr>
              <a:r>
                <a:rPr kumimoji="0" lang="fr-FR" sz="1400" b="1" i="0" u="none" strike="noStrike" kern="1200" cap="none" spc="0" normalizeH="0" baseline="0" noProof="0" dirty="0">
                  <a:ln>
                    <a:noFill/>
                  </a:ln>
                  <a:solidFill>
                    <a:prstClr val="black"/>
                  </a:solidFill>
                  <a:effectLst/>
                  <a:uLnTx/>
                  <a:uFillTx/>
                  <a:latin typeface="Calibri"/>
                  <a:ea typeface="+mn-ea"/>
                  <a:cs typeface="Arial" pitchFamily="34" charset="0"/>
                </a:rPr>
                <a:t>Total Efforts : </a:t>
              </a:r>
              <a:r>
                <a:rPr lang="fr-FR" sz="1400" b="1" dirty="0">
                  <a:solidFill>
                    <a:prstClr val="black"/>
                  </a:solidFill>
                  <a:latin typeface="Calibri"/>
                  <a:cs typeface="Arial" pitchFamily="34" charset="0"/>
                </a:rPr>
                <a:t>5,896</a:t>
              </a:r>
              <a:r>
                <a:rPr kumimoji="0" lang="fr-FR" sz="1400" b="1" i="0" u="none" strike="noStrike" kern="1200" cap="none" spc="0" normalizeH="0" baseline="0" noProof="0" dirty="0">
                  <a:ln>
                    <a:noFill/>
                  </a:ln>
                  <a:solidFill>
                    <a:prstClr val="black"/>
                  </a:solidFill>
                  <a:effectLst/>
                  <a:uLnTx/>
                  <a:uFillTx/>
                  <a:latin typeface="Calibri"/>
                  <a:ea typeface="+mn-ea"/>
                  <a:cs typeface="Arial" pitchFamily="34" charset="0"/>
                </a:rPr>
                <a:t> </a:t>
              </a:r>
              <a:r>
                <a:rPr kumimoji="0" lang="fr-FR" sz="1400" b="1" i="0" u="none" strike="noStrike" kern="1200" cap="none" spc="0" normalizeH="0" baseline="0" noProof="0" dirty="0" err="1">
                  <a:ln>
                    <a:noFill/>
                  </a:ln>
                  <a:solidFill>
                    <a:prstClr val="black"/>
                  </a:solidFill>
                  <a:effectLst/>
                  <a:uLnTx/>
                  <a:uFillTx/>
                  <a:latin typeface="Calibri"/>
                  <a:ea typeface="+mn-ea"/>
                  <a:cs typeface="Arial" pitchFamily="34" charset="0"/>
                </a:rPr>
                <a:t>Hrs</a:t>
              </a:r>
              <a:r>
                <a:rPr kumimoji="0" lang="fr-FR" sz="1400" b="1" i="0" u="none" strike="noStrike" kern="1200" cap="none" spc="0" normalizeH="0" baseline="0" noProof="0" dirty="0">
                  <a:ln>
                    <a:noFill/>
                  </a:ln>
                  <a:solidFill>
                    <a:prstClr val="black"/>
                  </a:solidFill>
                  <a:effectLst/>
                  <a:uLnTx/>
                  <a:uFillTx/>
                  <a:latin typeface="Calibri"/>
                  <a:ea typeface="+mn-ea"/>
                  <a:cs typeface="Arial" pitchFamily="34" charset="0"/>
                </a:rPr>
                <a:t>.</a:t>
              </a:r>
            </a:p>
            <a:p>
              <a:pPr marL="0" marR="0" lvl="0" indent="0" algn="l" defTabSz="957263" rtl="0" eaLnBrk="1" fontAlgn="auto" latinLnBrk="0" hangingPunct="1">
                <a:lnSpc>
                  <a:spcPct val="100000"/>
                </a:lnSpc>
                <a:spcBef>
                  <a:spcPts val="1200"/>
                </a:spcBef>
                <a:spcAft>
                  <a:spcPts val="300"/>
                </a:spcAft>
                <a:buClrTx/>
                <a:buSzTx/>
                <a:buFontTx/>
                <a:buNone/>
                <a:tabLst/>
                <a:defRPr/>
              </a:pPr>
              <a:endParaRPr kumimoji="0" lang="fr-FR" sz="1000" b="1" i="0" u="none" strike="noStrike" kern="1200" cap="none" spc="0" normalizeH="0" baseline="0" noProof="0" dirty="0">
                <a:ln>
                  <a:noFill/>
                </a:ln>
                <a:solidFill>
                  <a:prstClr val="black"/>
                </a:solidFill>
                <a:effectLst/>
                <a:uLnTx/>
                <a:uFillTx/>
                <a:latin typeface="Calibri"/>
                <a:ea typeface="+mn-ea"/>
                <a:cs typeface="Arial" pitchFamily="34" charset="0"/>
              </a:endParaRPr>
            </a:p>
          </p:txBody>
        </p:sp>
      </p:grpSp>
      <p:graphicFrame>
        <p:nvGraphicFramePr>
          <p:cNvPr id="4" name="Table 3"/>
          <p:cNvGraphicFramePr>
            <a:graphicFrameLocks noGrp="1"/>
          </p:cNvGraphicFramePr>
          <p:nvPr/>
        </p:nvGraphicFramePr>
        <p:xfrm>
          <a:off x="723658" y="1791001"/>
          <a:ext cx="10610292" cy="1049378"/>
        </p:xfrm>
        <a:graphic>
          <a:graphicData uri="http://schemas.openxmlformats.org/drawingml/2006/table">
            <a:tbl>
              <a:tblPr firstRow="1" bandRow="1">
                <a:tableStyleId>{5C22544A-7EE6-4342-B048-85BDC9FD1C3A}</a:tableStyleId>
              </a:tblPr>
              <a:tblGrid>
                <a:gridCol w="1515756">
                  <a:extLst>
                    <a:ext uri="{9D8B030D-6E8A-4147-A177-3AD203B41FA5}">
                      <a16:colId xmlns:a16="http://schemas.microsoft.com/office/drawing/2014/main" val="20006"/>
                    </a:ext>
                  </a:extLst>
                </a:gridCol>
                <a:gridCol w="1515756">
                  <a:extLst>
                    <a:ext uri="{9D8B030D-6E8A-4147-A177-3AD203B41FA5}">
                      <a16:colId xmlns:a16="http://schemas.microsoft.com/office/drawing/2014/main" val="20000"/>
                    </a:ext>
                  </a:extLst>
                </a:gridCol>
                <a:gridCol w="1515756">
                  <a:extLst>
                    <a:ext uri="{9D8B030D-6E8A-4147-A177-3AD203B41FA5}">
                      <a16:colId xmlns:a16="http://schemas.microsoft.com/office/drawing/2014/main" val="20001"/>
                    </a:ext>
                  </a:extLst>
                </a:gridCol>
                <a:gridCol w="1515756">
                  <a:extLst>
                    <a:ext uri="{9D8B030D-6E8A-4147-A177-3AD203B41FA5}">
                      <a16:colId xmlns:a16="http://schemas.microsoft.com/office/drawing/2014/main" val="20002"/>
                    </a:ext>
                  </a:extLst>
                </a:gridCol>
                <a:gridCol w="1515756">
                  <a:extLst>
                    <a:ext uri="{9D8B030D-6E8A-4147-A177-3AD203B41FA5}">
                      <a16:colId xmlns:a16="http://schemas.microsoft.com/office/drawing/2014/main" val="20003"/>
                    </a:ext>
                  </a:extLst>
                </a:gridCol>
                <a:gridCol w="1515756">
                  <a:extLst>
                    <a:ext uri="{9D8B030D-6E8A-4147-A177-3AD203B41FA5}">
                      <a16:colId xmlns:a16="http://schemas.microsoft.com/office/drawing/2014/main" val="20004"/>
                    </a:ext>
                  </a:extLst>
                </a:gridCol>
                <a:gridCol w="1515756">
                  <a:extLst>
                    <a:ext uri="{9D8B030D-6E8A-4147-A177-3AD203B41FA5}">
                      <a16:colId xmlns:a16="http://schemas.microsoft.com/office/drawing/2014/main" val="20005"/>
                    </a:ext>
                  </a:extLst>
                </a:gridCol>
              </a:tblGrid>
              <a:tr h="150419">
                <a:tc>
                  <a:txBody>
                    <a:bodyPr/>
                    <a:lstStyle/>
                    <a:p>
                      <a:pPr algn="ctr"/>
                      <a:endParaRPr lang="en-US" sz="1000" dirty="0"/>
                    </a:p>
                  </a:txBody>
                  <a:tcPr anchor="ctr">
                    <a:solidFill>
                      <a:srgbClr val="00B0F0"/>
                    </a:solidFill>
                  </a:tcPr>
                </a:tc>
                <a:tc gridSpan="2">
                  <a:txBody>
                    <a:bodyPr/>
                    <a:lstStyle/>
                    <a:p>
                      <a:pPr algn="ctr"/>
                      <a:r>
                        <a:rPr lang="en-US" sz="1050" dirty="0"/>
                        <a:t>Simple</a:t>
                      </a:r>
                    </a:p>
                  </a:txBody>
                  <a:tcPr anchor="ctr">
                    <a:solidFill>
                      <a:srgbClr val="00B0F0"/>
                    </a:solidFill>
                  </a:tcPr>
                </a:tc>
                <a:tc hMerge="1">
                  <a:txBody>
                    <a:bodyPr/>
                    <a:lstStyle/>
                    <a:p>
                      <a:endParaRPr lang="en-US" dirty="0"/>
                    </a:p>
                  </a:txBody>
                  <a:tcPr/>
                </a:tc>
                <a:tc gridSpan="2">
                  <a:txBody>
                    <a:bodyPr/>
                    <a:lstStyle/>
                    <a:p>
                      <a:pPr algn="ctr"/>
                      <a:r>
                        <a:rPr lang="en-US" sz="1050" dirty="0"/>
                        <a:t>Medium</a:t>
                      </a:r>
                    </a:p>
                  </a:txBody>
                  <a:tcPr anchor="ctr">
                    <a:solidFill>
                      <a:srgbClr val="00B0F0"/>
                    </a:solidFill>
                  </a:tcPr>
                </a:tc>
                <a:tc hMerge="1">
                  <a:txBody>
                    <a:bodyPr/>
                    <a:lstStyle/>
                    <a:p>
                      <a:endParaRPr lang="en-US" dirty="0"/>
                    </a:p>
                  </a:txBody>
                  <a:tcPr/>
                </a:tc>
                <a:tc gridSpan="2">
                  <a:txBody>
                    <a:bodyPr/>
                    <a:lstStyle/>
                    <a:p>
                      <a:pPr algn="ctr"/>
                      <a:r>
                        <a:rPr lang="en-US" sz="1050" dirty="0"/>
                        <a:t>Complex</a:t>
                      </a:r>
                    </a:p>
                  </a:txBody>
                  <a:tcPr anchor="ctr">
                    <a:solidFill>
                      <a:srgbClr val="00B0F0"/>
                    </a:solidFill>
                  </a:tcPr>
                </a:tc>
                <a:tc hMerge="1">
                  <a:txBody>
                    <a:bodyPr/>
                    <a:lstStyle/>
                    <a:p>
                      <a:endParaRPr lang="en-US" dirty="0"/>
                    </a:p>
                  </a:txBody>
                  <a:tcPr/>
                </a:tc>
                <a:extLst>
                  <a:ext uri="{0D108BD9-81ED-4DB2-BD59-A6C34878D82A}">
                    <a16:rowId xmlns:a16="http://schemas.microsoft.com/office/drawing/2014/main" val="10000"/>
                  </a:ext>
                </a:extLst>
              </a:tr>
              <a:tr h="310238">
                <a:tc>
                  <a:txBody>
                    <a:bodyPr/>
                    <a:lstStyle/>
                    <a:p>
                      <a:pPr algn="ctr"/>
                      <a:r>
                        <a:rPr lang="en-US" sz="1000" b="1" dirty="0"/>
                        <a:t>Type</a:t>
                      </a:r>
                    </a:p>
                  </a:txBody>
                  <a:tcPr anchor="ctr"/>
                </a:tc>
                <a:tc>
                  <a:txBody>
                    <a:bodyPr/>
                    <a:lstStyle/>
                    <a:p>
                      <a:pPr algn="ctr"/>
                      <a:r>
                        <a:rPr lang="en-US" sz="1000" dirty="0"/>
                        <a:t>No. of Scripts</a:t>
                      </a:r>
                    </a:p>
                  </a:txBody>
                  <a:tcPr anchor="ctr"/>
                </a:tc>
                <a:tc>
                  <a:txBody>
                    <a:bodyPr/>
                    <a:lstStyle/>
                    <a:p>
                      <a:pPr algn="ctr"/>
                      <a:r>
                        <a:rPr lang="en-US" sz="1000" b="1" dirty="0"/>
                        <a:t>Efforts/script</a:t>
                      </a:r>
                    </a:p>
                  </a:txBody>
                  <a:tcPr anchor="ctr"/>
                </a:tc>
                <a:tc>
                  <a:txBody>
                    <a:bodyPr/>
                    <a:lstStyle/>
                    <a:p>
                      <a:pPr algn="ctr"/>
                      <a:r>
                        <a:rPr lang="en-US" sz="1000" dirty="0"/>
                        <a:t>No. of Scripts</a:t>
                      </a:r>
                    </a:p>
                  </a:txBody>
                  <a:tcPr anchor="ctr"/>
                </a:tc>
                <a:tc>
                  <a:txBody>
                    <a:bodyPr/>
                    <a:lstStyle/>
                    <a:p>
                      <a:pPr algn="ctr"/>
                      <a:r>
                        <a:rPr lang="en-US" sz="1000" b="1" dirty="0"/>
                        <a:t>Efforts/script</a:t>
                      </a:r>
                    </a:p>
                  </a:txBody>
                  <a:tcPr anchor="ctr"/>
                </a:tc>
                <a:tc>
                  <a:txBody>
                    <a:bodyPr/>
                    <a:lstStyle/>
                    <a:p>
                      <a:pPr algn="ctr"/>
                      <a:r>
                        <a:rPr lang="en-US" sz="1000" dirty="0"/>
                        <a:t>No. of Scripts</a:t>
                      </a:r>
                    </a:p>
                  </a:txBody>
                  <a:tcPr anchor="ctr"/>
                </a:tc>
                <a:tc>
                  <a:txBody>
                    <a:bodyPr/>
                    <a:lstStyle/>
                    <a:p>
                      <a:pPr algn="ctr"/>
                      <a:r>
                        <a:rPr lang="en-US" sz="1000" b="1" dirty="0"/>
                        <a:t>Efforts/script</a:t>
                      </a:r>
                    </a:p>
                  </a:txBody>
                  <a:tcPr anchor="ctr"/>
                </a:tc>
                <a:extLst>
                  <a:ext uri="{0D108BD9-81ED-4DB2-BD59-A6C34878D82A}">
                    <a16:rowId xmlns:a16="http://schemas.microsoft.com/office/drawing/2014/main" val="10001"/>
                  </a:ext>
                </a:extLst>
              </a:tr>
              <a:tr h="141017">
                <a:tc>
                  <a:txBody>
                    <a:bodyPr/>
                    <a:lstStyle/>
                    <a:p>
                      <a:pPr algn="ctr"/>
                      <a:r>
                        <a:rPr lang="en-US" sz="900" b="1" dirty="0"/>
                        <a:t>New</a:t>
                      </a:r>
                    </a:p>
                  </a:txBody>
                  <a:tcPr anchor="ctr"/>
                </a:tc>
                <a:tc>
                  <a:txBody>
                    <a:bodyPr/>
                    <a:lstStyle/>
                    <a:p>
                      <a:pPr algn="ctr"/>
                      <a:r>
                        <a:rPr lang="en-US" sz="1000" dirty="0"/>
                        <a:t>204</a:t>
                      </a:r>
                    </a:p>
                  </a:txBody>
                  <a:tcPr anchor="ctr"/>
                </a:tc>
                <a:tc>
                  <a:txBody>
                    <a:bodyPr/>
                    <a:lstStyle/>
                    <a:p>
                      <a:pPr algn="ctr"/>
                      <a:r>
                        <a:rPr lang="en-US" sz="1000" b="1" dirty="0"/>
                        <a:t>12</a:t>
                      </a:r>
                    </a:p>
                  </a:txBody>
                  <a:tcPr anchor="ctr"/>
                </a:tc>
                <a:tc>
                  <a:txBody>
                    <a:bodyPr/>
                    <a:lstStyle/>
                    <a:p>
                      <a:pPr algn="ctr"/>
                      <a:r>
                        <a:rPr lang="en-US" sz="1000" dirty="0"/>
                        <a:t>84</a:t>
                      </a:r>
                    </a:p>
                  </a:txBody>
                  <a:tcPr anchor="ctr"/>
                </a:tc>
                <a:tc>
                  <a:txBody>
                    <a:bodyPr/>
                    <a:lstStyle/>
                    <a:p>
                      <a:pPr algn="ctr"/>
                      <a:r>
                        <a:rPr lang="en-US" sz="1000" b="1" dirty="0"/>
                        <a:t>23</a:t>
                      </a:r>
                    </a:p>
                  </a:txBody>
                  <a:tcPr anchor="ctr"/>
                </a:tc>
                <a:tc>
                  <a:txBody>
                    <a:bodyPr/>
                    <a:lstStyle/>
                    <a:p>
                      <a:pPr algn="ctr"/>
                      <a:r>
                        <a:rPr lang="en-US" sz="1000" dirty="0"/>
                        <a:t>20</a:t>
                      </a:r>
                    </a:p>
                  </a:txBody>
                  <a:tcPr anchor="ctr"/>
                </a:tc>
                <a:tc>
                  <a:txBody>
                    <a:bodyPr/>
                    <a:lstStyle/>
                    <a:p>
                      <a:pPr algn="ctr"/>
                      <a:r>
                        <a:rPr lang="en-US" sz="1000" b="1" dirty="0"/>
                        <a:t>46</a:t>
                      </a:r>
                    </a:p>
                  </a:txBody>
                  <a:tcPr anchor="ctr"/>
                </a:tc>
                <a:extLst>
                  <a:ext uri="{0D108BD9-81ED-4DB2-BD59-A6C34878D82A}">
                    <a16:rowId xmlns:a16="http://schemas.microsoft.com/office/drawing/2014/main" val="10002"/>
                  </a:ext>
                </a:extLst>
              </a:tr>
              <a:tr h="141017">
                <a:tc>
                  <a:txBody>
                    <a:bodyPr/>
                    <a:lstStyle/>
                    <a:p>
                      <a:pPr algn="ctr"/>
                      <a:r>
                        <a:rPr lang="en-US" sz="900" b="1" dirty="0"/>
                        <a:t>Retrofit</a:t>
                      </a:r>
                    </a:p>
                  </a:txBody>
                  <a:tcPr anchor="ctr"/>
                </a:tc>
                <a:tc>
                  <a:txBody>
                    <a:bodyPr/>
                    <a:lstStyle/>
                    <a:p>
                      <a:pPr algn="ctr"/>
                      <a:r>
                        <a:rPr lang="en-US" sz="1000" dirty="0"/>
                        <a:t>38</a:t>
                      </a:r>
                    </a:p>
                  </a:txBody>
                  <a:tcPr anchor="ctr"/>
                </a:tc>
                <a:tc>
                  <a:txBody>
                    <a:bodyPr/>
                    <a:lstStyle/>
                    <a:p>
                      <a:pPr algn="ctr"/>
                      <a:r>
                        <a:rPr lang="en-US" sz="1000" b="1" dirty="0"/>
                        <a:t>4</a:t>
                      </a:r>
                    </a:p>
                  </a:txBody>
                  <a:tcPr anchor="ctr"/>
                </a:tc>
                <a:tc>
                  <a:txBody>
                    <a:bodyPr/>
                    <a:lstStyle/>
                    <a:p>
                      <a:pPr algn="ctr"/>
                      <a:r>
                        <a:rPr lang="en-US" sz="1000" dirty="0"/>
                        <a:t>42</a:t>
                      </a:r>
                    </a:p>
                  </a:txBody>
                  <a:tcPr anchor="ctr"/>
                </a:tc>
                <a:tc>
                  <a:txBody>
                    <a:bodyPr/>
                    <a:lstStyle/>
                    <a:p>
                      <a:pPr algn="ctr"/>
                      <a:r>
                        <a:rPr lang="en-US" sz="1000" b="1" dirty="0"/>
                        <a:t>8</a:t>
                      </a:r>
                    </a:p>
                  </a:txBody>
                  <a:tcPr anchor="ctr"/>
                </a:tc>
                <a:tc>
                  <a:txBody>
                    <a:bodyPr/>
                    <a:lstStyle/>
                    <a:p>
                      <a:pPr algn="ctr"/>
                      <a:r>
                        <a:rPr lang="en-US" sz="1000" dirty="0"/>
                        <a:t>9</a:t>
                      </a:r>
                    </a:p>
                  </a:txBody>
                  <a:tcPr anchor="ctr"/>
                </a:tc>
                <a:tc>
                  <a:txBody>
                    <a:bodyPr/>
                    <a:lstStyle/>
                    <a:p>
                      <a:pPr algn="ctr"/>
                      <a:r>
                        <a:rPr lang="en-US" sz="1000" b="1" dirty="0"/>
                        <a:t>12</a:t>
                      </a:r>
                    </a:p>
                  </a:txBody>
                  <a:tcPr anchor="ctr"/>
                </a:tc>
                <a:extLst>
                  <a:ext uri="{0D108BD9-81ED-4DB2-BD59-A6C34878D82A}">
                    <a16:rowId xmlns:a16="http://schemas.microsoft.com/office/drawing/2014/main" val="10003"/>
                  </a:ext>
                </a:extLst>
              </a:tr>
            </a:tbl>
          </a:graphicData>
        </a:graphic>
      </p:graphicFrame>
      <p:sp>
        <p:nvSpPr>
          <p:cNvPr id="44" name="Text Placeholder 1">
            <a:extLst>
              <a:ext uri="{FF2B5EF4-FFF2-40B4-BE49-F238E27FC236}">
                <a16:creationId xmlns:a16="http://schemas.microsoft.com/office/drawing/2014/main" id="{2BBDC5CC-210D-49CB-AAC2-57E34ADE87D1}"/>
              </a:ext>
            </a:extLst>
          </p:cNvPr>
          <p:cNvSpPr txBox="1">
            <a:spLocks/>
          </p:cNvSpPr>
          <p:nvPr/>
        </p:nvSpPr>
        <p:spPr>
          <a:xfrm>
            <a:off x="149386" y="752190"/>
            <a:ext cx="11252200" cy="313634"/>
          </a:xfrm>
          <a:prstGeom prst="rect">
            <a:avLst/>
          </a:prstGeom>
        </p:spPr>
        <p:txBody>
          <a:bodyPr/>
          <a:lstStyle>
            <a:lvl1pPr marL="0" indent="0" algn="l" defTabSz="1219170" rtl="0" eaLnBrk="1" latinLnBrk="0" hangingPunct="1">
              <a:spcBef>
                <a:spcPts val="0"/>
              </a:spcBef>
              <a:spcAft>
                <a:spcPts val="1000"/>
              </a:spcAft>
              <a:buSzPct val="100000"/>
              <a:buFontTx/>
              <a:buNone/>
              <a:defRPr sz="1600" b="0" kern="1200">
                <a:solidFill>
                  <a:srgbClr val="53565A"/>
                </a:solidFill>
                <a:latin typeface="+mn-lt"/>
                <a:ea typeface="+mn-ea"/>
                <a:cs typeface="+mn-cs"/>
              </a:defRPr>
            </a:lvl1pPr>
            <a:lvl2pPr marL="127000" indent="-127000" algn="l" defTabSz="1219170" rtl="0" eaLnBrk="1" latinLnBrk="0" hangingPunct="1">
              <a:spcBef>
                <a:spcPts val="0"/>
              </a:spcBef>
              <a:spcAft>
                <a:spcPts val="1000"/>
              </a:spcAft>
              <a:buClrTx/>
              <a:buSzPct val="100000"/>
              <a:buFont typeface="Arial" panose="020B0604020202020204" pitchFamily="34" charset="0"/>
              <a:buChar char="•"/>
              <a:defRPr lang="en-US" sz="1600" b="0" kern="1200" dirty="0" smtClean="0">
                <a:solidFill>
                  <a:srgbClr val="53565A"/>
                </a:solidFill>
                <a:latin typeface="+mn-lt"/>
                <a:ea typeface="+mn-ea"/>
                <a:cs typeface="+mn-cs"/>
              </a:defRPr>
            </a:lvl2pPr>
            <a:lvl3pPr marL="2794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dirty="0" smtClean="0">
                <a:solidFill>
                  <a:srgbClr val="53565A"/>
                </a:solidFill>
                <a:latin typeface="+mn-lt"/>
                <a:ea typeface="+mn-ea"/>
                <a:cs typeface="+mn-cs"/>
              </a:defRPr>
            </a:lvl3pPr>
            <a:lvl4pPr marL="4318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baseline="0" dirty="0" smtClean="0">
                <a:solidFill>
                  <a:srgbClr val="53565A"/>
                </a:solidFill>
                <a:latin typeface="+mn-lt"/>
                <a:ea typeface="+mn-ea"/>
                <a:cs typeface="+mn-cs"/>
              </a:defRPr>
            </a:lvl4pPr>
            <a:lvl5pPr marL="584200" indent="-127000" algn="l" defTabSz="1064657" rtl="0" eaLnBrk="1" latinLnBrk="0" hangingPunct="1">
              <a:spcBef>
                <a:spcPts val="0"/>
              </a:spcBef>
              <a:spcAft>
                <a:spcPts val="1000"/>
              </a:spcAft>
              <a:buClrTx/>
              <a:buSzPct val="100000"/>
              <a:buFont typeface="Arial" panose="020B0604020202020204" pitchFamily="34" charset="0"/>
              <a:buChar char="−"/>
              <a:tabLst/>
              <a:defRPr lang="en-US" sz="1600" kern="1200" baseline="0" dirty="0" smtClean="0">
                <a:solidFill>
                  <a:srgbClr val="53565A"/>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000"/>
              </a:spcAft>
              <a:buClrTx/>
              <a:buSzPct val="100000"/>
              <a:buFontTx/>
              <a:buNone/>
              <a:tabLst/>
              <a:defRPr/>
            </a:pPr>
            <a:r>
              <a:rPr kumimoji="0" lang="en-GB" sz="2400" b="1" i="0" u="none" strike="noStrike" kern="1200" cap="none" spc="0" normalizeH="0" baseline="0" noProof="0" dirty="0" err="1">
                <a:ln>
                  <a:noFill/>
                </a:ln>
                <a:solidFill>
                  <a:srgbClr val="53565A"/>
                </a:solidFill>
                <a:effectLst/>
                <a:uLnTx/>
                <a:uFillTx/>
                <a:latin typeface="Calibri"/>
                <a:ea typeface="+mn-ea"/>
                <a:cs typeface="Calibri" panose="020F0502020204030204" pitchFamily="34" charset="0"/>
              </a:rPr>
              <a:t>UIPath</a:t>
            </a:r>
            <a:endParaRPr kumimoji="0" lang="en-GB" sz="2000" b="1" i="0" u="none" strike="noStrike" kern="1200" cap="none" spc="0" normalizeH="0" baseline="0" noProof="0" dirty="0">
              <a:ln>
                <a:noFill/>
              </a:ln>
              <a:solidFill>
                <a:srgbClr val="53565A"/>
              </a:solidFill>
              <a:effectLst/>
              <a:uLnTx/>
              <a:uFillTx/>
              <a:latin typeface="Calibri"/>
              <a:ea typeface="+mn-ea"/>
              <a:cs typeface="Calibri" panose="020F0502020204030204" pitchFamily="34" charset="0"/>
            </a:endParaRPr>
          </a:p>
        </p:txBody>
      </p:sp>
    </p:spTree>
    <p:extLst>
      <p:ext uri="{BB962C8B-B14F-4D97-AF65-F5344CB8AC3E}">
        <p14:creationId xmlns:p14="http://schemas.microsoft.com/office/powerpoint/2010/main" val="209050944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347B3F-FA81-46A3-BE2C-66F96820310A}"/>
              </a:ext>
            </a:extLst>
          </p:cNvPr>
          <p:cNvSpPr/>
          <p:nvPr/>
        </p:nvSpPr>
        <p:spPr>
          <a:xfrm>
            <a:off x="179083" y="1463136"/>
            <a:ext cx="11708607" cy="287609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BC919057-AF6D-4B7E-8126-F6A89E2B4D84}"/>
              </a:ext>
            </a:extLst>
          </p:cNvPr>
          <p:cNvSpPr/>
          <p:nvPr/>
        </p:nvSpPr>
        <p:spPr>
          <a:xfrm>
            <a:off x="274117" y="2991348"/>
            <a:ext cx="1953281" cy="1162256"/>
          </a:xfrm>
          <a:prstGeom prst="rect">
            <a:avLst/>
          </a:prstGeom>
          <a:solidFill>
            <a:srgbClr val="B0DA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6" name="Group 5">
            <a:extLst>
              <a:ext uri="{FF2B5EF4-FFF2-40B4-BE49-F238E27FC236}">
                <a16:creationId xmlns:a16="http://schemas.microsoft.com/office/drawing/2014/main" id="{51C80AF7-B866-4D5A-AA02-6CAEFE7E278F}"/>
              </a:ext>
            </a:extLst>
          </p:cNvPr>
          <p:cNvGrpSpPr/>
          <p:nvPr/>
        </p:nvGrpSpPr>
        <p:grpSpPr>
          <a:xfrm>
            <a:off x="198947" y="1820495"/>
            <a:ext cx="11828536" cy="3352378"/>
            <a:chOff x="667775" y="2129906"/>
            <a:chExt cx="11430000" cy="3191316"/>
          </a:xfrm>
        </p:grpSpPr>
        <p:sp>
          <p:nvSpPr>
            <p:cNvPr id="7" name="Line 5">
              <a:extLst>
                <a:ext uri="{FF2B5EF4-FFF2-40B4-BE49-F238E27FC236}">
                  <a16:creationId xmlns:a16="http://schemas.microsoft.com/office/drawing/2014/main" id="{509872DB-5998-48F8-8476-9916B766F2FC}"/>
                </a:ext>
              </a:extLst>
            </p:cNvPr>
            <p:cNvSpPr>
              <a:spLocks noChangeShapeType="1"/>
            </p:cNvSpPr>
            <p:nvPr/>
          </p:nvSpPr>
          <p:spPr bwMode="auto">
            <a:xfrm>
              <a:off x="667775" y="4543596"/>
              <a:ext cx="11430000" cy="0"/>
            </a:xfrm>
            <a:prstGeom prst="line">
              <a:avLst/>
            </a:prstGeom>
            <a:noFill/>
            <a:ln w="58738" cap="flat">
              <a:solidFill>
                <a:srgbClr val="92D050"/>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262626"/>
                </a:solidFill>
                <a:effectLst/>
                <a:uLnTx/>
                <a:uFillTx/>
                <a:latin typeface="Calibri Light"/>
                <a:ea typeface="+mn-ea"/>
                <a:cs typeface="+mn-cs"/>
              </a:endParaRPr>
            </a:p>
          </p:txBody>
        </p:sp>
        <p:sp>
          <p:nvSpPr>
            <p:cNvPr id="8" name="Oval 6">
              <a:extLst>
                <a:ext uri="{FF2B5EF4-FFF2-40B4-BE49-F238E27FC236}">
                  <a16:creationId xmlns:a16="http://schemas.microsoft.com/office/drawing/2014/main" id="{9170A975-072D-4EB8-A2F7-0AD820ADE12A}"/>
                </a:ext>
              </a:extLst>
            </p:cNvPr>
            <p:cNvSpPr>
              <a:spLocks noChangeArrowheads="1"/>
            </p:cNvSpPr>
            <p:nvPr/>
          </p:nvSpPr>
          <p:spPr bwMode="auto">
            <a:xfrm>
              <a:off x="2618999" y="4434976"/>
              <a:ext cx="209135" cy="212180"/>
            </a:xfrm>
            <a:prstGeom prst="ellipse">
              <a:avLst/>
            </a:prstGeom>
            <a:solidFill>
              <a:srgbClr val="EDEDED"/>
            </a:solidFill>
            <a:ln w="44450" cap="flat">
              <a:solidFill>
                <a:srgbClr val="377790"/>
              </a:solidFill>
              <a:prstDash val="solid"/>
              <a:miter lim="800000"/>
              <a:headEnd/>
              <a:tailEnd/>
            </a:ln>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262626"/>
                </a:solidFill>
                <a:effectLst/>
                <a:uLnTx/>
                <a:uFillTx/>
                <a:latin typeface="Calibri Light"/>
                <a:ea typeface="+mn-ea"/>
                <a:cs typeface="+mn-cs"/>
              </a:endParaRPr>
            </a:p>
          </p:txBody>
        </p:sp>
        <p:sp>
          <p:nvSpPr>
            <p:cNvPr id="9" name="Freeform 21">
              <a:extLst>
                <a:ext uri="{FF2B5EF4-FFF2-40B4-BE49-F238E27FC236}">
                  <a16:creationId xmlns:a16="http://schemas.microsoft.com/office/drawing/2014/main" id="{6C86E2CE-45C9-4D80-9D89-55CF053CA7E5}"/>
                </a:ext>
              </a:extLst>
            </p:cNvPr>
            <p:cNvSpPr>
              <a:spLocks/>
            </p:cNvSpPr>
            <p:nvPr/>
          </p:nvSpPr>
          <p:spPr bwMode="auto">
            <a:xfrm>
              <a:off x="3007185" y="4238616"/>
              <a:ext cx="0" cy="1066988"/>
            </a:xfrm>
            <a:custGeom>
              <a:avLst/>
              <a:gdLst>
                <a:gd name="T0" fmla="*/ 1051 h 1051"/>
                <a:gd name="T1" fmla="*/ 0 h 1051"/>
                <a:gd name="T2" fmla="*/ 1051 h 1051"/>
              </a:gdLst>
              <a:ahLst/>
              <a:cxnLst>
                <a:cxn ang="0">
                  <a:pos x="0" y="T0"/>
                </a:cxn>
                <a:cxn ang="0">
                  <a:pos x="0" y="T1"/>
                </a:cxn>
                <a:cxn ang="0">
                  <a:pos x="0" y="T2"/>
                </a:cxn>
              </a:cxnLst>
              <a:rect l="0" t="0" r="r" b="b"/>
              <a:pathLst>
                <a:path h="1051">
                  <a:moveTo>
                    <a:pt x="0" y="1051"/>
                  </a:moveTo>
                  <a:lnTo>
                    <a:pt x="0" y="0"/>
                  </a:lnTo>
                  <a:lnTo>
                    <a:pt x="0" y="105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262626"/>
                </a:solidFill>
                <a:effectLst/>
                <a:uLnTx/>
                <a:uFillTx/>
                <a:latin typeface="Calibri Light"/>
                <a:ea typeface="+mn-ea"/>
                <a:cs typeface="+mn-cs"/>
              </a:endParaRPr>
            </a:p>
          </p:txBody>
        </p:sp>
        <p:sp>
          <p:nvSpPr>
            <p:cNvPr id="10" name="Freeform 28">
              <a:extLst>
                <a:ext uri="{FF2B5EF4-FFF2-40B4-BE49-F238E27FC236}">
                  <a16:creationId xmlns:a16="http://schemas.microsoft.com/office/drawing/2014/main" id="{E9024A2E-CD66-411F-9851-2795A05416A3}"/>
                </a:ext>
              </a:extLst>
            </p:cNvPr>
            <p:cNvSpPr>
              <a:spLocks/>
            </p:cNvSpPr>
            <p:nvPr/>
          </p:nvSpPr>
          <p:spPr bwMode="auto">
            <a:xfrm>
              <a:off x="1777763" y="3219344"/>
              <a:ext cx="0" cy="912676"/>
            </a:xfrm>
            <a:custGeom>
              <a:avLst/>
              <a:gdLst>
                <a:gd name="T0" fmla="*/ 899 h 899"/>
                <a:gd name="T1" fmla="*/ 0 h 899"/>
                <a:gd name="T2" fmla="*/ 899 h 899"/>
              </a:gdLst>
              <a:ahLst/>
              <a:cxnLst>
                <a:cxn ang="0">
                  <a:pos x="0" y="T0"/>
                </a:cxn>
                <a:cxn ang="0">
                  <a:pos x="0" y="T1"/>
                </a:cxn>
                <a:cxn ang="0">
                  <a:pos x="0" y="T2"/>
                </a:cxn>
              </a:cxnLst>
              <a:rect l="0" t="0" r="r" b="b"/>
              <a:pathLst>
                <a:path h="899">
                  <a:moveTo>
                    <a:pt x="0" y="899"/>
                  </a:moveTo>
                  <a:lnTo>
                    <a:pt x="0" y="0"/>
                  </a:lnTo>
                  <a:lnTo>
                    <a:pt x="0" y="89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262626"/>
                </a:solidFill>
                <a:effectLst/>
                <a:uLnTx/>
                <a:uFillTx/>
                <a:latin typeface="Calibri Light"/>
                <a:ea typeface="+mn-ea"/>
                <a:cs typeface="+mn-cs"/>
              </a:endParaRPr>
            </a:p>
          </p:txBody>
        </p:sp>
        <p:sp>
          <p:nvSpPr>
            <p:cNvPr id="11" name="Line 29">
              <a:extLst>
                <a:ext uri="{FF2B5EF4-FFF2-40B4-BE49-F238E27FC236}">
                  <a16:creationId xmlns:a16="http://schemas.microsoft.com/office/drawing/2014/main" id="{4CAA9BD3-71EA-4A29-91DF-60E9F469E9C0}"/>
                </a:ext>
              </a:extLst>
            </p:cNvPr>
            <p:cNvSpPr>
              <a:spLocks noChangeShapeType="1"/>
            </p:cNvSpPr>
            <p:nvPr/>
          </p:nvSpPr>
          <p:spPr bwMode="auto">
            <a:xfrm flipH="1" flipV="1">
              <a:off x="2705079" y="2129906"/>
              <a:ext cx="14107" cy="2283470"/>
            </a:xfrm>
            <a:prstGeom prst="line">
              <a:avLst/>
            </a:prstGeom>
            <a:noFill/>
            <a:ln w="44450" cap="flat">
              <a:solidFill>
                <a:srgbClr val="377790"/>
              </a:solidFill>
              <a:prstDash val="dash"/>
              <a:miter lim="800000"/>
              <a:headEnd/>
              <a:tailEnd/>
            </a:ln>
            <a:extLst>
              <a:ext uri="{909E8E84-426E-40DD-AFC4-6F175D3DCCD1}">
                <a14:hiddenFill xmlns:a14="http://schemas.microsoft.com/office/drawing/2010/main">
                  <a:noFill/>
                </a14:hiddenFill>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262626"/>
                </a:solidFill>
                <a:effectLst/>
                <a:uLnTx/>
                <a:uFillTx/>
                <a:latin typeface="Calibri Light"/>
                <a:ea typeface="+mn-ea"/>
                <a:cs typeface="+mn-cs"/>
              </a:endParaRPr>
            </a:p>
          </p:txBody>
        </p:sp>
        <p:sp>
          <p:nvSpPr>
            <p:cNvPr id="12" name="Freeform 30">
              <a:extLst>
                <a:ext uri="{FF2B5EF4-FFF2-40B4-BE49-F238E27FC236}">
                  <a16:creationId xmlns:a16="http://schemas.microsoft.com/office/drawing/2014/main" id="{04584590-232D-4102-8E06-8DC359E76B2D}"/>
                </a:ext>
              </a:extLst>
            </p:cNvPr>
            <p:cNvSpPr>
              <a:spLocks/>
            </p:cNvSpPr>
            <p:nvPr/>
          </p:nvSpPr>
          <p:spPr bwMode="auto">
            <a:xfrm>
              <a:off x="5475165" y="4344199"/>
              <a:ext cx="0" cy="970543"/>
            </a:xfrm>
            <a:custGeom>
              <a:avLst/>
              <a:gdLst>
                <a:gd name="T0" fmla="*/ 956 h 956"/>
                <a:gd name="T1" fmla="*/ 0 h 956"/>
                <a:gd name="T2" fmla="*/ 956 h 956"/>
              </a:gdLst>
              <a:ahLst/>
              <a:cxnLst>
                <a:cxn ang="0">
                  <a:pos x="0" y="T0"/>
                </a:cxn>
                <a:cxn ang="0">
                  <a:pos x="0" y="T1"/>
                </a:cxn>
                <a:cxn ang="0">
                  <a:pos x="0" y="T2"/>
                </a:cxn>
              </a:cxnLst>
              <a:rect l="0" t="0" r="r" b="b"/>
              <a:pathLst>
                <a:path h="956">
                  <a:moveTo>
                    <a:pt x="0" y="956"/>
                  </a:moveTo>
                  <a:lnTo>
                    <a:pt x="0" y="0"/>
                  </a:lnTo>
                  <a:lnTo>
                    <a:pt x="0" y="9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262626"/>
                </a:solidFill>
                <a:effectLst/>
                <a:uLnTx/>
                <a:uFillTx/>
                <a:latin typeface="Calibri Light"/>
                <a:ea typeface="+mn-ea"/>
                <a:cs typeface="+mn-cs"/>
              </a:endParaRPr>
            </a:p>
          </p:txBody>
        </p:sp>
        <p:sp>
          <p:nvSpPr>
            <p:cNvPr id="13" name="Freeform 32">
              <a:extLst>
                <a:ext uri="{FF2B5EF4-FFF2-40B4-BE49-F238E27FC236}">
                  <a16:creationId xmlns:a16="http://schemas.microsoft.com/office/drawing/2014/main" id="{676E5651-E757-4547-AD8A-9266E7E8BE41}"/>
                </a:ext>
              </a:extLst>
            </p:cNvPr>
            <p:cNvSpPr>
              <a:spLocks/>
            </p:cNvSpPr>
            <p:nvPr/>
          </p:nvSpPr>
          <p:spPr bwMode="auto">
            <a:xfrm>
              <a:off x="4245743" y="3219344"/>
              <a:ext cx="0" cy="912676"/>
            </a:xfrm>
            <a:custGeom>
              <a:avLst/>
              <a:gdLst>
                <a:gd name="T0" fmla="*/ 899 h 899"/>
                <a:gd name="T1" fmla="*/ 0 h 899"/>
                <a:gd name="T2" fmla="*/ 899 h 899"/>
              </a:gdLst>
              <a:ahLst/>
              <a:cxnLst>
                <a:cxn ang="0">
                  <a:pos x="0" y="T0"/>
                </a:cxn>
                <a:cxn ang="0">
                  <a:pos x="0" y="T1"/>
                </a:cxn>
                <a:cxn ang="0">
                  <a:pos x="0" y="T2"/>
                </a:cxn>
              </a:cxnLst>
              <a:rect l="0" t="0" r="r" b="b"/>
              <a:pathLst>
                <a:path h="899">
                  <a:moveTo>
                    <a:pt x="0" y="899"/>
                  </a:moveTo>
                  <a:lnTo>
                    <a:pt x="0" y="0"/>
                  </a:lnTo>
                  <a:lnTo>
                    <a:pt x="0" y="89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262626"/>
                </a:solidFill>
                <a:effectLst/>
                <a:uLnTx/>
                <a:uFillTx/>
                <a:latin typeface="Calibri Light"/>
                <a:ea typeface="+mn-ea"/>
                <a:cs typeface="+mn-cs"/>
              </a:endParaRPr>
            </a:p>
          </p:txBody>
        </p:sp>
        <p:sp>
          <p:nvSpPr>
            <p:cNvPr id="14" name="Freeform 34">
              <a:extLst>
                <a:ext uri="{FF2B5EF4-FFF2-40B4-BE49-F238E27FC236}">
                  <a16:creationId xmlns:a16="http://schemas.microsoft.com/office/drawing/2014/main" id="{A2EED260-DEDA-40F0-BE2A-63572A3ED04A}"/>
                </a:ext>
              </a:extLst>
            </p:cNvPr>
            <p:cNvSpPr>
              <a:spLocks/>
            </p:cNvSpPr>
            <p:nvPr/>
          </p:nvSpPr>
          <p:spPr bwMode="auto">
            <a:xfrm>
              <a:off x="6713723" y="3219344"/>
              <a:ext cx="0" cy="912676"/>
            </a:xfrm>
            <a:custGeom>
              <a:avLst/>
              <a:gdLst>
                <a:gd name="T0" fmla="*/ 899 h 899"/>
                <a:gd name="T1" fmla="*/ 0 h 899"/>
                <a:gd name="T2" fmla="*/ 899 h 899"/>
              </a:gdLst>
              <a:ahLst/>
              <a:cxnLst>
                <a:cxn ang="0">
                  <a:pos x="0" y="T0"/>
                </a:cxn>
                <a:cxn ang="0">
                  <a:pos x="0" y="T1"/>
                </a:cxn>
                <a:cxn ang="0">
                  <a:pos x="0" y="T2"/>
                </a:cxn>
              </a:cxnLst>
              <a:rect l="0" t="0" r="r" b="b"/>
              <a:pathLst>
                <a:path h="899">
                  <a:moveTo>
                    <a:pt x="0" y="899"/>
                  </a:moveTo>
                  <a:lnTo>
                    <a:pt x="0" y="0"/>
                  </a:lnTo>
                  <a:lnTo>
                    <a:pt x="0" y="89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262626"/>
                </a:solidFill>
                <a:effectLst/>
                <a:uLnTx/>
                <a:uFillTx/>
                <a:latin typeface="Calibri Light"/>
                <a:ea typeface="+mn-ea"/>
                <a:cs typeface="+mn-cs"/>
              </a:endParaRPr>
            </a:p>
          </p:txBody>
        </p:sp>
        <p:sp>
          <p:nvSpPr>
            <p:cNvPr id="15" name="Freeform 21">
              <a:extLst>
                <a:ext uri="{FF2B5EF4-FFF2-40B4-BE49-F238E27FC236}">
                  <a16:creationId xmlns:a16="http://schemas.microsoft.com/office/drawing/2014/main" id="{B44AA869-98B6-4321-8EC6-93711A304A14}"/>
                </a:ext>
              </a:extLst>
            </p:cNvPr>
            <p:cNvSpPr>
              <a:spLocks/>
            </p:cNvSpPr>
            <p:nvPr/>
          </p:nvSpPr>
          <p:spPr bwMode="auto">
            <a:xfrm>
              <a:off x="8052608" y="4245096"/>
              <a:ext cx="0" cy="1066988"/>
            </a:xfrm>
            <a:custGeom>
              <a:avLst/>
              <a:gdLst>
                <a:gd name="T0" fmla="*/ 1051 h 1051"/>
                <a:gd name="T1" fmla="*/ 0 h 1051"/>
                <a:gd name="T2" fmla="*/ 1051 h 1051"/>
              </a:gdLst>
              <a:ahLst/>
              <a:cxnLst>
                <a:cxn ang="0">
                  <a:pos x="0" y="T0"/>
                </a:cxn>
                <a:cxn ang="0">
                  <a:pos x="0" y="T1"/>
                </a:cxn>
                <a:cxn ang="0">
                  <a:pos x="0" y="T2"/>
                </a:cxn>
              </a:cxnLst>
              <a:rect l="0" t="0" r="r" b="b"/>
              <a:pathLst>
                <a:path h="1051">
                  <a:moveTo>
                    <a:pt x="0" y="1051"/>
                  </a:moveTo>
                  <a:lnTo>
                    <a:pt x="0" y="0"/>
                  </a:lnTo>
                  <a:lnTo>
                    <a:pt x="0" y="105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262626"/>
                </a:solidFill>
                <a:effectLst/>
                <a:uLnTx/>
                <a:uFillTx/>
                <a:latin typeface="Calibri Light"/>
                <a:ea typeface="+mn-ea"/>
                <a:cs typeface="+mn-cs"/>
              </a:endParaRPr>
            </a:p>
          </p:txBody>
        </p:sp>
        <p:sp>
          <p:nvSpPr>
            <p:cNvPr id="16" name="Freeform 28">
              <a:extLst>
                <a:ext uri="{FF2B5EF4-FFF2-40B4-BE49-F238E27FC236}">
                  <a16:creationId xmlns:a16="http://schemas.microsoft.com/office/drawing/2014/main" id="{FDE9AFD3-EBA7-4BB1-B701-EA80E413C6A2}"/>
                </a:ext>
              </a:extLst>
            </p:cNvPr>
            <p:cNvSpPr>
              <a:spLocks/>
            </p:cNvSpPr>
            <p:nvPr/>
          </p:nvSpPr>
          <p:spPr bwMode="auto">
            <a:xfrm>
              <a:off x="6823186" y="3225824"/>
              <a:ext cx="0" cy="912676"/>
            </a:xfrm>
            <a:custGeom>
              <a:avLst/>
              <a:gdLst>
                <a:gd name="T0" fmla="*/ 899 h 899"/>
                <a:gd name="T1" fmla="*/ 0 h 899"/>
                <a:gd name="T2" fmla="*/ 899 h 899"/>
              </a:gdLst>
              <a:ahLst/>
              <a:cxnLst>
                <a:cxn ang="0">
                  <a:pos x="0" y="T0"/>
                </a:cxn>
                <a:cxn ang="0">
                  <a:pos x="0" y="T1"/>
                </a:cxn>
                <a:cxn ang="0">
                  <a:pos x="0" y="T2"/>
                </a:cxn>
              </a:cxnLst>
              <a:rect l="0" t="0" r="r" b="b"/>
              <a:pathLst>
                <a:path h="899">
                  <a:moveTo>
                    <a:pt x="0" y="899"/>
                  </a:moveTo>
                  <a:lnTo>
                    <a:pt x="0" y="0"/>
                  </a:lnTo>
                  <a:lnTo>
                    <a:pt x="0" y="89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262626"/>
                </a:solidFill>
                <a:effectLst/>
                <a:uLnTx/>
                <a:uFillTx/>
                <a:latin typeface="Calibri Light"/>
                <a:ea typeface="+mn-ea"/>
                <a:cs typeface="+mn-cs"/>
              </a:endParaRPr>
            </a:p>
          </p:txBody>
        </p:sp>
        <p:sp>
          <p:nvSpPr>
            <p:cNvPr id="17" name="Freeform 30">
              <a:extLst>
                <a:ext uri="{FF2B5EF4-FFF2-40B4-BE49-F238E27FC236}">
                  <a16:creationId xmlns:a16="http://schemas.microsoft.com/office/drawing/2014/main" id="{1A81A08B-8625-446B-A728-812F0407E495}"/>
                </a:ext>
              </a:extLst>
            </p:cNvPr>
            <p:cNvSpPr>
              <a:spLocks/>
            </p:cNvSpPr>
            <p:nvPr/>
          </p:nvSpPr>
          <p:spPr bwMode="auto">
            <a:xfrm>
              <a:off x="10520588" y="4350679"/>
              <a:ext cx="0" cy="970543"/>
            </a:xfrm>
            <a:custGeom>
              <a:avLst/>
              <a:gdLst>
                <a:gd name="T0" fmla="*/ 956 h 956"/>
                <a:gd name="T1" fmla="*/ 0 h 956"/>
                <a:gd name="T2" fmla="*/ 956 h 956"/>
              </a:gdLst>
              <a:ahLst/>
              <a:cxnLst>
                <a:cxn ang="0">
                  <a:pos x="0" y="T0"/>
                </a:cxn>
                <a:cxn ang="0">
                  <a:pos x="0" y="T1"/>
                </a:cxn>
                <a:cxn ang="0">
                  <a:pos x="0" y="T2"/>
                </a:cxn>
              </a:cxnLst>
              <a:rect l="0" t="0" r="r" b="b"/>
              <a:pathLst>
                <a:path h="956">
                  <a:moveTo>
                    <a:pt x="0" y="956"/>
                  </a:moveTo>
                  <a:lnTo>
                    <a:pt x="0" y="0"/>
                  </a:lnTo>
                  <a:lnTo>
                    <a:pt x="0" y="9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262626"/>
                </a:solidFill>
                <a:effectLst/>
                <a:uLnTx/>
                <a:uFillTx/>
                <a:latin typeface="Calibri Light"/>
                <a:ea typeface="+mn-ea"/>
                <a:cs typeface="+mn-cs"/>
              </a:endParaRPr>
            </a:p>
          </p:txBody>
        </p:sp>
        <p:sp>
          <p:nvSpPr>
            <p:cNvPr id="18" name="Freeform 32">
              <a:extLst>
                <a:ext uri="{FF2B5EF4-FFF2-40B4-BE49-F238E27FC236}">
                  <a16:creationId xmlns:a16="http://schemas.microsoft.com/office/drawing/2014/main" id="{1CFF2904-A70A-470A-A0B5-05BBCAEFF099}"/>
                </a:ext>
              </a:extLst>
            </p:cNvPr>
            <p:cNvSpPr>
              <a:spLocks/>
            </p:cNvSpPr>
            <p:nvPr/>
          </p:nvSpPr>
          <p:spPr bwMode="auto">
            <a:xfrm>
              <a:off x="9291166" y="3225824"/>
              <a:ext cx="0" cy="912676"/>
            </a:xfrm>
            <a:custGeom>
              <a:avLst/>
              <a:gdLst>
                <a:gd name="T0" fmla="*/ 899 h 899"/>
                <a:gd name="T1" fmla="*/ 0 h 899"/>
                <a:gd name="T2" fmla="*/ 899 h 899"/>
              </a:gdLst>
              <a:ahLst/>
              <a:cxnLst>
                <a:cxn ang="0">
                  <a:pos x="0" y="T0"/>
                </a:cxn>
                <a:cxn ang="0">
                  <a:pos x="0" y="T1"/>
                </a:cxn>
                <a:cxn ang="0">
                  <a:pos x="0" y="T2"/>
                </a:cxn>
              </a:cxnLst>
              <a:rect l="0" t="0" r="r" b="b"/>
              <a:pathLst>
                <a:path h="899">
                  <a:moveTo>
                    <a:pt x="0" y="899"/>
                  </a:moveTo>
                  <a:lnTo>
                    <a:pt x="0" y="0"/>
                  </a:lnTo>
                  <a:lnTo>
                    <a:pt x="0" y="89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262626"/>
                </a:solidFill>
                <a:effectLst/>
                <a:uLnTx/>
                <a:uFillTx/>
                <a:latin typeface="Calibri Light"/>
                <a:ea typeface="+mn-ea"/>
                <a:cs typeface="+mn-cs"/>
              </a:endParaRPr>
            </a:p>
          </p:txBody>
        </p:sp>
        <p:sp>
          <p:nvSpPr>
            <p:cNvPr id="19" name="Inhaltsplatzhalter 4">
              <a:extLst>
                <a:ext uri="{FF2B5EF4-FFF2-40B4-BE49-F238E27FC236}">
                  <a16:creationId xmlns:a16="http://schemas.microsoft.com/office/drawing/2014/main" id="{EBBDEF2A-BBB0-4043-AF6B-67619C826644}"/>
                </a:ext>
              </a:extLst>
            </p:cNvPr>
            <p:cNvSpPr txBox="1">
              <a:spLocks/>
            </p:cNvSpPr>
            <p:nvPr/>
          </p:nvSpPr>
          <p:spPr>
            <a:xfrm>
              <a:off x="7240839" y="3378273"/>
              <a:ext cx="1741596" cy="520258"/>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127" rtl="0" eaLnBrk="1" fontAlgn="auto" latinLnBrk="0" hangingPunct="1">
                <a:lnSpc>
                  <a:spcPct val="100000"/>
                </a:lnSpc>
                <a:spcBef>
                  <a:spcPts val="0"/>
                </a:spcBef>
                <a:spcAft>
                  <a:spcPts val="0"/>
                </a:spcAft>
                <a:buClrTx/>
                <a:buSzTx/>
                <a:buFont typeface="Wingdings" panose="05000000000000000000" pitchFamily="2" charset="2"/>
                <a:buNone/>
                <a:tabLst/>
                <a:defRPr/>
              </a:pPr>
              <a:br>
                <a:rPr kumimoji="0" lang="en-US" sz="1400" b="1" i="0" u="none" strike="noStrike" kern="1200" cap="none" spc="0" normalizeH="0" baseline="0" noProof="0" dirty="0">
                  <a:ln>
                    <a:noFill/>
                  </a:ln>
                  <a:solidFill>
                    <a:srgbClr val="F09C2A"/>
                  </a:solidFill>
                  <a:effectLst/>
                  <a:uLnTx/>
                  <a:uFillTx/>
                  <a:latin typeface="Calibri"/>
                  <a:ea typeface="+mn-ea"/>
                  <a:cs typeface="+mn-cs"/>
                </a:rPr>
              </a:br>
              <a:br>
                <a:rPr kumimoji="0" lang="en-US" sz="1100" b="1" i="0" u="none" strike="noStrike" kern="1200" cap="none" spc="0" normalizeH="0" baseline="0" noProof="0" dirty="0">
                  <a:ln>
                    <a:noFill/>
                  </a:ln>
                  <a:solidFill>
                    <a:srgbClr val="FFFFFF">
                      <a:lumMod val="50000"/>
                    </a:srgbClr>
                  </a:solidFill>
                  <a:effectLst/>
                  <a:uLnTx/>
                  <a:uFillTx/>
                  <a:latin typeface="Calibri"/>
                  <a:ea typeface="+mn-ea"/>
                  <a:cs typeface="+mn-cs"/>
                </a:rPr>
              </a:br>
              <a:endParaRPr kumimoji="0" lang="en-US" sz="1000" b="1" i="0" u="none" strike="noStrike" kern="1200" cap="none" spc="0" normalizeH="0" baseline="0" noProof="0" dirty="0">
                <a:ln>
                  <a:noFill/>
                </a:ln>
                <a:solidFill>
                  <a:srgbClr val="FFFFFF">
                    <a:lumMod val="50000"/>
                  </a:srgbClr>
                </a:solidFill>
                <a:effectLst/>
                <a:uLnTx/>
                <a:uFillTx/>
                <a:latin typeface="Calibri"/>
                <a:ea typeface="+mn-ea"/>
                <a:cs typeface="+mn-cs"/>
              </a:endParaRPr>
            </a:p>
          </p:txBody>
        </p:sp>
      </p:grpSp>
      <p:sp>
        <p:nvSpPr>
          <p:cNvPr id="20" name="Inhaltsplatzhalter 4">
            <a:extLst>
              <a:ext uri="{FF2B5EF4-FFF2-40B4-BE49-F238E27FC236}">
                <a16:creationId xmlns:a16="http://schemas.microsoft.com/office/drawing/2014/main" id="{25152E11-C6C6-4E89-B903-1BFDA10FF0F3}"/>
              </a:ext>
            </a:extLst>
          </p:cNvPr>
          <p:cNvSpPr txBox="1">
            <a:spLocks/>
          </p:cNvSpPr>
          <p:nvPr/>
        </p:nvSpPr>
        <p:spPr>
          <a:xfrm>
            <a:off x="323382" y="3197809"/>
            <a:ext cx="1834885" cy="1000274"/>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Review Deloitte Test Repository</a:t>
            </a:r>
          </a:p>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Identify test scripts to be re-factored and newly developed</a:t>
            </a:r>
          </a:p>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Prepare the plan to automate the test scripts</a:t>
            </a:r>
          </a:p>
        </p:txBody>
      </p:sp>
      <p:sp>
        <p:nvSpPr>
          <p:cNvPr id="21" name="TextBox 20">
            <a:extLst>
              <a:ext uri="{FF2B5EF4-FFF2-40B4-BE49-F238E27FC236}">
                <a16:creationId xmlns:a16="http://schemas.microsoft.com/office/drawing/2014/main" id="{21E053DA-65C7-472E-A4B5-D555B9B9A149}"/>
              </a:ext>
            </a:extLst>
          </p:cNvPr>
          <p:cNvSpPr txBox="1"/>
          <p:nvPr/>
        </p:nvSpPr>
        <p:spPr>
          <a:xfrm>
            <a:off x="2055632" y="1435344"/>
            <a:ext cx="49244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Calibri Light" panose="020F0302020204030204" pitchFamily="34" charset="0"/>
                <a:ea typeface="+mn-ea"/>
                <a:cs typeface="+mn-cs"/>
              </a:rPr>
              <a:t>Sep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Calibri Light" panose="020F0302020204030204" pitchFamily="34" charset="0"/>
                <a:ea typeface="+mn-ea"/>
                <a:cs typeface="+mn-cs"/>
              </a:rPr>
              <a:t>2018</a:t>
            </a:r>
          </a:p>
        </p:txBody>
      </p:sp>
      <p:sp>
        <p:nvSpPr>
          <p:cNvPr id="22" name="AutoShape 11">
            <a:extLst>
              <a:ext uri="{FF2B5EF4-FFF2-40B4-BE49-F238E27FC236}">
                <a16:creationId xmlns:a16="http://schemas.microsoft.com/office/drawing/2014/main" id="{51274F77-8A71-4CCD-A56A-0D0162E855C3}"/>
              </a:ext>
            </a:extLst>
          </p:cNvPr>
          <p:cNvSpPr>
            <a:spLocks noChangeArrowheads="1"/>
          </p:cNvSpPr>
          <p:nvPr/>
        </p:nvSpPr>
        <p:spPr bwMode="auto">
          <a:xfrm>
            <a:off x="179083" y="1078813"/>
            <a:ext cx="4297680" cy="312126"/>
          </a:xfrm>
          <a:prstGeom prst="homePlate">
            <a:avLst>
              <a:gd name="adj" fmla="val 31290"/>
            </a:avLst>
          </a:prstGeom>
          <a:solidFill>
            <a:schemeClr val="bg1"/>
          </a:solidFill>
          <a:ln w="12700" algn="ctr">
            <a:solidFill>
              <a:schemeClr val="tx1"/>
            </a:solidFill>
            <a:miter lim="800000"/>
            <a:headEnd/>
            <a:tailEnd/>
          </a:ln>
        </p:spPr>
        <p:txBody>
          <a:bodyPr lIns="91440" tIns="91440" rIns="91440" bIns="91440" anchor="ctr"/>
          <a:lstStyle/>
          <a:p>
            <a:pPr marL="0" marR="0" lvl="0" indent="0" algn="ctr" defTabSz="865188" rtl="0" eaLnBrk="1" fontAlgn="auto" latinLnBrk="0" hangingPunct="1">
              <a:lnSpc>
                <a:spcPct val="95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Verdana"/>
                <a:ea typeface="ＭＳ Ｐゴシック" pitchFamily="50" charset="-128"/>
                <a:cs typeface="+mn-cs"/>
              </a:rPr>
              <a:t>R13 Upgrade</a:t>
            </a:r>
            <a:endParaRPr kumimoji="0" lang="en-GB" altLang="ja-JP" sz="1000" b="1" i="0" u="none" strike="noStrike" kern="1200" cap="none" spc="0" normalizeH="0" baseline="0" noProof="0" dirty="0">
              <a:ln>
                <a:noFill/>
              </a:ln>
              <a:solidFill>
                <a:prstClr val="black"/>
              </a:solidFill>
              <a:effectLst/>
              <a:uLnTx/>
              <a:uFillTx/>
              <a:latin typeface="Verdana"/>
              <a:ea typeface="ＭＳ Ｐゴシック" pitchFamily="50" charset="-128"/>
              <a:cs typeface="+mn-cs"/>
            </a:endParaRPr>
          </a:p>
        </p:txBody>
      </p:sp>
      <p:sp>
        <p:nvSpPr>
          <p:cNvPr id="23" name="AutoShape 11">
            <a:extLst>
              <a:ext uri="{FF2B5EF4-FFF2-40B4-BE49-F238E27FC236}">
                <a16:creationId xmlns:a16="http://schemas.microsoft.com/office/drawing/2014/main" id="{87C55078-C0F9-4A2F-9ACF-5798DAED45DA}"/>
              </a:ext>
            </a:extLst>
          </p:cNvPr>
          <p:cNvSpPr>
            <a:spLocks noChangeArrowheads="1"/>
          </p:cNvSpPr>
          <p:nvPr/>
        </p:nvSpPr>
        <p:spPr bwMode="auto">
          <a:xfrm>
            <a:off x="9637858" y="1097668"/>
            <a:ext cx="2007326" cy="293270"/>
          </a:xfrm>
          <a:prstGeom prst="homePlate">
            <a:avLst>
              <a:gd name="adj" fmla="val 31290"/>
            </a:avLst>
          </a:prstGeom>
          <a:solidFill>
            <a:schemeClr val="bg1"/>
          </a:solidFill>
          <a:ln w="12700" algn="ctr">
            <a:solidFill>
              <a:schemeClr val="tx1"/>
            </a:solidFill>
            <a:miter lim="800000"/>
            <a:headEnd/>
            <a:tailEnd/>
          </a:ln>
        </p:spPr>
        <p:txBody>
          <a:bodyPr lIns="91440" tIns="91440" rIns="91440" bIns="91440" anchor="ctr"/>
          <a:lstStyle/>
          <a:p>
            <a:pPr marL="0" marR="0" lvl="0" indent="0" algn="ctr" defTabSz="865188" rtl="0" eaLnBrk="1" fontAlgn="auto" latinLnBrk="0" hangingPunct="1">
              <a:lnSpc>
                <a:spcPct val="95000"/>
              </a:lnSpc>
              <a:spcBef>
                <a:spcPts val="0"/>
              </a:spcBef>
              <a:spcAft>
                <a:spcPts val="0"/>
              </a:spcAft>
              <a:buClrTx/>
              <a:buSzTx/>
              <a:buFontTx/>
              <a:buNone/>
              <a:tabLst/>
              <a:defRPr/>
            </a:pPr>
            <a:r>
              <a:rPr kumimoji="0" lang="en-GB" sz="970" b="1" i="0" u="none" strike="noStrike" kern="1200" cap="none" spc="0" normalizeH="0" baseline="0" noProof="0" dirty="0">
                <a:ln>
                  <a:noFill/>
                </a:ln>
                <a:solidFill>
                  <a:prstClr val="black"/>
                </a:solidFill>
                <a:effectLst/>
                <a:uLnTx/>
                <a:uFillTx/>
                <a:latin typeface="Verdana"/>
                <a:ea typeface="ＭＳ Ｐゴシック" pitchFamily="50" charset="-128"/>
                <a:cs typeface="+mn-cs"/>
              </a:rPr>
              <a:t>Future Release Upgrades</a:t>
            </a:r>
            <a:endParaRPr kumimoji="0" lang="en-GB" altLang="ja-JP" sz="970" b="1" i="0" u="none" strike="noStrike" kern="1200" cap="none" spc="0" normalizeH="0" baseline="0" noProof="0" dirty="0">
              <a:ln>
                <a:noFill/>
              </a:ln>
              <a:solidFill>
                <a:prstClr val="black"/>
              </a:solidFill>
              <a:effectLst/>
              <a:uLnTx/>
              <a:uFillTx/>
              <a:latin typeface="Verdana"/>
              <a:ea typeface="ＭＳ Ｐゴシック" pitchFamily="50" charset="-128"/>
              <a:cs typeface="+mn-cs"/>
            </a:endParaRPr>
          </a:p>
        </p:txBody>
      </p:sp>
      <p:sp>
        <p:nvSpPr>
          <p:cNvPr id="26" name="5-Point Star 114">
            <a:extLst>
              <a:ext uri="{FF2B5EF4-FFF2-40B4-BE49-F238E27FC236}">
                <a16:creationId xmlns:a16="http://schemas.microsoft.com/office/drawing/2014/main" id="{E72B8BB9-3E2C-419F-984B-516C245CEEF2}"/>
              </a:ext>
            </a:extLst>
          </p:cNvPr>
          <p:cNvSpPr/>
          <p:nvPr/>
        </p:nvSpPr>
        <p:spPr bwMode="gray">
          <a:xfrm>
            <a:off x="4508159" y="1101369"/>
            <a:ext cx="293429" cy="297963"/>
          </a:xfrm>
          <a:prstGeom prst="star5">
            <a:avLst/>
          </a:prstGeom>
          <a:solidFill>
            <a:srgbClr val="FF0000"/>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27" name="AutoShape 11">
            <a:extLst>
              <a:ext uri="{FF2B5EF4-FFF2-40B4-BE49-F238E27FC236}">
                <a16:creationId xmlns:a16="http://schemas.microsoft.com/office/drawing/2014/main" id="{9AAE1902-60E5-4203-B8EF-16B0DD5ED6A4}"/>
              </a:ext>
            </a:extLst>
          </p:cNvPr>
          <p:cNvSpPr>
            <a:spLocks noChangeArrowheads="1"/>
          </p:cNvSpPr>
          <p:nvPr/>
        </p:nvSpPr>
        <p:spPr bwMode="auto">
          <a:xfrm>
            <a:off x="4856351" y="1084860"/>
            <a:ext cx="1948618" cy="312126"/>
          </a:xfrm>
          <a:prstGeom prst="homePlate">
            <a:avLst>
              <a:gd name="adj" fmla="val 31290"/>
            </a:avLst>
          </a:prstGeom>
          <a:solidFill>
            <a:schemeClr val="bg1"/>
          </a:solidFill>
          <a:ln w="12700" algn="ctr">
            <a:solidFill>
              <a:schemeClr val="tx1"/>
            </a:solidFill>
            <a:miter lim="800000"/>
            <a:headEnd/>
            <a:tailEnd/>
          </a:ln>
        </p:spPr>
        <p:txBody>
          <a:bodyPr lIns="91440" tIns="91440" rIns="91440" bIns="91440" anchor="ctr"/>
          <a:lstStyle/>
          <a:p>
            <a:pPr marL="0" marR="0" lvl="0" indent="0" algn="ctr" defTabSz="865188" rtl="0" eaLnBrk="1" fontAlgn="auto" latinLnBrk="0" hangingPunct="1">
              <a:lnSpc>
                <a:spcPct val="95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Verdana"/>
                <a:ea typeface="ＭＳ Ｐゴシック" pitchFamily="50" charset="-128"/>
                <a:cs typeface="+mn-cs"/>
              </a:rPr>
              <a:t>R13.x1 Upgrade</a:t>
            </a:r>
            <a:endParaRPr kumimoji="0" lang="en-GB" altLang="ja-JP" sz="1000" b="1" i="0" u="none" strike="noStrike" kern="1200" cap="none" spc="0" normalizeH="0" baseline="0" noProof="0" dirty="0">
              <a:ln>
                <a:noFill/>
              </a:ln>
              <a:solidFill>
                <a:prstClr val="black"/>
              </a:solidFill>
              <a:effectLst/>
              <a:uLnTx/>
              <a:uFillTx/>
              <a:latin typeface="Verdana"/>
              <a:ea typeface="ＭＳ Ｐゴシック" pitchFamily="50" charset="-128"/>
              <a:cs typeface="+mn-cs"/>
            </a:endParaRPr>
          </a:p>
        </p:txBody>
      </p:sp>
      <p:sp>
        <p:nvSpPr>
          <p:cNvPr id="28" name="5-Point Star 114">
            <a:extLst>
              <a:ext uri="{FF2B5EF4-FFF2-40B4-BE49-F238E27FC236}">
                <a16:creationId xmlns:a16="http://schemas.microsoft.com/office/drawing/2014/main" id="{A2BE3508-C904-41D0-B961-A4A909CA5367}"/>
              </a:ext>
            </a:extLst>
          </p:cNvPr>
          <p:cNvSpPr/>
          <p:nvPr/>
        </p:nvSpPr>
        <p:spPr bwMode="gray">
          <a:xfrm>
            <a:off x="6841545" y="1081592"/>
            <a:ext cx="293429" cy="297963"/>
          </a:xfrm>
          <a:prstGeom prst="star5">
            <a:avLst/>
          </a:prstGeom>
          <a:solidFill>
            <a:srgbClr val="FF0000"/>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29" name="AutoShape 11">
            <a:extLst>
              <a:ext uri="{FF2B5EF4-FFF2-40B4-BE49-F238E27FC236}">
                <a16:creationId xmlns:a16="http://schemas.microsoft.com/office/drawing/2014/main" id="{80500104-53A2-4BE9-A753-2A31F8A37F62}"/>
              </a:ext>
            </a:extLst>
          </p:cNvPr>
          <p:cNvSpPr>
            <a:spLocks noChangeArrowheads="1"/>
          </p:cNvSpPr>
          <p:nvPr/>
        </p:nvSpPr>
        <p:spPr bwMode="auto">
          <a:xfrm>
            <a:off x="7184528" y="1084860"/>
            <a:ext cx="1948618" cy="312126"/>
          </a:xfrm>
          <a:prstGeom prst="homePlate">
            <a:avLst>
              <a:gd name="adj" fmla="val 31290"/>
            </a:avLst>
          </a:prstGeom>
          <a:solidFill>
            <a:schemeClr val="bg1"/>
          </a:solidFill>
          <a:ln w="12700" algn="ctr">
            <a:solidFill>
              <a:schemeClr val="tx1"/>
            </a:solidFill>
            <a:miter lim="800000"/>
            <a:headEnd/>
            <a:tailEnd/>
          </a:ln>
        </p:spPr>
        <p:txBody>
          <a:bodyPr lIns="91440" tIns="91440" rIns="91440" bIns="91440" anchor="ctr"/>
          <a:lstStyle/>
          <a:p>
            <a:pPr marL="0" marR="0" lvl="0" indent="0" algn="ctr" defTabSz="865188" rtl="0" eaLnBrk="1" fontAlgn="auto" latinLnBrk="0" hangingPunct="1">
              <a:lnSpc>
                <a:spcPct val="95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Verdana"/>
                <a:ea typeface="ＭＳ Ｐゴシック" pitchFamily="50" charset="-128"/>
                <a:cs typeface="+mn-cs"/>
              </a:rPr>
              <a:t>R13.x2 Upgrade</a:t>
            </a:r>
            <a:endParaRPr kumimoji="0" lang="en-GB" altLang="ja-JP" sz="1000" b="1" i="0" u="none" strike="noStrike" kern="1200" cap="none" spc="0" normalizeH="0" baseline="0" noProof="0" dirty="0">
              <a:ln>
                <a:noFill/>
              </a:ln>
              <a:solidFill>
                <a:prstClr val="black"/>
              </a:solidFill>
              <a:effectLst/>
              <a:uLnTx/>
              <a:uFillTx/>
              <a:latin typeface="Verdana"/>
              <a:ea typeface="ＭＳ Ｐゴシック" pitchFamily="50" charset="-128"/>
              <a:cs typeface="+mn-cs"/>
            </a:endParaRPr>
          </a:p>
        </p:txBody>
      </p:sp>
      <p:sp>
        <p:nvSpPr>
          <p:cNvPr id="30" name="5-Point Star 114">
            <a:extLst>
              <a:ext uri="{FF2B5EF4-FFF2-40B4-BE49-F238E27FC236}">
                <a16:creationId xmlns:a16="http://schemas.microsoft.com/office/drawing/2014/main" id="{BCCA4E70-F26B-4EAE-80DE-3B8F2C83F1B9}"/>
              </a:ext>
            </a:extLst>
          </p:cNvPr>
          <p:cNvSpPr/>
          <p:nvPr/>
        </p:nvSpPr>
        <p:spPr bwMode="gray">
          <a:xfrm>
            <a:off x="9233730" y="1080103"/>
            <a:ext cx="293429" cy="297963"/>
          </a:xfrm>
          <a:prstGeom prst="star5">
            <a:avLst/>
          </a:prstGeom>
          <a:solidFill>
            <a:srgbClr val="FF0000"/>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31" name="TextBox 30">
            <a:extLst>
              <a:ext uri="{FF2B5EF4-FFF2-40B4-BE49-F238E27FC236}">
                <a16:creationId xmlns:a16="http://schemas.microsoft.com/office/drawing/2014/main" id="{4C1B6C35-A0CD-4D13-8FC1-1FE462C93886}"/>
              </a:ext>
            </a:extLst>
          </p:cNvPr>
          <p:cNvSpPr txBox="1"/>
          <p:nvPr/>
        </p:nvSpPr>
        <p:spPr>
          <a:xfrm>
            <a:off x="4393448" y="1404139"/>
            <a:ext cx="49244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Calibri Light" panose="020F0302020204030204" pitchFamily="34" charset="0"/>
                <a:ea typeface="+mn-ea"/>
                <a:cs typeface="+mn-cs"/>
              </a:rPr>
              <a:t>Oct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Calibri Light" panose="020F0302020204030204" pitchFamily="34" charset="0"/>
                <a:ea typeface="+mn-ea"/>
                <a:cs typeface="+mn-cs"/>
              </a:rPr>
              <a:t>2018</a:t>
            </a:r>
          </a:p>
        </p:txBody>
      </p:sp>
      <p:sp>
        <p:nvSpPr>
          <p:cNvPr id="32" name="TextBox 31">
            <a:extLst>
              <a:ext uri="{FF2B5EF4-FFF2-40B4-BE49-F238E27FC236}">
                <a16:creationId xmlns:a16="http://schemas.microsoft.com/office/drawing/2014/main" id="{6D93D895-4DFD-40C5-B575-10F83F465070}"/>
              </a:ext>
            </a:extLst>
          </p:cNvPr>
          <p:cNvSpPr txBox="1"/>
          <p:nvPr/>
        </p:nvSpPr>
        <p:spPr>
          <a:xfrm>
            <a:off x="6723725" y="1400819"/>
            <a:ext cx="49244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Calibri Light" panose="020F0302020204030204" pitchFamily="34" charset="0"/>
                <a:ea typeface="+mn-ea"/>
                <a:cs typeface="+mn-cs"/>
              </a:rPr>
              <a:t>Dec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Calibri Light" panose="020F0302020204030204" pitchFamily="34" charset="0"/>
                <a:ea typeface="+mn-ea"/>
                <a:cs typeface="+mn-cs"/>
              </a:rPr>
              <a:t>2018</a:t>
            </a:r>
          </a:p>
        </p:txBody>
      </p:sp>
      <p:sp>
        <p:nvSpPr>
          <p:cNvPr id="33" name="TextBox 32">
            <a:extLst>
              <a:ext uri="{FF2B5EF4-FFF2-40B4-BE49-F238E27FC236}">
                <a16:creationId xmlns:a16="http://schemas.microsoft.com/office/drawing/2014/main" id="{71BFD64A-9F60-4A9C-ACBF-BFA85EB83DEB}"/>
              </a:ext>
            </a:extLst>
          </p:cNvPr>
          <p:cNvSpPr txBox="1"/>
          <p:nvPr/>
        </p:nvSpPr>
        <p:spPr>
          <a:xfrm>
            <a:off x="9121766" y="1420426"/>
            <a:ext cx="49244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Calibri Light" panose="020F0302020204030204" pitchFamily="34" charset="0"/>
                <a:ea typeface="+mn-ea"/>
                <a:cs typeface="+mn-cs"/>
              </a:rPr>
              <a:t>Mar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Calibri Light" panose="020F0302020204030204" pitchFamily="34" charset="0"/>
                <a:ea typeface="+mn-ea"/>
                <a:cs typeface="+mn-cs"/>
              </a:rPr>
              <a:t>2019</a:t>
            </a:r>
          </a:p>
        </p:txBody>
      </p:sp>
      <p:sp>
        <p:nvSpPr>
          <p:cNvPr id="34" name="TextBox 33">
            <a:extLst>
              <a:ext uri="{FF2B5EF4-FFF2-40B4-BE49-F238E27FC236}">
                <a16:creationId xmlns:a16="http://schemas.microsoft.com/office/drawing/2014/main" id="{24715050-1148-46A8-896C-668044FCB0E2}"/>
              </a:ext>
            </a:extLst>
          </p:cNvPr>
          <p:cNvSpPr txBox="1"/>
          <p:nvPr/>
        </p:nvSpPr>
        <p:spPr>
          <a:xfrm>
            <a:off x="702931" y="2858200"/>
            <a:ext cx="859409" cy="276999"/>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200 Hours</a:t>
            </a:r>
          </a:p>
        </p:txBody>
      </p:sp>
      <p:sp>
        <p:nvSpPr>
          <p:cNvPr id="35" name="Oval 6">
            <a:extLst>
              <a:ext uri="{FF2B5EF4-FFF2-40B4-BE49-F238E27FC236}">
                <a16:creationId xmlns:a16="http://schemas.microsoft.com/office/drawing/2014/main" id="{328AAB19-1A8A-48E1-98C5-90B90CA140DE}"/>
              </a:ext>
            </a:extLst>
          </p:cNvPr>
          <p:cNvSpPr>
            <a:spLocks noChangeArrowheads="1"/>
          </p:cNvSpPr>
          <p:nvPr/>
        </p:nvSpPr>
        <p:spPr bwMode="auto">
          <a:xfrm>
            <a:off x="4573442" y="4243982"/>
            <a:ext cx="216427" cy="222888"/>
          </a:xfrm>
          <a:prstGeom prst="ellipse">
            <a:avLst/>
          </a:prstGeom>
          <a:solidFill>
            <a:srgbClr val="EDEDED"/>
          </a:solidFill>
          <a:ln w="44450" cap="flat">
            <a:solidFill>
              <a:srgbClr val="377790"/>
            </a:solidFill>
            <a:prstDash val="solid"/>
            <a:miter lim="800000"/>
            <a:headEnd/>
            <a:tailEnd/>
          </a:ln>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262626"/>
              </a:solidFill>
              <a:effectLst/>
              <a:uLnTx/>
              <a:uFillTx/>
              <a:latin typeface="Calibri Light"/>
              <a:ea typeface="+mn-ea"/>
              <a:cs typeface="+mn-cs"/>
            </a:endParaRPr>
          </a:p>
        </p:txBody>
      </p:sp>
      <p:sp>
        <p:nvSpPr>
          <p:cNvPr id="36" name="Line 29">
            <a:extLst>
              <a:ext uri="{FF2B5EF4-FFF2-40B4-BE49-F238E27FC236}">
                <a16:creationId xmlns:a16="http://schemas.microsoft.com/office/drawing/2014/main" id="{30CC8171-8114-474A-B329-57CE3172E5F0}"/>
              </a:ext>
            </a:extLst>
          </p:cNvPr>
          <p:cNvSpPr>
            <a:spLocks noChangeShapeType="1"/>
          </p:cNvSpPr>
          <p:nvPr/>
        </p:nvSpPr>
        <p:spPr bwMode="auto">
          <a:xfrm flipH="1" flipV="1">
            <a:off x="4653096" y="1813822"/>
            <a:ext cx="22071" cy="2405386"/>
          </a:xfrm>
          <a:prstGeom prst="line">
            <a:avLst/>
          </a:prstGeom>
          <a:noFill/>
          <a:ln w="44450" cap="flat">
            <a:solidFill>
              <a:srgbClr val="377790"/>
            </a:solidFill>
            <a:prstDash val="dash"/>
            <a:miter lim="800000"/>
            <a:headEnd/>
            <a:tailEnd/>
          </a:ln>
          <a:extLst>
            <a:ext uri="{909E8E84-426E-40DD-AFC4-6F175D3DCCD1}">
              <a14:hiddenFill xmlns:a14="http://schemas.microsoft.com/office/drawing/2010/main">
                <a:noFill/>
              </a14:hiddenFill>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262626"/>
              </a:solidFill>
              <a:effectLst/>
              <a:uLnTx/>
              <a:uFillTx/>
              <a:latin typeface="Calibri Light"/>
              <a:ea typeface="+mn-ea"/>
              <a:cs typeface="+mn-cs"/>
            </a:endParaRPr>
          </a:p>
        </p:txBody>
      </p:sp>
      <p:sp>
        <p:nvSpPr>
          <p:cNvPr id="38" name="Line 29">
            <a:extLst>
              <a:ext uri="{FF2B5EF4-FFF2-40B4-BE49-F238E27FC236}">
                <a16:creationId xmlns:a16="http://schemas.microsoft.com/office/drawing/2014/main" id="{C2F5918A-0E9F-4B2D-B176-D21F11087064}"/>
              </a:ext>
            </a:extLst>
          </p:cNvPr>
          <p:cNvSpPr>
            <a:spLocks noChangeShapeType="1"/>
          </p:cNvSpPr>
          <p:nvPr/>
        </p:nvSpPr>
        <p:spPr bwMode="auto">
          <a:xfrm flipH="1" flipV="1">
            <a:off x="6975263" y="1820495"/>
            <a:ext cx="15649" cy="2407029"/>
          </a:xfrm>
          <a:prstGeom prst="line">
            <a:avLst/>
          </a:prstGeom>
          <a:noFill/>
          <a:ln w="44450" cap="flat">
            <a:solidFill>
              <a:srgbClr val="377790"/>
            </a:solidFill>
            <a:prstDash val="dash"/>
            <a:miter lim="800000"/>
            <a:headEnd/>
            <a:tailEnd/>
          </a:ln>
          <a:extLst>
            <a:ext uri="{909E8E84-426E-40DD-AFC4-6F175D3DCCD1}">
              <a14:hiddenFill xmlns:a14="http://schemas.microsoft.com/office/drawing/2010/main">
                <a:noFill/>
              </a14:hiddenFill>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262626"/>
              </a:solidFill>
              <a:effectLst/>
              <a:uLnTx/>
              <a:uFillTx/>
              <a:latin typeface="Calibri Light"/>
              <a:ea typeface="+mn-ea"/>
              <a:cs typeface="+mn-cs"/>
            </a:endParaRPr>
          </a:p>
        </p:txBody>
      </p:sp>
      <p:sp>
        <p:nvSpPr>
          <p:cNvPr id="39" name="Oval 6">
            <a:extLst>
              <a:ext uri="{FF2B5EF4-FFF2-40B4-BE49-F238E27FC236}">
                <a16:creationId xmlns:a16="http://schemas.microsoft.com/office/drawing/2014/main" id="{0503840C-C608-474B-860A-97C544C77034}"/>
              </a:ext>
            </a:extLst>
          </p:cNvPr>
          <p:cNvSpPr>
            <a:spLocks noChangeArrowheads="1"/>
          </p:cNvSpPr>
          <p:nvPr/>
        </p:nvSpPr>
        <p:spPr bwMode="auto">
          <a:xfrm>
            <a:off x="9310732" y="4243982"/>
            <a:ext cx="216427" cy="222888"/>
          </a:xfrm>
          <a:prstGeom prst="ellipse">
            <a:avLst/>
          </a:prstGeom>
          <a:solidFill>
            <a:srgbClr val="EDEDED"/>
          </a:solidFill>
          <a:ln w="44450" cap="flat">
            <a:solidFill>
              <a:srgbClr val="377790"/>
            </a:solidFill>
            <a:prstDash val="solid"/>
            <a:miter lim="800000"/>
            <a:headEnd/>
            <a:tailEnd/>
          </a:ln>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262626"/>
              </a:solidFill>
              <a:effectLst/>
              <a:uLnTx/>
              <a:uFillTx/>
              <a:latin typeface="Calibri Light"/>
              <a:ea typeface="+mn-ea"/>
              <a:cs typeface="+mn-cs"/>
            </a:endParaRPr>
          </a:p>
        </p:txBody>
      </p:sp>
      <p:sp>
        <p:nvSpPr>
          <p:cNvPr id="40" name="Line 29">
            <a:extLst>
              <a:ext uri="{FF2B5EF4-FFF2-40B4-BE49-F238E27FC236}">
                <a16:creationId xmlns:a16="http://schemas.microsoft.com/office/drawing/2014/main" id="{7E058CF2-1198-4B0C-B25B-3D270EB28194}"/>
              </a:ext>
            </a:extLst>
          </p:cNvPr>
          <p:cNvSpPr>
            <a:spLocks noChangeShapeType="1"/>
          </p:cNvSpPr>
          <p:nvPr/>
        </p:nvSpPr>
        <p:spPr bwMode="auto">
          <a:xfrm flipH="1" flipV="1">
            <a:off x="9389173" y="1811797"/>
            <a:ext cx="25414" cy="2407410"/>
          </a:xfrm>
          <a:prstGeom prst="line">
            <a:avLst/>
          </a:prstGeom>
          <a:noFill/>
          <a:ln w="44450" cap="flat">
            <a:solidFill>
              <a:srgbClr val="377790"/>
            </a:solidFill>
            <a:prstDash val="dash"/>
            <a:miter lim="800000"/>
            <a:headEnd/>
            <a:tailEnd/>
          </a:ln>
          <a:extLst>
            <a:ext uri="{909E8E84-426E-40DD-AFC4-6F175D3DCCD1}">
              <a14:hiddenFill xmlns:a14="http://schemas.microsoft.com/office/drawing/2010/main">
                <a:noFill/>
              </a14:hiddenFill>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262626"/>
              </a:solidFill>
              <a:effectLst/>
              <a:uLnTx/>
              <a:uFillTx/>
              <a:latin typeface="Calibri Light"/>
              <a:ea typeface="+mn-ea"/>
              <a:cs typeface="+mn-cs"/>
            </a:endParaRPr>
          </a:p>
        </p:txBody>
      </p:sp>
      <p:sp>
        <p:nvSpPr>
          <p:cNvPr id="41" name="Title 3">
            <a:extLst>
              <a:ext uri="{FF2B5EF4-FFF2-40B4-BE49-F238E27FC236}">
                <a16:creationId xmlns:a16="http://schemas.microsoft.com/office/drawing/2014/main" id="{23476A40-46E5-43D2-8ED1-82E184045229}"/>
              </a:ext>
            </a:extLst>
          </p:cNvPr>
          <p:cNvSpPr>
            <a:spLocks noGrp="1"/>
          </p:cNvSpPr>
          <p:nvPr>
            <p:ph type="title"/>
          </p:nvPr>
        </p:nvSpPr>
        <p:spPr>
          <a:xfrm>
            <a:off x="209823" y="388136"/>
            <a:ext cx="11252200" cy="334102"/>
          </a:xfrm>
        </p:spPr>
        <p:txBody>
          <a:bodyPr vert="horz" lIns="0" tIns="0" rIns="0" bIns="0" rtlCol="0" anchor="t" anchorCtr="0">
            <a:noAutofit/>
          </a:bodyPr>
          <a:lstStyle/>
          <a:p>
            <a:pPr defTabSz="1219170"/>
            <a:r>
              <a:rPr lang="en-US" sz="3600" dirty="0">
                <a:latin typeface="+mn-lt"/>
                <a:cs typeface="Arial" panose="020B0604020202020204" pitchFamily="34" charset="0"/>
              </a:rPr>
              <a:t>Test Automation High Level Plan </a:t>
            </a:r>
            <a:r>
              <a:rPr lang="en-US" sz="3600" dirty="0">
                <a:latin typeface="+mn-lt"/>
              </a:rPr>
              <a:t>- </a:t>
            </a:r>
            <a:r>
              <a:rPr lang="en-US" sz="3600" dirty="0" err="1">
                <a:latin typeface="+mn-lt"/>
              </a:rPr>
              <a:t>UiPath</a:t>
            </a:r>
            <a:endParaRPr lang="en-US" sz="3600" dirty="0">
              <a:latin typeface="+mn-lt"/>
              <a:cs typeface="Arial" panose="020B0604020202020204" pitchFamily="34" charset="0"/>
            </a:endParaRPr>
          </a:p>
        </p:txBody>
      </p:sp>
      <p:sp>
        <p:nvSpPr>
          <p:cNvPr id="43" name="Rectangle 42">
            <a:extLst>
              <a:ext uri="{FF2B5EF4-FFF2-40B4-BE49-F238E27FC236}">
                <a16:creationId xmlns:a16="http://schemas.microsoft.com/office/drawing/2014/main" id="{C183D73B-112F-4249-BE05-55D7BE2EB69A}"/>
              </a:ext>
            </a:extLst>
          </p:cNvPr>
          <p:cNvSpPr/>
          <p:nvPr/>
        </p:nvSpPr>
        <p:spPr>
          <a:xfrm>
            <a:off x="4842980" y="2991348"/>
            <a:ext cx="1955949" cy="1162256"/>
          </a:xfrm>
          <a:prstGeom prst="rect">
            <a:avLst/>
          </a:prstGeom>
          <a:solidFill>
            <a:srgbClr val="B0DA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1050" b="0" i="0" u="none" strike="noStrike" kern="1200" cap="none" spc="0" normalizeH="0" baseline="0" noProof="0" dirty="0">
                <a:ln>
                  <a:noFill/>
                </a:ln>
                <a:solidFill>
                  <a:prstClr val="black"/>
                </a:solidFill>
                <a:effectLst/>
                <a:uLnTx/>
                <a:uFillTx/>
                <a:latin typeface="Calibri Light" panose="020F0302020204030204" pitchFamily="34" charset="0"/>
                <a:ea typeface="游ゴシック" panose="020B0400000000000000" pitchFamily="34" charset="-128"/>
                <a:cs typeface="+mn-cs"/>
              </a:rPr>
              <a:t>Conduct Regular Release Management activities leveraging automated and manual test scripts as part of the release management plan</a:t>
            </a:r>
          </a:p>
        </p:txBody>
      </p:sp>
      <p:sp>
        <p:nvSpPr>
          <p:cNvPr id="44" name="TextBox 43">
            <a:extLst>
              <a:ext uri="{FF2B5EF4-FFF2-40B4-BE49-F238E27FC236}">
                <a16:creationId xmlns:a16="http://schemas.microsoft.com/office/drawing/2014/main" id="{171E304E-1443-4D2D-9516-4B0AC236B7CF}"/>
              </a:ext>
            </a:extLst>
          </p:cNvPr>
          <p:cNvSpPr txBox="1"/>
          <p:nvPr/>
        </p:nvSpPr>
        <p:spPr>
          <a:xfrm>
            <a:off x="5371855" y="2858200"/>
            <a:ext cx="906720" cy="276999"/>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prstClr val="black"/>
                </a:solidFill>
                <a:latin typeface="Calibri" panose="020F0502020204030204"/>
              </a:rPr>
              <a:t>990</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Hours</a:t>
            </a:r>
          </a:p>
        </p:txBody>
      </p:sp>
      <p:sp>
        <p:nvSpPr>
          <p:cNvPr id="45" name="Rectangle 44">
            <a:extLst>
              <a:ext uri="{FF2B5EF4-FFF2-40B4-BE49-F238E27FC236}">
                <a16:creationId xmlns:a16="http://schemas.microsoft.com/office/drawing/2014/main" id="{10826D2E-95AD-4606-B080-C93DC59BE842}"/>
              </a:ext>
            </a:extLst>
          </p:cNvPr>
          <p:cNvSpPr/>
          <p:nvPr/>
        </p:nvSpPr>
        <p:spPr>
          <a:xfrm>
            <a:off x="7257793" y="2991348"/>
            <a:ext cx="2017576" cy="1162256"/>
          </a:xfrm>
          <a:prstGeom prst="rect">
            <a:avLst/>
          </a:prstGeom>
          <a:solidFill>
            <a:srgbClr val="B0DA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1050" b="0" i="0" u="none" strike="noStrike" kern="1200" cap="none" spc="0" normalizeH="0" baseline="0" noProof="0" dirty="0">
                <a:ln>
                  <a:noFill/>
                </a:ln>
                <a:solidFill>
                  <a:prstClr val="black"/>
                </a:solidFill>
                <a:effectLst/>
                <a:uLnTx/>
                <a:uFillTx/>
                <a:latin typeface="Calibri Light" panose="020F0302020204030204" pitchFamily="34" charset="0"/>
                <a:ea typeface="游ゴシック" panose="020B0400000000000000" pitchFamily="34" charset="-128"/>
                <a:cs typeface="+mn-cs"/>
              </a:rPr>
              <a:t>Conduct Regular Release Management activities leveraging automated and manual test scripts as part of the release management plan</a:t>
            </a:r>
          </a:p>
        </p:txBody>
      </p:sp>
      <p:sp>
        <p:nvSpPr>
          <p:cNvPr id="46" name="TextBox 45">
            <a:extLst>
              <a:ext uri="{FF2B5EF4-FFF2-40B4-BE49-F238E27FC236}">
                <a16:creationId xmlns:a16="http://schemas.microsoft.com/office/drawing/2014/main" id="{C90021D2-8FC2-40F9-95DD-3B8448BF346D}"/>
              </a:ext>
            </a:extLst>
          </p:cNvPr>
          <p:cNvSpPr txBox="1"/>
          <p:nvPr/>
        </p:nvSpPr>
        <p:spPr>
          <a:xfrm>
            <a:off x="7720465" y="2858200"/>
            <a:ext cx="906720" cy="276999"/>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prstClr val="black"/>
                </a:solidFill>
                <a:latin typeface="Calibri" panose="020F0502020204030204"/>
              </a:rPr>
              <a:t>990</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Hours</a:t>
            </a:r>
          </a:p>
        </p:txBody>
      </p:sp>
      <p:sp>
        <p:nvSpPr>
          <p:cNvPr id="47" name="Rectangle 46">
            <a:extLst>
              <a:ext uri="{FF2B5EF4-FFF2-40B4-BE49-F238E27FC236}">
                <a16:creationId xmlns:a16="http://schemas.microsoft.com/office/drawing/2014/main" id="{E8CF3C9D-5EF9-43C8-B70A-F6764484F47B}"/>
              </a:ext>
            </a:extLst>
          </p:cNvPr>
          <p:cNvSpPr/>
          <p:nvPr/>
        </p:nvSpPr>
        <p:spPr>
          <a:xfrm>
            <a:off x="9773052" y="2991348"/>
            <a:ext cx="2017576" cy="1162256"/>
          </a:xfrm>
          <a:prstGeom prst="rect">
            <a:avLst/>
          </a:prstGeom>
          <a:solidFill>
            <a:srgbClr val="B0DA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1050" b="0" i="0" u="none" strike="noStrike" kern="1200" cap="none" spc="0" normalizeH="0" baseline="0" noProof="0" dirty="0">
                <a:ln>
                  <a:noFill/>
                </a:ln>
                <a:solidFill>
                  <a:prstClr val="black"/>
                </a:solidFill>
                <a:effectLst/>
                <a:uLnTx/>
                <a:uFillTx/>
                <a:latin typeface="Calibri Light" panose="020F0302020204030204" pitchFamily="34" charset="0"/>
                <a:ea typeface="游ゴシック" panose="020B0400000000000000" pitchFamily="34" charset="-128"/>
                <a:cs typeface="+mn-cs"/>
              </a:rPr>
              <a:t>Conduct Regular Release Management activities leveraging automated and manual test scripts as part of the release management plan</a:t>
            </a:r>
          </a:p>
        </p:txBody>
      </p:sp>
      <p:sp>
        <p:nvSpPr>
          <p:cNvPr id="48" name="TextBox 47">
            <a:extLst>
              <a:ext uri="{FF2B5EF4-FFF2-40B4-BE49-F238E27FC236}">
                <a16:creationId xmlns:a16="http://schemas.microsoft.com/office/drawing/2014/main" id="{0BB1EA16-A0A1-46F5-8905-40299A79EE8B}"/>
              </a:ext>
            </a:extLst>
          </p:cNvPr>
          <p:cNvSpPr txBox="1"/>
          <p:nvPr/>
        </p:nvSpPr>
        <p:spPr>
          <a:xfrm>
            <a:off x="10235724" y="2858200"/>
            <a:ext cx="906720" cy="276999"/>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prstClr val="black"/>
                </a:solidFill>
                <a:latin typeface="Calibri" panose="020F0502020204030204"/>
              </a:rPr>
              <a:t>990</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Hours</a:t>
            </a:r>
          </a:p>
        </p:txBody>
      </p:sp>
      <p:sp>
        <p:nvSpPr>
          <p:cNvPr id="49" name="Rectangle 48">
            <a:extLst>
              <a:ext uri="{FF2B5EF4-FFF2-40B4-BE49-F238E27FC236}">
                <a16:creationId xmlns:a16="http://schemas.microsoft.com/office/drawing/2014/main" id="{10C80C65-23C3-4135-A3DE-EEF73F226A30}"/>
              </a:ext>
            </a:extLst>
          </p:cNvPr>
          <p:cNvSpPr/>
          <p:nvPr/>
        </p:nvSpPr>
        <p:spPr>
          <a:xfrm>
            <a:off x="2458164" y="2991348"/>
            <a:ext cx="2017576" cy="1139833"/>
          </a:xfrm>
          <a:prstGeom prst="rect">
            <a:avLst/>
          </a:prstGeom>
          <a:solidFill>
            <a:srgbClr val="B0DA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Automate initial </a:t>
            </a:r>
            <a:r>
              <a:rPr lang="en-US" sz="1050" dirty="0">
                <a:solidFill>
                  <a:prstClr val="black"/>
                </a:solidFill>
                <a:latin typeface="Calibri Light" panose="020F0302020204030204" pitchFamily="34" charset="0"/>
              </a:rPr>
              <a:t>30%</a:t>
            </a:r>
            <a:r>
              <a:rPr kumimoji="0" lang="en-US" sz="105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 test scripts  by priority chart</a:t>
            </a:r>
          </a:p>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Gather associated test data</a:t>
            </a:r>
          </a:p>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Conduct Unit/Functional Test</a:t>
            </a:r>
          </a:p>
        </p:txBody>
      </p:sp>
      <p:sp>
        <p:nvSpPr>
          <p:cNvPr id="50" name="TextBox 49">
            <a:extLst>
              <a:ext uri="{FF2B5EF4-FFF2-40B4-BE49-F238E27FC236}">
                <a16:creationId xmlns:a16="http://schemas.microsoft.com/office/drawing/2014/main" id="{B2E40C1B-CEE2-40FF-B196-D7D1FE612381}"/>
              </a:ext>
            </a:extLst>
          </p:cNvPr>
          <p:cNvSpPr txBox="1"/>
          <p:nvPr/>
        </p:nvSpPr>
        <p:spPr>
          <a:xfrm>
            <a:off x="2948024" y="2858200"/>
            <a:ext cx="945378" cy="276999"/>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prstClr val="black"/>
                </a:solidFill>
                <a:latin typeface="Calibri" panose="020F0502020204030204"/>
              </a:rPr>
              <a:t>2000</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Hours</a:t>
            </a:r>
          </a:p>
        </p:txBody>
      </p:sp>
      <p:sp>
        <p:nvSpPr>
          <p:cNvPr id="54" name="Rectangle 53">
            <a:extLst>
              <a:ext uri="{FF2B5EF4-FFF2-40B4-BE49-F238E27FC236}">
                <a16:creationId xmlns:a16="http://schemas.microsoft.com/office/drawing/2014/main" id="{69C8800D-17B0-4CEA-9931-774B6F507083}"/>
              </a:ext>
            </a:extLst>
          </p:cNvPr>
          <p:cNvSpPr/>
          <p:nvPr/>
        </p:nvSpPr>
        <p:spPr>
          <a:xfrm>
            <a:off x="4844409" y="1701003"/>
            <a:ext cx="1949197" cy="1139833"/>
          </a:xfrm>
          <a:prstGeom prst="rect">
            <a:avLst/>
          </a:prstGeom>
          <a:solidFill>
            <a:srgbClr val="B0DA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Automate remaining 70% test scripts  by priority chart</a:t>
            </a:r>
          </a:p>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Gather associated test data</a:t>
            </a:r>
          </a:p>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Conduct Unit/Functional Test</a:t>
            </a:r>
          </a:p>
        </p:txBody>
      </p:sp>
      <p:sp>
        <p:nvSpPr>
          <p:cNvPr id="55" name="TextBox 54">
            <a:extLst>
              <a:ext uri="{FF2B5EF4-FFF2-40B4-BE49-F238E27FC236}">
                <a16:creationId xmlns:a16="http://schemas.microsoft.com/office/drawing/2014/main" id="{977988A1-A171-45D2-BE45-F41591322DB4}"/>
              </a:ext>
            </a:extLst>
          </p:cNvPr>
          <p:cNvSpPr txBox="1"/>
          <p:nvPr/>
        </p:nvSpPr>
        <p:spPr>
          <a:xfrm>
            <a:off x="5366001" y="1567684"/>
            <a:ext cx="912574" cy="276999"/>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3896 Hours</a:t>
            </a:r>
          </a:p>
        </p:txBody>
      </p:sp>
      <p:sp>
        <p:nvSpPr>
          <p:cNvPr id="2" name="TextBox 1">
            <a:extLst>
              <a:ext uri="{FF2B5EF4-FFF2-40B4-BE49-F238E27FC236}">
                <a16:creationId xmlns:a16="http://schemas.microsoft.com/office/drawing/2014/main" id="{19B96ADF-ADE0-465D-BBBE-2F8B9EC5A09A}"/>
              </a:ext>
            </a:extLst>
          </p:cNvPr>
          <p:cNvSpPr txBox="1"/>
          <p:nvPr/>
        </p:nvSpPr>
        <p:spPr>
          <a:xfrm>
            <a:off x="274117" y="4637883"/>
            <a:ext cx="10601044" cy="1477328"/>
          </a:xfrm>
          <a:prstGeom prst="rect">
            <a:avLst/>
          </a:prstGeom>
          <a:noFill/>
        </p:spPr>
        <p:txBody>
          <a:bodyPr wrap="none" rtlCol="0">
            <a:spAutoFit/>
          </a:bodyPr>
          <a:lstStyle/>
          <a:p>
            <a:r>
              <a:rPr lang="en-US" dirty="0"/>
              <a:t>Estimated effort of 990 hours includes:</a:t>
            </a:r>
          </a:p>
          <a:p>
            <a:pPr marL="285750" indent="-285750">
              <a:buFont typeface="Arial" panose="020B0604020202020204" pitchFamily="34" charset="0"/>
              <a:buChar char="•"/>
            </a:pPr>
            <a:r>
              <a:rPr lang="en-US" dirty="0"/>
              <a:t>Update/addition of </a:t>
            </a:r>
            <a:r>
              <a:rPr lang="en-US" b="1" dirty="0"/>
              <a:t>~70 </a:t>
            </a:r>
            <a:r>
              <a:rPr lang="en-US" dirty="0"/>
              <a:t>incremental automation scripts during each release cycle</a:t>
            </a:r>
          </a:p>
          <a:p>
            <a:pPr marL="285750" indent="-285750">
              <a:buFont typeface="Arial" panose="020B0604020202020204" pitchFamily="34" charset="0"/>
              <a:buChar char="•"/>
            </a:pPr>
            <a:r>
              <a:rPr lang="en-US" dirty="0"/>
              <a:t>New Scripts above and beyond 70 will be analyzed in current Release and will be delivered in Release +1</a:t>
            </a:r>
          </a:p>
          <a:p>
            <a:pPr marL="285750" indent="-285750">
              <a:buFont typeface="Arial" panose="020B0604020202020204" pitchFamily="34" charset="0"/>
              <a:buChar char="•"/>
            </a:pPr>
            <a:r>
              <a:rPr lang="en-US" dirty="0"/>
              <a:t>Test data creation as needed by the Automation Bots</a:t>
            </a:r>
          </a:p>
          <a:p>
            <a:pPr marL="285750" indent="-285750">
              <a:buFont typeface="Arial" panose="020B0604020202020204" pitchFamily="34" charset="0"/>
              <a:buChar char="•"/>
            </a:pPr>
            <a:r>
              <a:rPr lang="en-US" dirty="0"/>
              <a:t>Execution/Remediation of Automation Bots </a:t>
            </a:r>
          </a:p>
        </p:txBody>
      </p:sp>
      <p:sp>
        <p:nvSpPr>
          <p:cNvPr id="51" name="Oval 6">
            <a:extLst>
              <a:ext uri="{FF2B5EF4-FFF2-40B4-BE49-F238E27FC236}">
                <a16:creationId xmlns:a16="http://schemas.microsoft.com/office/drawing/2014/main" id="{21176A6B-22AA-4810-9607-B99102BCBE21}"/>
              </a:ext>
            </a:extLst>
          </p:cNvPr>
          <p:cNvSpPr>
            <a:spLocks noChangeArrowheads="1"/>
          </p:cNvSpPr>
          <p:nvPr/>
        </p:nvSpPr>
        <p:spPr bwMode="auto">
          <a:xfrm>
            <a:off x="6887082" y="4244297"/>
            <a:ext cx="216427" cy="222888"/>
          </a:xfrm>
          <a:prstGeom prst="ellipse">
            <a:avLst/>
          </a:prstGeom>
          <a:solidFill>
            <a:srgbClr val="EDEDED"/>
          </a:solidFill>
          <a:ln w="44450" cap="flat">
            <a:solidFill>
              <a:srgbClr val="377790"/>
            </a:solidFill>
            <a:prstDash val="solid"/>
            <a:miter lim="800000"/>
            <a:headEnd/>
            <a:tailEnd/>
          </a:ln>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262626"/>
              </a:solidFill>
              <a:effectLst/>
              <a:uLnTx/>
              <a:uFillTx/>
              <a:latin typeface="Calibri Light"/>
              <a:ea typeface="+mn-ea"/>
              <a:cs typeface="+mn-cs"/>
            </a:endParaRPr>
          </a:p>
        </p:txBody>
      </p:sp>
    </p:spTree>
    <p:extLst>
      <p:ext uri="{BB962C8B-B14F-4D97-AF65-F5344CB8AC3E}">
        <p14:creationId xmlns:p14="http://schemas.microsoft.com/office/powerpoint/2010/main" val="1030294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p:cNvSpPr>
            <a:spLocks noGrp="1"/>
          </p:cNvSpPr>
          <p:nvPr>
            <p:ph type="title"/>
          </p:nvPr>
        </p:nvSpPr>
        <p:spPr>
          <a:xfrm>
            <a:off x="218542" y="139838"/>
            <a:ext cx="11252200" cy="334102"/>
          </a:xfrm>
        </p:spPr>
        <p:txBody>
          <a:bodyPr/>
          <a:lstStyle/>
          <a:p>
            <a:r>
              <a:rPr lang="en-US" sz="3600" b="0" dirty="0" err="1">
                <a:solidFill>
                  <a:schemeClr val="tx1"/>
                </a:solidFill>
                <a:latin typeface="+mn-lt"/>
                <a:cs typeface="Arial" panose="020B0604020202020204" pitchFamily="34" charset="0"/>
              </a:rPr>
              <a:t>UIPath</a:t>
            </a:r>
            <a:r>
              <a:rPr lang="en-US" sz="3600" b="0" dirty="0">
                <a:solidFill>
                  <a:schemeClr val="tx1"/>
                </a:solidFill>
                <a:latin typeface="+mn-lt"/>
                <a:cs typeface="Arial" panose="020B0604020202020204" pitchFamily="34" charset="0"/>
              </a:rPr>
              <a:t> Cost </a:t>
            </a:r>
          </a:p>
        </p:txBody>
      </p:sp>
      <p:graphicFrame>
        <p:nvGraphicFramePr>
          <p:cNvPr id="15" name="Group 3">
            <a:extLst>
              <a:ext uri="{FF2B5EF4-FFF2-40B4-BE49-F238E27FC236}">
                <a16:creationId xmlns:a16="http://schemas.microsoft.com/office/drawing/2014/main" id="{14D8B676-C759-46C8-8CBB-381D5349F3BB}"/>
              </a:ext>
            </a:extLst>
          </p:cNvPr>
          <p:cNvGraphicFramePr>
            <a:graphicFrameLocks noGrp="1"/>
          </p:cNvGraphicFramePr>
          <p:nvPr>
            <p:extLst>
              <p:ext uri="{D42A27DB-BD31-4B8C-83A1-F6EECF244321}">
                <p14:modId xmlns:p14="http://schemas.microsoft.com/office/powerpoint/2010/main" val="2467624534"/>
              </p:ext>
            </p:extLst>
          </p:nvPr>
        </p:nvGraphicFramePr>
        <p:xfrm>
          <a:off x="4952445" y="1111385"/>
          <a:ext cx="7074801" cy="3337560"/>
        </p:xfrm>
        <a:graphic>
          <a:graphicData uri="http://schemas.openxmlformats.org/drawingml/2006/table">
            <a:tbl>
              <a:tblPr/>
              <a:tblGrid>
                <a:gridCol w="1210526">
                  <a:extLst>
                    <a:ext uri="{9D8B030D-6E8A-4147-A177-3AD203B41FA5}">
                      <a16:colId xmlns:a16="http://schemas.microsoft.com/office/drawing/2014/main" val="20000"/>
                    </a:ext>
                  </a:extLst>
                </a:gridCol>
                <a:gridCol w="1146252">
                  <a:extLst>
                    <a:ext uri="{9D8B030D-6E8A-4147-A177-3AD203B41FA5}">
                      <a16:colId xmlns:a16="http://schemas.microsoft.com/office/drawing/2014/main" val="20001"/>
                    </a:ext>
                  </a:extLst>
                </a:gridCol>
                <a:gridCol w="1703002">
                  <a:extLst>
                    <a:ext uri="{9D8B030D-6E8A-4147-A177-3AD203B41FA5}">
                      <a16:colId xmlns:a16="http://schemas.microsoft.com/office/drawing/2014/main" val="1118624265"/>
                    </a:ext>
                  </a:extLst>
                </a:gridCol>
                <a:gridCol w="781507">
                  <a:extLst>
                    <a:ext uri="{9D8B030D-6E8A-4147-A177-3AD203B41FA5}">
                      <a16:colId xmlns:a16="http://schemas.microsoft.com/office/drawing/2014/main" val="1466885288"/>
                    </a:ext>
                  </a:extLst>
                </a:gridCol>
                <a:gridCol w="2233514">
                  <a:extLst>
                    <a:ext uri="{9D8B030D-6E8A-4147-A177-3AD203B41FA5}">
                      <a16:colId xmlns:a16="http://schemas.microsoft.com/office/drawing/2014/main" val="2228816534"/>
                    </a:ext>
                  </a:extLst>
                </a:gridCol>
              </a:tblGrid>
              <a:tr h="490861">
                <a:tc>
                  <a:txBody>
                    <a:bodyPr/>
                    <a:lstStyle/>
                    <a:p>
                      <a:pPr marL="0" marR="0" lvl="0" indent="0" algn="l" defTabSz="684213" rtl="0" eaLnBrk="0" fontAlgn="base" latinLnBrk="0" hangingPunct="0">
                        <a:lnSpc>
                          <a:spcPct val="100000"/>
                        </a:lnSpc>
                        <a:spcBef>
                          <a:spcPts val="0"/>
                        </a:spcBef>
                        <a:spcAft>
                          <a:spcPts val="0"/>
                        </a:spcAft>
                        <a:buClrTx/>
                        <a:buSzPct val="25000"/>
                        <a:buFont typeface="Wingdings" pitchFamily="2" charset="2"/>
                        <a:buNone/>
                        <a:tabLst/>
                      </a:pPr>
                      <a:r>
                        <a:rPr kumimoji="0" lang="en-US" sz="1300" b="0" u="none" strike="noStrike" kern="1200" cap="none" normalizeH="0" baseline="0" dirty="0">
                          <a:ln>
                            <a:noFill/>
                          </a:ln>
                          <a:solidFill>
                            <a:schemeClr val="accent1"/>
                          </a:solidFill>
                          <a:effectLst/>
                          <a:latin typeface="+mn-lt"/>
                          <a:ea typeface="+mn-ea"/>
                          <a:cs typeface="+mn-cs"/>
                        </a:rPr>
                        <a:t>Scope</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4213" rtl="0" eaLnBrk="0" fontAlgn="base" latinLnBrk="0" hangingPunct="0">
                        <a:lnSpc>
                          <a:spcPct val="100000"/>
                        </a:lnSpc>
                        <a:spcBef>
                          <a:spcPts val="0"/>
                        </a:spcBef>
                        <a:spcAft>
                          <a:spcPts val="0"/>
                        </a:spcAft>
                        <a:buClrTx/>
                        <a:buSzPct val="65000"/>
                        <a:buFont typeface="Wingdings"/>
                        <a:buNone/>
                        <a:tabLst/>
                      </a:pPr>
                      <a:r>
                        <a:rPr kumimoji="0" lang="en-US" sz="1300" b="0" u="none" strike="noStrike" kern="1200" cap="none" normalizeH="0" baseline="0" dirty="0">
                          <a:ln>
                            <a:noFill/>
                          </a:ln>
                          <a:solidFill>
                            <a:schemeClr val="accent1"/>
                          </a:solidFill>
                          <a:effectLst/>
                          <a:latin typeface="+mn-lt"/>
                          <a:ea typeface="+mn-ea"/>
                          <a:cs typeface="+mn-cs"/>
                        </a:rPr>
                        <a:t>Total Hrs.</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4213" rtl="0" eaLnBrk="0" fontAlgn="base" latinLnBrk="0" hangingPunct="0">
                        <a:lnSpc>
                          <a:spcPct val="100000"/>
                        </a:lnSpc>
                        <a:spcBef>
                          <a:spcPts val="0"/>
                        </a:spcBef>
                        <a:spcAft>
                          <a:spcPts val="0"/>
                        </a:spcAft>
                        <a:buClrTx/>
                        <a:buSzPct val="65000"/>
                        <a:buFont typeface="Wingdings"/>
                        <a:buNone/>
                        <a:tabLst/>
                      </a:pPr>
                      <a:r>
                        <a:rPr kumimoji="0" lang="en-US" sz="1300" b="0" u="none" strike="noStrike" kern="1200" cap="none" normalizeH="0" baseline="0" dirty="0">
                          <a:ln>
                            <a:noFill/>
                          </a:ln>
                          <a:solidFill>
                            <a:schemeClr val="accent1"/>
                          </a:solidFill>
                          <a:effectLst/>
                          <a:latin typeface="+mn-lt"/>
                          <a:ea typeface="+mn-ea"/>
                          <a:cs typeface="+mn-cs"/>
                        </a:rPr>
                        <a:t>Client Fees Billed</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Bef>
                          <a:spcPts val="0"/>
                        </a:spcBef>
                        <a:spcAft>
                          <a:spcPts val="0"/>
                        </a:spcAft>
                      </a:pPr>
                      <a:r>
                        <a:rPr kumimoji="0" lang="en-US" sz="1300" b="0" u="none" strike="noStrike" kern="1200" cap="none" normalizeH="0" baseline="0" dirty="0">
                          <a:ln>
                            <a:noFill/>
                          </a:ln>
                          <a:solidFill>
                            <a:schemeClr val="accent1"/>
                          </a:solidFill>
                          <a:effectLst/>
                          <a:latin typeface="+mn-lt"/>
                          <a:ea typeface="+mn-ea"/>
                          <a:cs typeface="+mn-cs"/>
                        </a:rPr>
                        <a:t>Total Scripts</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Bef>
                          <a:spcPts val="0"/>
                        </a:spcBef>
                        <a:spcAft>
                          <a:spcPts val="0"/>
                        </a:spcAft>
                      </a:pPr>
                      <a:r>
                        <a:rPr kumimoji="0" lang="en-US" sz="1300" b="0" u="none" strike="noStrike" kern="1200" cap="none" normalizeH="0" baseline="0" dirty="0">
                          <a:ln>
                            <a:noFill/>
                          </a:ln>
                          <a:solidFill>
                            <a:schemeClr val="accent1"/>
                          </a:solidFill>
                          <a:effectLst/>
                          <a:latin typeface="+mn-lt"/>
                          <a:ea typeface="+mn-ea"/>
                          <a:cs typeface="+mn-cs"/>
                        </a:rPr>
                        <a:t>Automation Type</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865511">
                <a:tc rowSpan="2">
                  <a:txBody>
                    <a:bodyPr/>
                    <a:lstStyle/>
                    <a:p>
                      <a:pPr defTabSz="762000"/>
                      <a:r>
                        <a:rPr lang="en-US" sz="900" b="1" dirty="0"/>
                        <a:t>Process Area</a:t>
                      </a:r>
                    </a:p>
                    <a:p>
                      <a:pPr marL="171450" indent="-171450" defTabSz="762000">
                        <a:buFont typeface="Arial" panose="020B0604020202020204" pitchFamily="34" charset="0"/>
                        <a:buChar char="•"/>
                      </a:pPr>
                      <a:r>
                        <a:rPr lang="en-US" sz="900" b="0" dirty="0"/>
                        <a:t>Absence</a:t>
                      </a:r>
                    </a:p>
                    <a:p>
                      <a:pPr marL="171450" indent="-171450" defTabSz="762000">
                        <a:buFont typeface="Arial" panose="020B0604020202020204" pitchFamily="34" charset="0"/>
                        <a:buChar char="•"/>
                      </a:pPr>
                      <a:r>
                        <a:rPr lang="en-US" sz="900" b="0" dirty="0"/>
                        <a:t>AP</a:t>
                      </a:r>
                    </a:p>
                    <a:p>
                      <a:pPr marL="171450" indent="-171450" defTabSz="762000">
                        <a:buFont typeface="Arial" panose="020B0604020202020204" pitchFamily="34" charset="0"/>
                        <a:buChar char="•"/>
                      </a:pPr>
                      <a:r>
                        <a:rPr lang="en-US" sz="900" b="0" dirty="0"/>
                        <a:t>AR</a:t>
                      </a:r>
                    </a:p>
                    <a:p>
                      <a:pPr marL="171450" indent="-171450" defTabSz="762000">
                        <a:buFont typeface="Arial" panose="020B0604020202020204" pitchFamily="34" charset="0"/>
                        <a:buChar char="•"/>
                      </a:pPr>
                      <a:r>
                        <a:rPr lang="en-US" sz="900" b="0" dirty="0"/>
                        <a:t>CM</a:t>
                      </a:r>
                    </a:p>
                    <a:p>
                      <a:pPr marL="171450" indent="-171450" defTabSz="762000">
                        <a:buFont typeface="Arial" panose="020B0604020202020204" pitchFamily="34" charset="0"/>
                        <a:buChar char="•"/>
                      </a:pPr>
                      <a:r>
                        <a:rPr lang="en-US" sz="900" b="0" dirty="0"/>
                        <a:t>Core HR</a:t>
                      </a:r>
                    </a:p>
                    <a:p>
                      <a:pPr marL="171450" indent="-171450" defTabSz="762000">
                        <a:buFont typeface="Arial" panose="020B0604020202020204" pitchFamily="34" charset="0"/>
                        <a:buChar char="•"/>
                      </a:pPr>
                      <a:r>
                        <a:rPr lang="en-US" sz="900" b="0" dirty="0"/>
                        <a:t>FA</a:t>
                      </a:r>
                    </a:p>
                    <a:p>
                      <a:pPr marL="171450" indent="-171450" defTabSz="762000">
                        <a:buFont typeface="Arial" panose="020B0604020202020204" pitchFamily="34" charset="0"/>
                        <a:buChar char="•"/>
                      </a:pPr>
                      <a:r>
                        <a:rPr lang="en-US" sz="900" b="0" dirty="0"/>
                        <a:t>GL</a:t>
                      </a:r>
                    </a:p>
                    <a:p>
                      <a:pPr marL="171450" indent="-171450" defTabSz="762000">
                        <a:buFont typeface="Arial" panose="020B0604020202020204" pitchFamily="34" charset="0"/>
                        <a:buChar char="•"/>
                      </a:pPr>
                      <a:r>
                        <a:rPr lang="en-US" sz="900" b="0" dirty="0"/>
                        <a:t>Payroll</a:t>
                      </a:r>
                    </a:p>
                    <a:p>
                      <a:pPr marL="171450" indent="-171450" defTabSz="762000">
                        <a:buFont typeface="Arial" panose="020B0604020202020204" pitchFamily="34" charset="0"/>
                        <a:buChar char="•"/>
                      </a:pPr>
                      <a:r>
                        <a:rPr lang="en-US" sz="900" b="0" dirty="0"/>
                        <a:t>PPM</a:t>
                      </a:r>
                    </a:p>
                    <a:p>
                      <a:pPr marL="171450" indent="-171450" defTabSz="762000">
                        <a:buFont typeface="Arial" panose="020B0604020202020204" pitchFamily="34" charset="0"/>
                        <a:buChar char="•"/>
                      </a:pPr>
                      <a:r>
                        <a:rPr lang="en-US" sz="900" b="0" dirty="0"/>
                        <a:t>Procurement</a:t>
                      </a:r>
                    </a:p>
                    <a:p>
                      <a:pPr marL="171450" indent="-171450" defTabSz="762000">
                        <a:buFont typeface="Arial" panose="020B0604020202020204" pitchFamily="34" charset="0"/>
                        <a:buChar char="•"/>
                      </a:pPr>
                      <a:r>
                        <a:rPr lang="en-US" sz="900" b="0" dirty="0"/>
                        <a:t>Taleo</a:t>
                      </a:r>
                    </a:p>
                    <a:p>
                      <a:pPr marL="227013" indent="-114300" defTabSz="762000">
                        <a:buFont typeface="Arial" panose="020B0604020202020204" pitchFamily="34" charset="0"/>
                        <a:buChar char="•"/>
                      </a:pPr>
                      <a:endParaRPr lang="en-US" sz="900" dirty="0"/>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2388" marR="0" indent="0">
                        <a:spcBef>
                          <a:spcPts val="300"/>
                        </a:spcBef>
                        <a:spcAft>
                          <a:spcPts val="300"/>
                        </a:spcAft>
                      </a:pPr>
                      <a:r>
                        <a:rPr lang="en-US" sz="900" kern="1200" dirty="0">
                          <a:solidFill>
                            <a:srgbClr val="000000"/>
                          </a:solidFill>
                          <a:effectLst/>
                          <a:latin typeface="+mn-lt"/>
                          <a:ea typeface="Times" panose="02020603050405020304" pitchFamily="18" charset="0"/>
                          <a:cs typeface="Times New Roman" panose="02020603050405020304" pitchFamily="18" charset="0"/>
                        </a:rPr>
                        <a:t>Approx.</a:t>
                      </a:r>
                    </a:p>
                    <a:p>
                      <a:pPr marL="52388" marR="0" indent="0">
                        <a:spcBef>
                          <a:spcPts val="300"/>
                        </a:spcBef>
                        <a:spcAft>
                          <a:spcPts val="300"/>
                        </a:spcAft>
                      </a:pPr>
                      <a:r>
                        <a:rPr lang="en-US" sz="900" kern="1200" dirty="0">
                          <a:solidFill>
                            <a:srgbClr val="000000"/>
                          </a:solidFill>
                          <a:effectLst/>
                          <a:latin typeface="+mn-lt"/>
                          <a:ea typeface="Times" panose="02020603050405020304" pitchFamily="18" charset="0"/>
                          <a:cs typeface="Times New Roman" panose="02020603050405020304" pitchFamily="18" charset="0"/>
                        </a:rPr>
                        <a:t>5,896</a:t>
                      </a:r>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Approx.</a:t>
                      </a:r>
                    </a:p>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$298,003</a:t>
                      </a:r>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389</a:t>
                      </a:r>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Full Automation with UI Path Licensing Cost (One time cost)  </a:t>
                      </a:r>
                    </a:p>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Breakdown (include Onsite tech lead for 8 weeks)</a:t>
                      </a:r>
                    </a:p>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Effort = $265,003/- </a:t>
                      </a:r>
                    </a:p>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a:t>
                      </a:r>
                    </a:p>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UIPath Licensing = $33,000/-</a:t>
                      </a:r>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555448">
                <a:tc vMerge="1">
                  <a:txBody>
                    <a:bodyPr/>
                    <a:lstStyle/>
                    <a:p>
                      <a:endParaRPr lang="en-US"/>
                    </a:p>
                  </a:txBody>
                  <a:tcPr/>
                </a:tc>
                <a:tc>
                  <a:txBody>
                    <a:bodyPr/>
                    <a:lstStyle/>
                    <a:p>
                      <a:pPr marL="52388" marR="0" indent="0">
                        <a:spcBef>
                          <a:spcPts val="300"/>
                        </a:spcBef>
                        <a:spcAft>
                          <a:spcPts val="300"/>
                        </a:spcAft>
                      </a:pPr>
                      <a:r>
                        <a:rPr lang="en-US" sz="900" kern="1200" dirty="0">
                          <a:solidFill>
                            <a:srgbClr val="000000"/>
                          </a:solidFill>
                          <a:effectLst/>
                          <a:latin typeface="+mn-lt"/>
                          <a:ea typeface="Times" panose="02020603050405020304" pitchFamily="18" charset="0"/>
                          <a:cs typeface="Times New Roman" panose="02020603050405020304" pitchFamily="18" charset="0"/>
                        </a:rPr>
                        <a:t>Approx.</a:t>
                      </a:r>
                    </a:p>
                    <a:p>
                      <a:pPr marL="52388" marR="0" indent="0">
                        <a:spcBef>
                          <a:spcPts val="300"/>
                        </a:spcBef>
                        <a:spcAft>
                          <a:spcPts val="300"/>
                        </a:spcAft>
                      </a:pPr>
                      <a:r>
                        <a:rPr lang="en-US" sz="900" kern="1200" dirty="0">
                          <a:solidFill>
                            <a:srgbClr val="000000"/>
                          </a:solidFill>
                          <a:effectLst/>
                          <a:latin typeface="+mn-lt"/>
                          <a:ea typeface="Times" panose="02020603050405020304" pitchFamily="18" charset="0"/>
                          <a:cs typeface="Times New Roman" panose="02020603050405020304" pitchFamily="18" charset="0"/>
                        </a:rPr>
                        <a:t>990 per quarter release (x4)*</a:t>
                      </a:r>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Approx.</a:t>
                      </a:r>
                    </a:p>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$162,240 for an year</a:t>
                      </a:r>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70 scripts per Upgrade</a:t>
                      </a:r>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Incremental Automation over an year with UI Path Licensing Cost </a:t>
                      </a:r>
                    </a:p>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Effort = $129,240/- </a:t>
                      </a:r>
                    </a:p>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a:t>
                      </a:r>
                    </a:p>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err="1"/>
                        <a:t>UIPath</a:t>
                      </a:r>
                      <a:r>
                        <a:rPr lang="en-US" sz="900" dirty="0"/>
                        <a:t> Licensing = $33,000/-</a:t>
                      </a:r>
                    </a:p>
                    <a:p>
                      <a:pPr marL="52388" marR="0" lvl="0" indent="0" algn="l" defTabSz="1219170" rtl="0" eaLnBrk="1" fontAlgn="auto" latinLnBrk="0" hangingPunct="1">
                        <a:lnSpc>
                          <a:spcPct val="100000"/>
                        </a:lnSpc>
                        <a:spcBef>
                          <a:spcPts val="300"/>
                        </a:spcBef>
                        <a:spcAft>
                          <a:spcPts val="300"/>
                        </a:spcAft>
                        <a:buClrTx/>
                        <a:buSzTx/>
                        <a:buFontTx/>
                        <a:buNone/>
                        <a:tabLst/>
                        <a:defRPr/>
                      </a:pPr>
                      <a:endParaRPr lang="en-US" sz="900" dirty="0"/>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78404732"/>
                  </a:ext>
                </a:extLst>
              </a:tr>
            </a:tbl>
          </a:graphicData>
        </a:graphic>
      </p:graphicFrame>
      <p:graphicFrame>
        <p:nvGraphicFramePr>
          <p:cNvPr id="16" name="Group 3">
            <a:extLst>
              <a:ext uri="{FF2B5EF4-FFF2-40B4-BE49-F238E27FC236}">
                <a16:creationId xmlns:a16="http://schemas.microsoft.com/office/drawing/2014/main" id="{B654F28A-7D4C-49A8-B6E1-FAF0F662D745}"/>
              </a:ext>
            </a:extLst>
          </p:cNvPr>
          <p:cNvGraphicFramePr>
            <a:graphicFrameLocks noGrp="1"/>
          </p:cNvGraphicFramePr>
          <p:nvPr>
            <p:extLst>
              <p:ext uri="{D42A27DB-BD31-4B8C-83A1-F6EECF244321}">
                <p14:modId xmlns:p14="http://schemas.microsoft.com/office/powerpoint/2010/main" val="3478350675"/>
              </p:ext>
            </p:extLst>
          </p:nvPr>
        </p:nvGraphicFramePr>
        <p:xfrm>
          <a:off x="519777" y="1111385"/>
          <a:ext cx="4164586" cy="1452880"/>
        </p:xfrm>
        <a:graphic>
          <a:graphicData uri="http://schemas.openxmlformats.org/drawingml/2006/table">
            <a:tbl>
              <a:tblPr/>
              <a:tblGrid>
                <a:gridCol w="4164586">
                  <a:extLst>
                    <a:ext uri="{9D8B030D-6E8A-4147-A177-3AD203B41FA5}">
                      <a16:colId xmlns:a16="http://schemas.microsoft.com/office/drawing/2014/main" val="20000"/>
                    </a:ext>
                  </a:extLst>
                </a:gridCol>
              </a:tblGrid>
              <a:tr h="527094">
                <a:tc>
                  <a:txBody>
                    <a:bodyPr/>
                    <a:lstStyle/>
                    <a:p>
                      <a:pPr marL="0" marR="0" lvl="0" indent="0" algn="l" defTabSz="684213" rtl="0" eaLnBrk="0" fontAlgn="base" latinLnBrk="0" hangingPunct="0">
                        <a:lnSpc>
                          <a:spcPct val="100000"/>
                        </a:lnSpc>
                        <a:spcBef>
                          <a:spcPts val="400"/>
                        </a:spcBef>
                        <a:spcAft>
                          <a:spcPct val="0"/>
                        </a:spcAft>
                        <a:buClrTx/>
                        <a:buSzPct val="25000"/>
                        <a:buFont typeface="Wingdings" pitchFamily="2" charset="2"/>
                        <a:buNone/>
                        <a:tabLst/>
                      </a:pPr>
                      <a:r>
                        <a:rPr kumimoji="0" lang="en-US" sz="1300" b="0" u="none" strike="noStrike" kern="1200" cap="none" normalizeH="0" baseline="0" dirty="0">
                          <a:ln>
                            <a:noFill/>
                          </a:ln>
                          <a:solidFill>
                            <a:schemeClr val="accent1"/>
                          </a:solidFill>
                          <a:effectLst/>
                          <a:latin typeface="+mn-lt"/>
                          <a:ea typeface="+mn-ea"/>
                          <a:cs typeface="+mn-cs"/>
                        </a:rPr>
                        <a:t>Yearly Licensing Cost (</a:t>
                      </a:r>
                      <a:r>
                        <a:rPr kumimoji="0" lang="en-US" sz="1300" b="0" u="none" strike="noStrike" kern="1200" cap="none" normalizeH="0" baseline="0" dirty="0" err="1">
                          <a:ln>
                            <a:noFill/>
                          </a:ln>
                          <a:solidFill>
                            <a:schemeClr val="accent1"/>
                          </a:solidFill>
                          <a:effectLst/>
                          <a:latin typeface="+mn-lt"/>
                          <a:ea typeface="+mn-ea"/>
                          <a:cs typeface="+mn-cs"/>
                        </a:rPr>
                        <a:t>UiPath</a:t>
                      </a:r>
                      <a:r>
                        <a:rPr kumimoji="0" lang="en-US" sz="1300" b="0" u="none" strike="noStrike" kern="1200" cap="none" normalizeH="0" baseline="0" dirty="0">
                          <a:ln>
                            <a:noFill/>
                          </a:ln>
                          <a:solidFill>
                            <a:schemeClr val="accent1"/>
                          </a:solidFill>
                          <a:effectLst/>
                          <a:latin typeface="+mn-lt"/>
                          <a:ea typeface="+mn-ea"/>
                          <a:cs typeface="+mn-cs"/>
                        </a:rPr>
                        <a:t>)</a:t>
                      </a:r>
                    </a:p>
                    <a:p>
                      <a:pPr marL="0" marR="0" lvl="0" indent="0" algn="l" defTabSz="684213" rtl="0" eaLnBrk="0" fontAlgn="base" latinLnBrk="0" hangingPunct="0">
                        <a:lnSpc>
                          <a:spcPct val="100000"/>
                        </a:lnSpc>
                        <a:spcBef>
                          <a:spcPts val="400"/>
                        </a:spcBef>
                        <a:spcAft>
                          <a:spcPct val="0"/>
                        </a:spcAft>
                        <a:buClrTx/>
                        <a:buSzPct val="25000"/>
                        <a:buFont typeface="Wingdings" pitchFamily="2" charset="2"/>
                        <a:buNone/>
                        <a:tabLst/>
                      </a:pPr>
                      <a:endParaRPr kumimoji="0" lang="en-US" sz="1300" b="0" u="none" strike="noStrike" kern="1200" cap="none" normalizeH="0" baseline="0" dirty="0">
                        <a:ln>
                          <a:noFill/>
                        </a:ln>
                        <a:solidFill>
                          <a:schemeClr val="accent1"/>
                        </a:solidFill>
                        <a:effectLst/>
                        <a:latin typeface="+mn-lt"/>
                        <a:ea typeface="+mn-ea"/>
                        <a:cs typeface="+mn-cs"/>
                      </a:endParaRPr>
                    </a:p>
                  </a:txBody>
                  <a:tcPr marT="91440" marB="91440"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688623">
                <a:tc>
                  <a:txBody>
                    <a:bodyPr/>
                    <a:lstStyle/>
                    <a:p>
                      <a:pPr defTabSz="762000"/>
                      <a:r>
                        <a:rPr lang="en-US" sz="1050" b="1" dirty="0"/>
                        <a:t>Software</a:t>
                      </a:r>
                      <a:r>
                        <a:rPr lang="en-US" sz="1050" b="1" baseline="0" dirty="0"/>
                        <a:t> Cost (attended)</a:t>
                      </a:r>
                      <a:endParaRPr lang="en-US" sz="1050" b="1" dirty="0"/>
                    </a:p>
                    <a:p>
                      <a:pPr defTabSz="762000"/>
                      <a:r>
                        <a:rPr lang="en-US" sz="1050" baseline="0" dirty="0"/>
                        <a:t>7 X </a:t>
                      </a:r>
                      <a:r>
                        <a:rPr lang="en-US" sz="1050" dirty="0"/>
                        <a:t>Studio</a:t>
                      </a:r>
                      <a:r>
                        <a:rPr lang="en-US" sz="1050" b="1" baseline="30000" dirty="0"/>
                        <a:t>                              </a:t>
                      </a:r>
                      <a:r>
                        <a:rPr lang="en-US" sz="1050" dirty="0"/>
                        <a:t>–</a:t>
                      </a:r>
                      <a:r>
                        <a:rPr lang="en-US" sz="1050" b="0" baseline="0" dirty="0"/>
                        <a:t> $21,000 </a:t>
                      </a:r>
                      <a:endParaRPr lang="en-US" sz="1050" dirty="0"/>
                    </a:p>
                    <a:p>
                      <a:pPr defTabSz="762000"/>
                      <a:r>
                        <a:rPr lang="en-US" sz="1050" b="1" dirty="0"/>
                        <a:t>Bots</a:t>
                      </a:r>
                    </a:p>
                    <a:p>
                      <a:pPr defTabSz="762000"/>
                      <a:r>
                        <a:rPr lang="en-US" sz="1050" dirty="0"/>
                        <a:t>10 X Bots                        – $12,000 ($1,200</a:t>
                      </a:r>
                      <a:r>
                        <a:rPr lang="en-US" sz="1050" baseline="0" dirty="0"/>
                        <a:t> per bot)</a:t>
                      </a:r>
                      <a:r>
                        <a:rPr lang="en-US" sz="1050" dirty="0"/>
                        <a:t> </a:t>
                      </a:r>
                      <a:endParaRPr lang="en-US" sz="1050" b="0" dirty="0"/>
                    </a:p>
                  </a:txBody>
                  <a:tcPr marT="91440" marB="9144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18" name="TextBox 17">
            <a:extLst>
              <a:ext uri="{FF2B5EF4-FFF2-40B4-BE49-F238E27FC236}">
                <a16:creationId xmlns:a16="http://schemas.microsoft.com/office/drawing/2014/main" id="{50E54196-F59B-4BC3-919C-01AACB696A8C}"/>
              </a:ext>
            </a:extLst>
          </p:cNvPr>
          <p:cNvSpPr txBox="1"/>
          <p:nvPr/>
        </p:nvSpPr>
        <p:spPr>
          <a:xfrm>
            <a:off x="164754" y="3137995"/>
            <a:ext cx="4519609" cy="461665"/>
          </a:xfrm>
          <a:prstGeom prst="rect">
            <a:avLst/>
          </a:prstGeom>
          <a:noFill/>
        </p:spPr>
        <p:txBody>
          <a:bodyPr wrap="square" rtlCol="0">
            <a:spAutoFit/>
          </a:bodyPr>
          <a:lstStyle/>
          <a:p>
            <a:r>
              <a:rPr lang="en-US" sz="800" b="1" dirty="0"/>
              <a:t>*Break down of 3960 hours: 990 hours for each release upgrade (x4) Split</a:t>
            </a:r>
          </a:p>
          <a:p>
            <a:pPr marL="171450" indent="-171450">
              <a:buFont typeface="Arial" panose="020B0604020202020204" pitchFamily="34" charset="0"/>
              <a:buChar char="•"/>
            </a:pPr>
            <a:r>
              <a:rPr lang="en-US" sz="800" b="1" dirty="0"/>
              <a:t>Automation Bots Execution for testing (fixed for each upgrade) – 90 hours </a:t>
            </a:r>
          </a:p>
          <a:p>
            <a:pPr marL="171450" indent="-171450">
              <a:buFont typeface="Arial" panose="020B0604020202020204" pitchFamily="34" charset="0"/>
              <a:buChar char="•"/>
            </a:pPr>
            <a:r>
              <a:rPr lang="en-US" sz="800" b="1" dirty="0"/>
              <a:t>Update/addition of ~70 incremental automation for each release upgrade – 900 hours</a:t>
            </a:r>
          </a:p>
        </p:txBody>
      </p:sp>
    </p:spTree>
    <p:extLst>
      <p:ext uri="{BB962C8B-B14F-4D97-AF65-F5344CB8AC3E}">
        <p14:creationId xmlns:p14="http://schemas.microsoft.com/office/powerpoint/2010/main" val="7103367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91455" y="2511972"/>
            <a:ext cx="11195637" cy="914400"/>
          </a:xfrm>
        </p:spPr>
        <p:txBody>
          <a:bodyPr/>
          <a:lstStyle/>
          <a:p>
            <a:r>
              <a:rPr lang="en-US" altLang="ja-JP"/>
              <a:t>SELENIUM-JENKINS – AUTOMATION </a:t>
            </a:r>
            <a:endParaRPr lang="en-US" dirty="0"/>
          </a:p>
        </p:txBody>
      </p:sp>
      <p:sp>
        <p:nvSpPr>
          <p:cNvPr id="8" name="Title 1"/>
          <p:cNvSpPr txBox="1">
            <a:spLocks/>
          </p:cNvSpPr>
          <p:nvPr/>
        </p:nvSpPr>
        <p:spPr>
          <a:xfrm>
            <a:off x="698650" y="2871957"/>
            <a:ext cx="10960608" cy="753369"/>
          </a:xfrm>
          <a:prstGeom prst="rect">
            <a:avLst/>
          </a:prstGeom>
        </p:spPr>
        <p:txBody>
          <a:bodyPr/>
          <a:lstStyle>
            <a:lvl1pPr algn="l" defTabSz="914265" rtl="0" eaLnBrk="1" latinLnBrk="0" hangingPunct="1">
              <a:spcBef>
                <a:spcPct val="0"/>
              </a:spcBef>
              <a:buNone/>
              <a:defRPr sz="2000" b="1" kern="1200">
                <a:solidFill>
                  <a:srgbClr val="002060"/>
                </a:solidFill>
                <a:latin typeface="+mn-lt"/>
                <a:ea typeface="+mj-ea"/>
                <a:cs typeface="Arial"/>
              </a:defRPr>
            </a:lvl1pPr>
          </a:lstStyle>
          <a:p>
            <a:pPr algn="ctr"/>
            <a:endParaRPr lang="en-US" sz="4000" dirty="0"/>
          </a:p>
        </p:txBody>
      </p:sp>
    </p:spTree>
    <p:extLst>
      <p:ext uri="{BB962C8B-B14F-4D97-AF65-F5344CB8AC3E}">
        <p14:creationId xmlns:p14="http://schemas.microsoft.com/office/powerpoint/2010/main" val="1857531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p:cNvSpPr>
            <a:spLocks noGrp="1"/>
          </p:cNvSpPr>
          <p:nvPr>
            <p:ph type="title"/>
          </p:nvPr>
        </p:nvSpPr>
        <p:spPr>
          <a:xfrm>
            <a:off x="218542" y="139838"/>
            <a:ext cx="11252200" cy="334102"/>
          </a:xfrm>
        </p:spPr>
        <p:txBody>
          <a:bodyPr/>
          <a:lstStyle/>
          <a:p>
            <a:r>
              <a:rPr lang="en-US" sz="3600" b="0" dirty="0">
                <a:solidFill>
                  <a:schemeClr val="tx1"/>
                </a:solidFill>
                <a:latin typeface="+mn-lt"/>
                <a:cs typeface="Arial" panose="020B0604020202020204" pitchFamily="34" charset="0"/>
              </a:rPr>
              <a:t>Effort Summary</a:t>
            </a:r>
          </a:p>
        </p:txBody>
      </p:sp>
      <p:grpSp>
        <p:nvGrpSpPr>
          <p:cNvPr id="128" name="Group 127">
            <a:extLst>
              <a:ext uri="{FF2B5EF4-FFF2-40B4-BE49-F238E27FC236}">
                <a16:creationId xmlns:a16="http://schemas.microsoft.com/office/drawing/2014/main" id="{34D4CAC8-400A-42ED-99E0-EB52F9CC4507}"/>
              </a:ext>
            </a:extLst>
          </p:cNvPr>
          <p:cNvGrpSpPr/>
          <p:nvPr/>
        </p:nvGrpSpPr>
        <p:grpSpPr>
          <a:xfrm>
            <a:off x="739025" y="1358755"/>
            <a:ext cx="10610291" cy="1933972"/>
            <a:chOff x="469899" y="2775173"/>
            <a:chExt cx="4451339" cy="3343134"/>
          </a:xfrm>
        </p:grpSpPr>
        <p:sp>
          <p:nvSpPr>
            <p:cNvPr id="129" name="Text Box 10">
              <a:extLst>
                <a:ext uri="{FF2B5EF4-FFF2-40B4-BE49-F238E27FC236}">
                  <a16:creationId xmlns:a16="http://schemas.microsoft.com/office/drawing/2014/main" id="{915AB04F-191F-431E-AB2B-0512F588F00E}"/>
                </a:ext>
              </a:extLst>
            </p:cNvPr>
            <p:cNvSpPr txBox="1">
              <a:spLocks noChangeArrowheads="1"/>
            </p:cNvSpPr>
            <p:nvPr/>
          </p:nvSpPr>
          <p:spPr bwMode="auto">
            <a:xfrm>
              <a:off x="469900" y="2775173"/>
              <a:ext cx="4451338" cy="365760"/>
            </a:xfrm>
            <a:prstGeom prst="rect">
              <a:avLst/>
            </a:prstGeom>
            <a:solidFill>
              <a:srgbClr val="00B0F0"/>
            </a:solidFill>
            <a:ln w="12700" algn="ctr">
              <a:noFill/>
              <a:miter lim="800000"/>
              <a:headEnd/>
              <a:tailEnd type="none" w="sm" len="med"/>
            </a:ln>
          </p:spPr>
          <p:txBody>
            <a:bodyPr lIns="88900" tIns="88900" rIns="88900" bIns="88900" anchor="ctr" anchorCtr="0"/>
            <a:lstStyle/>
            <a:p>
              <a:pPr defTabSz="957263">
                <a:spcBef>
                  <a:spcPts val="200"/>
                </a:spcBef>
              </a:pPr>
              <a:r>
                <a:rPr lang="en-US" sz="1300" dirty="0">
                  <a:solidFill>
                    <a:schemeClr val="bg1"/>
                  </a:solidFill>
                </a:rPr>
                <a:t>Calculation</a:t>
              </a:r>
            </a:p>
          </p:txBody>
        </p:sp>
        <p:sp>
          <p:nvSpPr>
            <p:cNvPr id="130" name="Rectangle 11">
              <a:extLst>
                <a:ext uri="{FF2B5EF4-FFF2-40B4-BE49-F238E27FC236}">
                  <a16:creationId xmlns:a16="http://schemas.microsoft.com/office/drawing/2014/main" id="{C2CB2011-55AD-4041-BAF9-441BE456BC57}"/>
                </a:ext>
              </a:extLst>
            </p:cNvPr>
            <p:cNvSpPr>
              <a:spLocks noChangeArrowheads="1"/>
            </p:cNvSpPr>
            <p:nvPr/>
          </p:nvSpPr>
          <p:spPr bwMode="auto">
            <a:xfrm>
              <a:off x="469899" y="3061574"/>
              <a:ext cx="4451339" cy="3056733"/>
            </a:xfrm>
            <a:prstGeom prst="rect">
              <a:avLst/>
            </a:prstGeom>
            <a:solidFill>
              <a:schemeClr val="bg1">
                <a:lumMod val="95000"/>
              </a:schemeClr>
            </a:solidFill>
            <a:ln w="12700" algn="ctr">
              <a:noFill/>
              <a:miter lim="800000"/>
              <a:headEnd/>
              <a:tailEnd/>
            </a:ln>
          </p:spPr>
          <p:txBody>
            <a:bodyPr lIns="88900" tIns="88900" rIns="88900" bIns="88900" anchor="t" anchorCtr="0"/>
            <a:lstStyle/>
            <a:p>
              <a:pPr marL="228600" indent="-228600" defTabSz="957263">
                <a:spcBef>
                  <a:spcPts val="200"/>
                </a:spcBef>
                <a:spcAft>
                  <a:spcPts val="300"/>
                </a:spcAft>
                <a:buFont typeface="+mj-lt"/>
                <a:buAutoNum type="alphaUcPeriod"/>
              </a:pPr>
              <a:r>
                <a:rPr lang="fr-FR" sz="1050" b="1" dirty="0">
                  <a:cs typeface="Arial" pitchFamily="34" charset="0"/>
                </a:rPr>
                <a:t>Total Scripts = 397</a:t>
              </a:r>
            </a:p>
            <a:p>
              <a:pPr marL="228600" indent="-228600" defTabSz="957263">
                <a:spcBef>
                  <a:spcPts val="200"/>
                </a:spcBef>
                <a:spcAft>
                  <a:spcPts val="300"/>
                </a:spcAft>
                <a:buFont typeface="+mj-lt"/>
                <a:buAutoNum type="alphaUcPeriod"/>
              </a:pPr>
              <a:endParaRPr lang="fr-FR" sz="1050" b="1" dirty="0">
                <a:cs typeface="Arial" pitchFamily="34" charset="0"/>
              </a:endParaRPr>
            </a:p>
            <a:p>
              <a:pPr marL="228600" indent="-228600" defTabSz="957263">
                <a:spcBef>
                  <a:spcPts val="200"/>
                </a:spcBef>
                <a:spcAft>
                  <a:spcPts val="300"/>
                </a:spcAft>
                <a:buFont typeface="+mj-lt"/>
                <a:buAutoNum type="alphaUcPeriod"/>
              </a:pPr>
              <a:endParaRPr lang="fr-FR" sz="1050" b="1" dirty="0">
                <a:cs typeface="Arial" pitchFamily="34" charset="0"/>
              </a:endParaRPr>
            </a:p>
            <a:p>
              <a:pPr marL="228600" indent="-228600" defTabSz="957263">
                <a:spcBef>
                  <a:spcPts val="200"/>
                </a:spcBef>
                <a:spcAft>
                  <a:spcPts val="300"/>
                </a:spcAft>
                <a:buFont typeface="+mj-lt"/>
                <a:buAutoNum type="alphaUcPeriod"/>
              </a:pPr>
              <a:endParaRPr lang="fr-FR" sz="1050" b="1" dirty="0">
                <a:cs typeface="Arial" pitchFamily="34" charset="0"/>
              </a:endParaRPr>
            </a:p>
            <a:p>
              <a:pPr marL="228600" indent="-228600" defTabSz="957263">
                <a:spcBef>
                  <a:spcPts val="200"/>
                </a:spcBef>
                <a:spcAft>
                  <a:spcPts val="300"/>
                </a:spcAft>
                <a:buFont typeface="+mj-lt"/>
                <a:buAutoNum type="alphaUcPeriod"/>
              </a:pPr>
              <a:endParaRPr lang="fr-FR" sz="1050" b="1" dirty="0">
                <a:cs typeface="Arial" pitchFamily="34" charset="0"/>
              </a:endParaRPr>
            </a:p>
            <a:p>
              <a:pPr marL="228600" indent="-228600" defTabSz="957263">
                <a:spcBef>
                  <a:spcPts val="200"/>
                </a:spcBef>
                <a:spcAft>
                  <a:spcPts val="300"/>
                </a:spcAft>
                <a:buFont typeface="+mj-lt"/>
                <a:buAutoNum type="alphaUcPeriod"/>
              </a:pPr>
              <a:endParaRPr lang="fr-FR" sz="1050" b="1" dirty="0">
                <a:cs typeface="Arial" pitchFamily="34" charset="0"/>
              </a:endParaRPr>
            </a:p>
            <a:p>
              <a:pPr marL="228600" indent="-228600" defTabSz="957263">
                <a:spcBef>
                  <a:spcPts val="200"/>
                </a:spcBef>
                <a:spcAft>
                  <a:spcPts val="300"/>
                </a:spcAft>
                <a:buFont typeface="+mj-lt"/>
                <a:buAutoNum type="alphaUcPeriod"/>
              </a:pPr>
              <a:r>
                <a:rPr lang="fr-FR" sz="1000" b="1" dirty="0">
                  <a:cs typeface="Arial" pitchFamily="34" charset="0"/>
                </a:rPr>
                <a:t>RPA Technical  &amp; Testing Effort= 12,018</a:t>
              </a:r>
            </a:p>
            <a:p>
              <a:pPr defTabSz="957263">
                <a:spcBef>
                  <a:spcPts val="200"/>
                </a:spcBef>
                <a:spcAft>
                  <a:spcPts val="300"/>
                </a:spcAft>
              </a:pPr>
              <a:r>
                <a:rPr lang="fr-FR" sz="1400" b="1" dirty="0">
                  <a:cs typeface="Arial" pitchFamily="34" charset="0"/>
                </a:rPr>
                <a:t>Total Efforts : 12,018 </a:t>
              </a:r>
              <a:r>
                <a:rPr lang="fr-FR" sz="1400" b="1" dirty="0" err="1">
                  <a:cs typeface="Arial" pitchFamily="34" charset="0"/>
                </a:rPr>
                <a:t>Hrs</a:t>
              </a:r>
              <a:r>
                <a:rPr lang="fr-FR" sz="1400" b="1" dirty="0">
                  <a:cs typeface="Arial" pitchFamily="34" charset="0"/>
                </a:rPr>
                <a:t>.</a:t>
              </a:r>
            </a:p>
            <a:p>
              <a:pPr defTabSz="957263">
                <a:spcBef>
                  <a:spcPts val="1200"/>
                </a:spcBef>
                <a:spcAft>
                  <a:spcPts val="300"/>
                </a:spcAft>
              </a:pPr>
              <a:endParaRPr lang="fr-FR" sz="900" b="1" dirty="0">
                <a:cs typeface="Arial" pitchFamily="34" charset="0"/>
              </a:endParaRPr>
            </a:p>
          </p:txBody>
        </p:sp>
      </p:grpSp>
      <p:graphicFrame>
        <p:nvGraphicFramePr>
          <p:cNvPr id="132" name="Table 131">
            <a:extLst>
              <a:ext uri="{FF2B5EF4-FFF2-40B4-BE49-F238E27FC236}">
                <a16:creationId xmlns:a16="http://schemas.microsoft.com/office/drawing/2014/main" id="{AADB7FC2-13BA-4358-BD14-B053C89B3A3A}"/>
              </a:ext>
            </a:extLst>
          </p:cNvPr>
          <p:cNvGraphicFramePr>
            <a:graphicFrameLocks noGrp="1"/>
          </p:cNvGraphicFramePr>
          <p:nvPr>
            <p:extLst>
              <p:ext uri="{D42A27DB-BD31-4B8C-83A1-F6EECF244321}">
                <p14:modId xmlns:p14="http://schemas.microsoft.com/office/powerpoint/2010/main" val="4052570356"/>
              </p:ext>
            </p:extLst>
          </p:nvPr>
        </p:nvGraphicFramePr>
        <p:xfrm>
          <a:off x="739024" y="1875307"/>
          <a:ext cx="10610292" cy="1066548"/>
        </p:xfrm>
        <a:graphic>
          <a:graphicData uri="http://schemas.openxmlformats.org/drawingml/2006/table">
            <a:tbl>
              <a:tblPr firstRow="1" bandRow="1">
                <a:tableStyleId>{5C22544A-7EE6-4342-B048-85BDC9FD1C3A}</a:tableStyleId>
              </a:tblPr>
              <a:tblGrid>
                <a:gridCol w="1515756">
                  <a:extLst>
                    <a:ext uri="{9D8B030D-6E8A-4147-A177-3AD203B41FA5}">
                      <a16:colId xmlns:a16="http://schemas.microsoft.com/office/drawing/2014/main" val="20006"/>
                    </a:ext>
                  </a:extLst>
                </a:gridCol>
                <a:gridCol w="1515756">
                  <a:extLst>
                    <a:ext uri="{9D8B030D-6E8A-4147-A177-3AD203B41FA5}">
                      <a16:colId xmlns:a16="http://schemas.microsoft.com/office/drawing/2014/main" val="20000"/>
                    </a:ext>
                  </a:extLst>
                </a:gridCol>
                <a:gridCol w="1515756">
                  <a:extLst>
                    <a:ext uri="{9D8B030D-6E8A-4147-A177-3AD203B41FA5}">
                      <a16:colId xmlns:a16="http://schemas.microsoft.com/office/drawing/2014/main" val="20001"/>
                    </a:ext>
                  </a:extLst>
                </a:gridCol>
                <a:gridCol w="1515756">
                  <a:extLst>
                    <a:ext uri="{9D8B030D-6E8A-4147-A177-3AD203B41FA5}">
                      <a16:colId xmlns:a16="http://schemas.microsoft.com/office/drawing/2014/main" val="20002"/>
                    </a:ext>
                  </a:extLst>
                </a:gridCol>
                <a:gridCol w="1515756">
                  <a:extLst>
                    <a:ext uri="{9D8B030D-6E8A-4147-A177-3AD203B41FA5}">
                      <a16:colId xmlns:a16="http://schemas.microsoft.com/office/drawing/2014/main" val="20003"/>
                    </a:ext>
                  </a:extLst>
                </a:gridCol>
                <a:gridCol w="1515756">
                  <a:extLst>
                    <a:ext uri="{9D8B030D-6E8A-4147-A177-3AD203B41FA5}">
                      <a16:colId xmlns:a16="http://schemas.microsoft.com/office/drawing/2014/main" val="20004"/>
                    </a:ext>
                  </a:extLst>
                </a:gridCol>
                <a:gridCol w="1515756">
                  <a:extLst>
                    <a:ext uri="{9D8B030D-6E8A-4147-A177-3AD203B41FA5}">
                      <a16:colId xmlns:a16="http://schemas.microsoft.com/office/drawing/2014/main" val="20005"/>
                    </a:ext>
                  </a:extLst>
                </a:gridCol>
              </a:tblGrid>
              <a:tr h="213495">
                <a:tc>
                  <a:txBody>
                    <a:bodyPr/>
                    <a:lstStyle/>
                    <a:p>
                      <a:pPr algn="ctr"/>
                      <a:endParaRPr lang="en-US" sz="1000" dirty="0"/>
                    </a:p>
                  </a:txBody>
                  <a:tcPr anchor="ctr">
                    <a:solidFill>
                      <a:srgbClr val="00B0F0"/>
                    </a:solidFill>
                  </a:tcPr>
                </a:tc>
                <a:tc gridSpan="2">
                  <a:txBody>
                    <a:bodyPr/>
                    <a:lstStyle/>
                    <a:p>
                      <a:pPr algn="ctr"/>
                      <a:r>
                        <a:rPr lang="en-US" sz="1050" dirty="0"/>
                        <a:t>Simple</a:t>
                      </a:r>
                    </a:p>
                  </a:txBody>
                  <a:tcPr anchor="ctr">
                    <a:solidFill>
                      <a:srgbClr val="00B0F0"/>
                    </a:solidFill>
                  </a:tcPr>
                </a:tc>
                <a:tc hMerge="1">
                  <a:txBody>
                    <a:bodyPr/>
                    <a:lstStyle/>
                    <a:p>
                      <a:endParaRPr lang="en-US" dirty="0"/>
                    </a:p>
                  </a:txBody>
                  <a:tcPr/>
                </a:tc>
                <a:tc gridSpan="2">
                  <a:txBody>
                    <a:bodyPr/>
                    <a:lstStyle/>
                    <a:p>
                      <a:pPr algn="ctr"/>
                      <a:r>
                        <a:rPr lang="en-US" sz="1050" dirty="0"/>
                        <a:t>Medium</a:t>
                      </a:r>
                    </a:p>
                  </a:txBody>
                  <a:tcPr anchor="ctr">
                    <a:solidFill>
                      <a:srgbClr val="00B0F0"/>
                    </a:solidFill>
                  </a:tcPr>
                </a:tc>
                <a:tc hMerge="1">
                  <a:txBody>
                    <a:bodyPr/>
                    <a:lstStyle/>
                    <a:p>
                      <a:endParaRPr lang="en-US" dirty="0"/>
                    </a:p>
                  </a:txBody>
                  <a:tcPr/>
                </a:tc>
                <a:tc gridSpan="2">
                  <a:txBody>
                    <a:bodyPr/>
                    <a:lstStyle/>
                    <a:p>
                      <a:pPr algn="ctr"/>
                      <a:r>
                        <a:rPr lang="en-US" sz="1050" dirty="0"/>
                        <a:t>Complex</a:t>
                      </a:r>
                    </a:p>
                  </a:txBody>
                  <a:tcPr anchor="ctr">
                    <a:solidFill>
                      <a:srgbClr val="00B0F0"/>
                    </a:solidFill>
                  </a:tcPr>
                </a:tc>
                <a:tc hMerge="1">
                  <a:txBody>
                    <a:bodyPr/>
                    <a:lstStyle/>
                    <a:p>
                      <a:endParaRPr lang="en-US" dirty="0"/>
                    </a:p>
                  </a:txBody>
                  <a:tcPr/>
                </a:tc>
                <a:extLst>
                  <a:ext uri="{0D108BD9-81ED-4DB2-BD59-A6C34878D82A}">
                    <a16:rowId xmlns:a16="http://schemas.microsoft.com/office/drawing/2014/main" val="10000"/>
                  </a:ext>
                </a:extLst>
              </a:tr>
              <a:tr h="316914">
                <a:tc>
                  <a:txBody>
                    <a:bodyPr/>
                    <a:lstStyle/>
                    <a:p>
                      <a:pPr algn="ctr"/>
                      <a:r>
                        <a:rPr lang="en-US" sz="1000" b="1" dirty="0"/>
                        <a:t>Type</a:t>
                      </a:r>
                    </a:p>
                  </a:txBody>
                  <a:tcPr anchor="ctr"/>
                </a:tc>
                <a:tc>
                  <a:txBody>
                    <a:bodyPr/>
                    <a:lstStyle/>
                    <a:p>
                      <a:pPr algn="ctr"/>
                      <a:r>
                        <a:rPr lang="en-US" sz="1000" dirty="0"/>
                        <a:t>No. of Scripts</a:t>
                      </a:r>
                    </a:p>
                  </a:txBody>
                  <a:tcPr anchor="ctr"/>
                </a:tc>
                <a:tc>
                  <a:txBody>
                    <a:bodyPr/>
                    <a:lstStyle/>
                    <a:p>
                      <a:pPr algn="ctr"/>
                      <a:r>
                        <a:rPr lang="en-US" sz="1000" b="1" dirty="0"/>
                        <a:t>Efforts/script</a:t>
                      </a:r>
                    </a:p>
                  </a:txBody>
                  <a:tcPr anchor="ctr"/>
                </a:tc>
                <a:tc>
                  <a:txBody>
                    <a:bodyPr/>
                    <a:lstStyle/>
                    <a:p>
                      <a:pPr algn="ctr"/>
                      <a:r>
                        <a:rPr lang="en-US" sz="1000" dirty="0"/>
                        <a:t>No. of Scripts</a:t>
                      </a:r>
                    </a:p>
                  </a:txBody>
                  <a:tcPr anchor="ctr"/>
                </a:tc>
                <a:tc>
                  <a:txBody>
                    <a:bodyPr/>
                    <a:lstStyle/>
                    <a:p>
                      <a:pPr algn="ctr"/>
                      <a:r>
                        <a:rPr lang="en-US" sz="1000" b="1" dirty="0"/>
                        <a:t>Efforts/script</a:t>
                      </a:r>
                    </a:p>
                  </a:txBody>
                  <a:tcPr anchor="ctr"/>
                </a:tc>
                <a:tc>
                  <a:txBody>
                    <a:bodyPr/>
                    <a:lstStyle/>
                    <a:p>
                      <a:pPr algn="ctr"/>
                      <a:r>
                        <a:rPr lang="en-US" sz="1000" dirty="0"/>
                        <a:t>No. of Scripts</a:t>
                      </a:r>
                    </a:p>
                  </a:txBody>
                  <a:tcPr anchor="ctr"/>
                </a:tc>
                <a:tc>
                  <a:txBody>
                    <a:bodyPr/>
                    <a:lstStyle/>
                    <a:p>
                      <a:pPr algn="ctr"/>
                      <a:r>
                        <a:rPr lang="en-US" sz="1000" b="1" dirty="0"/>
                        <a:t>Efforts/script</a:t>
                      </a:r>
                    </a:p>
                  </a:txBody>
                  <a:tcPr anchor="ctr"/>
                </a:tc>
                <a:extLst>
                  <a:ext uri="{0D108BD9-81ED-4DB2-BD59-A6C34878D82A}">
                    <a16:rowId xmlns:a16="http://schemas.microsoft.com/office/drawing/2014/main" val="10001"/>
                  </a:ext>
                </a:extLst>
              </a:tr>
              <a:tr h="249087">
                <a:tc>
                  <a:txBody>
                    <a:bodyPr/>
                    <a:lstStyle/>
                    <a:p>
                      <a:pPr algn="ctr"/>
                      <a:r>
                        <a:rPr lang="en-US" sz="900" b="1" dirty="0"/>
                        <a:t>New</a:t>
                      </a:r>
                    </a:p>
                  </a:txBody>
                  <a:tcPr anchor="ctr"/>
                </a:tc>
                <a:tc>
                  <a:txBody>
                    <a:bodyPr/>
                    <a:lstStyle/>
                    <a:p>
                      <a:pPr algn="ctr"/>
                      <a:r>
                        <a:rPr lang="en-US" sz="1000" dirty="0"/>
                        <a:t>216</a:t>
                      </a:r>
                    </a:p>
                  </a:txBody>
                  <a:tcPr anchor="ctr"/>
                </a:tc>
                <a:tc>
                  <a:txBody>
                    <a:bodyPr/>
                    <a:lstStyle/>
                    <a:p>
                      <a:pPr algn="ctr"/>
                      <a:r>
                        <a:rPr lang="en-US" sz="1000" b="1" dirty="0"/>
                        <a:t>27</a:t>
                      </a:r>
                    </a:p>
                  </a:txBody>
                  <a:tcPr anchor="ctr"/>
                </a:tc>
                <a:tc>
                  <a:txBody>
                    <a:bodyPr/>
                    <a:lstStyle/>
                    <a:p>
                      <a:pPr algn="ctr"/>
                      <a:r>
                        <a:rPr lang="en-US" sz="1000" dirty="0"/>
                        <a:t>130</a:t>
                      </a:r>
                    </a:p>
                  </a:txBody>
                  <a:tcPr anchor="ctr"/>
                </a:tc>
                <a:tc>
                  <a:txBody>
                    <a:bodyPr/>
                    <a:lstStyle/>
                    <a:p>
                      <a:pPr algn="ctr"/>
                      <a:r>
                        <a:rPr lang="en-US" sz="1000" b="1" dirty="0"/>
                        <a:t>36</a:t>
                      </a:r>
                    </a:p>
                  </a:txBody>
                  <a:tcPr anchor="ctr"/>
                </a:tc>
                <a:tc>
                  <a:txBody>
                    <a:bodyPr/>
                    <a:lstStyle/>
                    <a:p>
                      <a:pPr algn="ctr"/>
                      <a:r>
                        <a:rPr lang="en-US" sz="1000" dirty="0"/>
                        <a:t>26</a:t>
                      </a:r>
                    </a:p>
                  </a:txBody>
                  <a:tcPr anchor="ctr"/>
                </a:tc>
                <a:tc>
                  <a:txBody>
                    <a:bodyPr/>
                    <a:lstStyle/>
                    <a:p>
                      <a:pPr algn="ctr"/>
                      <a:r>
                        <a:rPr lang="en-US" sz="1000" b="1" dirty="0"/>
                        <a:t>45</a:t>
                      </a:r>
                    </a:p>
                  </a:txBody>
                  <a:tcPr anchor="ctr"/>
                </a:tc>
                <a:extLst>
                  <a:ext uri="{0D108BD9-81ED-4DB2-BD59-A6C34878D82A}">
                    <a16:rowId xmlns:a16="http://schemas.microsoft.com/office/drawing/2014/main" val="10002"/>
                  </a:ext>
                </a:extLst>
              </a:tr>
              <a:tr h="249087">
                <a:tc>
                  <a:txBody>
                    <a:bodyPr/>
                    <a:lstStyle/>
                    <a:p>
                      <a:pPr algn="ctr"/>
                      <a:r>
                        <a:rPr lang="en-US" sz="900" b="1" dirty="0"/>
                        <a:t>Retrofit</a:t>
                      </a:r>
                    </a:p>
                  </a:txBody>
                  <a:tcPr anchor="ctr"/>
                </a:tc>
                <a:tc>
                  <a:txBody>
                    <a:bodyPr/>
                    <a:lstStyle/>
                    <a:p>
                      <a:pPr algn="ctr"/>
                      <a:r>
                        <a:rPr lang="en-US" sz="1000" dirty="0"/>
                        <a:t>10</a:t>
                      </a:r>
                    </a:p>
                  </a:txBody>
                  <a:tcPr anchor="ctr"/>
                </a:tc>
                <a:tc>
                  <a:txBody>
                    <a:bodyPr/>
                    <a:lstStyle/>
                    <a:p>
                      <a:pPr algn="ctr"/>
                      <a:r>
                        <a:rPr lang="en-US" sz="1000" b="1" dirty="0"/>
                        <a:t>8</a:t>
                      </a:r>
                    </a:p>
                  </a:txBody>
                  <a:tcPr anchor="ctr"/>
                </a:tc>
                <a:tc>
                  <a:txBody>
                    <a:bodyPr/>
                    <a:lstStyle/>
                    <a:p>
                      <a:pPr algn="ctr"/>
                      <a:r>
                        <a:rPr lang="en-US" sz="1000" dirty="0"/>
                        <a:t>13</a:t>
                      </a:r>
                    </a:p>
                  </a:txBody>
                  <a:tcPr anchor="ctr"/>
                </a:tc>
                <a:tc>
                  <a:txBody>
                    <a:bodyPr/>
                    <a:lstStyle/>
                    <a:p>
                      <a:pPr algn="ctr"/>
                      <a:r>
                        <a:rPr lang="en-US" sz="1000" b="1" dirty="0"/>
                        <a:t>16</a:t>
                      </a:r>
                    </a:p>
                  </a:txBody>
                  <a:tcPr anchor="ctr"/>
                </a:tc>
                <a:tc>
                  <a:txBody>
                    <a:bodyPr/>
                    <a:lstStyle/>
                    <a:p>
                      <a:pPr algn="ctr"/>
                      <a:r>
                        <a:rPr lang="en-US" sz="1000" dirty="0"/>
                        <a:t>2</a:t>
                      </a:r>
                    </a:p>
                  </a:txBody>
                  <a:tcPr anchor="ctr"/>
                </a:tc>
                <a:tc>
                  <a:txBody>
                    <a:bodyPr/>
                    <a:lstStyle/>
                    <a:p>
                      <a:pPr algn="ctr"/>
                      <a:r>
                        <a:rPr lang="en-US" sz="1000" b="1" dirty="0"/>
                        <a:t>24</a:t>
                      </a:r>
                    </a:p>
                  </a:txBody>
                  <a:tcPr anchor="ctr"/>
                </a:tc>
                <a:extLst>
                  <a:ext uri="{0D108BD9-81ED-4DB2-BD59-A6C34878D82A}">
                    <a16:rowId xmlns:a16="http://schemas.microsoft.com/office/drawing/2014/main" val="10003"/>
                  </a:ext>
                </a:extLst>
              </a:tr>
            </a:tbl>
          </a:graphicData>
        </a:graphic>
      </p:graphicFrame>
      <p:sp>
        <p:nvSpPr>
          <p:cNvPr id="133" name="Text Placeholder 1">
            <a:extLst>
              <a:ext uri="{FF2B5EF4-FFF2-40B4-BE49-F238E27FC236}">
                <a16:creationId xmlns:a16="http://schemas.microsoft.com/office/drawing/2014/main" id="{42FABBB4-34F2-4711-B5C8-56A1F22BF860}"/>
              </a:ext>
            </a:extLst>
          </p:cNvPr>
          <p:cNvSpPr txBox="1">
            <a:spLocks/>
          </p:cNvSpPr>
          <p:nvPr/>
        </p:nvSpPr>
        <p:spPr>
          <a:xfrm>
            <a:off x="164754" y="873756"/>
            <a:ext cx="11252200" cy="313634"/>
          </a:xfrm>
          <a:prstGeom prst="rect">
            <a:avLst/>
          </a:prstGeom>
        </p:spPr>
        <p:txBody>
          <a:bodyPr/>
          <a:lstStyle>
            <a:lvl1pPr marL="0" indent="0" algn="l" defTabSz="1219170" rtl="0" eaLnBrk="1" latinLnBrk="0" hangingPunct="1">
              <a:spcBef>
                <a:spcPts val="0"/>
              </a:spcBef>
              <a:spcAft>
                <a:spcPts val="1000"/>
              </a:spcAft>
              <a:buSzPct val="100000"/>
              <a:buFontTx/>
              <a:buNone/>
              <a:defRPr sz="1600" b="0" kern="1200">
                <a:solidFill>
                  <a:srgbClr val="53565A"/>
                </a:solidFill>
                <a:latin typeface="+mn-lt"/>
                <a:ea typeface="+mn-ea"/>
                <a:cs typeface="+mn-cs"/>
              </a:defRPr>
            </a:lvl1pPr>
            <a:lvl2pPr marL="127000" indent="-127000" algn="l" defTabSz="1219170" rtl="0" eaLnBrk="1" latinLnBrk="0" hangingPunct="1">
              <a:spcBef>
                <a:spcPts val="0"/>
              </a:spcBef>
              <a:spcAft>
                <a:spcPts val="1000"/>
              </a:spcAft>
              <a:buClrTx/>
              <a:buSzPct val="100000"/>
              <a:buFont typeface="Arial" panose="020B0604020202020204" pitchFamily="34" charset="0"/>
              <a:buChar char="•"/>
              <a:defRPr lang="en-US" sz="1600" b="0" kern="1200" dirty="0" smtClean="0">
                <a:solidFill>
                  <a:srgbClr val="53565A"/>
                </a:solidFill>
                <a:latin typeface="+mn-lt"/>
                <a:ea typeface="+mn-ea"/>
                <a:cs typeface="+mn-cs"/>
              </a:defRPr>
            </a:lvl2pPr>
            <a:lvl3pPr marL="2794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dirty="0" smtClean="0">
                <a:solidFill>
                  <a:srgbClr val="53565A"/>
                </a:solidFill>
                <a:latin typeface="+mn-lt"/>
                <a:ea typeface="+mn-ea"/>
                <a:cs typeface="+mn-cs"/>
              </a:defRPr>
            </a:lvl3pPr>
            <a:lvl4pPr marL="4318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baseline="0" dirty="0" smtClean="0">
                <a:solidFill>
                  <a:srgbClr val="53565A"/>
                </a:solidFill>
                <a:latin typeface="+mn-lt"/>
                <a:ea typeface="+mn-ea"/>
                <a:cs typeface="+mn-cs"/>
              </a:defRPr>
            </a:lvl4pPr>
            <a:lvl5pPr marL="584200" indent="-127000" algn="l" defTabSz="1064657" rtl="0" eaLnBrk="1" latinLnBrk="0" hangingPunct="1">
              <a:spcBef>
                <a:spcPts val="0"/>
              </a:spcBef>
              <a:spcAft>
                <a:spcPts val="1000"/>
              </a:spcAft>
              <a:buClrTx/>
              <a:buSzPct val="100000"/>
              <a:buFont typeface="Arial" panose="020B0604020202020204" pitchFamily="34" charset="0"/>
              <a:buChar char="−"/>
              <a:tabLst/>
              <a:defRPr lang="en-US" sz="1600" kern="1200" baseline="0" dirty="0" smtClean="0">
                <a:solidFill>
                  <a:srgbClr val="53565A"/>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GB" sz="2400" b="1" dirty="0">
                <a:cs typeface="Calibri" panose="020F0502020204030204" pitchFamily="34" charset="0"/>
              </a:rPr>
              <a:t>Selenium</a:t>
            </a:r>
            <a:endParaRPr lang="en-GB" sz="2000" b="1" dirty="0">
              <a:cs typeface="Calibri" panose="020F0502020204030204" pitchFamily="34" charset="0"/>
            </a:endParaRPr>
          </a:p>
        </p:txBody>
      </p:sp>
    </p:spTree>
    <p:extLst>
      <p:ext uri="{BB962C8B-B14F-4D97-AF65-F5344CB8AC3E}">
        <p14:creationId xmlns:p14="http://schemas.microsoft.com/office/powerpoint/2010/main" val="417827071"/>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347B3F-FA81-46A3-BE2C-66F96820310A}"/>
              </a:ext>
            </a:extLst>
          </p:cNvPr>
          <p:cNvSpPr/>
          <p:nvPr/>
        </p:nvSpPr>
        <p:spPr>
          <a:xfrm>
            <a:off x="109927" y="1463488"/>
            <a:ext cx="12012917" cy="287609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BC919057-AF6D-4B7E-8126-F6A89E2B4D84}"/>
              </a:ext>
            </a:extLst>
          </p:cNvPr>
          <p:cNvSpPr/>
          <p:nvPr/>
        </p:nvSpPr>
        <p:spPr>
          <a:xfrm>
            <a:off x="274117" y="3027441"/>
            <a:ext cx="1953281" cy="1162256"/>
          </a:xfrm>
          <a:prstGeom prst="rect">
            <a:avLst/>
          </a:prstGeom>
          <a:solidFill>
            <a:srgbClr val="B0DA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6" name="Group 5">
            <a:extLst>
              <a:ext uri="{FF2B5EF4-FFF2-40B4-BE49-F238E27FC236}">
                <a16:creationId xmlns:a16="http://schemas.microsoft.com/office/drawing/2014/main" id="{51C80AF7-B866-4D5A-AA02-6CAEFE7E278F}"/>
              </a:ext>
            </a:extLst>
          </p:cNvPr>
          <p:cNvGrpSpPr/>
          <p:nvPr/>
        </p:nvGrpSpPr>
        <p:grpSpPr>
          <a:xfrm>
            <a:off x="202829" y="1829922"/>
            <a:ext cx="11828536" cy="3352378"/>
            <a:chOff x="667775" y="2129906"/>
            <a:chExt cx="11430000" cy="3191316"/>
          </a:xfrm>
        </p:grpSpPr>
        <p:sp>
          <p:nvSpPr>
            <p:cNvPr id="7" name="Line 5">
              <a:extLst>
                <a:ext uri="{FF2B5EF4-FFF2-40B4-BE49-F238E27FC236}">
                  <a16:creationId xmlns:a16="http://schemas.microsoft.com/office/drawing/2014/main" id="{509872DB-5998-48F8-8476-9916B766F2FC}"/>
                </a:ext>
              </a:extLst>
            </p:cNvPr>
            <p:cNvSpPr>
              <a:spLocks noChangeShapeType="1"/>
            </p:cNvSpPr>
            <p:nvPr/>
          </p:nvSpPr>
          <p:spPr bwMode="auto">
            <a:xfrm>
              <a:off x="667775" y="4543596"/>
              <a:ext cx="11430000" cy="0"/>
            </a:xfrm>
            <a:prstGeom prst="line">
              <a:avLst/>
            </a:prstGeom>
            <a:noFill/>
            <a:ln w="58738" cap="flat">
              <a:solidFill>
                <a:srgbClr val="92D050"/>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262626"/>
                </a:solidFill>
                <a:effectLst/>
                <a:uLnTx/>
                <a:uFillTx/>
                <a:latin typeface="Calibri Light"/>
                <a:ea typeface="+mn-ea"/>
                <a:cs typeface="+mn-cs"/>
              </a:endParaRPr>
            </a:p>
          </p:txBody>
        </p:sp>
        <p:sp>
          <p:nvSpPr>
            <p:cNvPr id="8" name="Oval 6">
              <a:extLst>
                <a:ext uri="{FF2B5EF4-FFF2-40B4-BE49-F238E27FC236}">
                  <a16:creationId xmlns:a16="http://schemas.microsoft.com/office/drawing/2014/main" id="{9170A975-072D-4EB8-A2F7-0AD820ADE12A}"/>
                </a:ext>
              </a:extLst>
            </p:cNvPr>
            <p:cNvSpPr>
              <a:spLocks noChangeArrowheads="1"/>
            </p:cNvSpPr>
            <p:nvPr/>
          </p:nvSpPr>
          <p:spPr bwMode="auto">
            <a:xfrm>
              <a:off x="2618999" y="4434976"/>
              <a:ext cx="209135" cy="212180"/>
            </a:xfrm>
            <a:prstGeom prst="ellipse">
              <a:avLst/>
            </a:prstGeom>
            <a:solidFill>
              <a:srgbClr val="EDEDED"/>
            </a:solidFill>
            <a:ln w="44450" cap="flat">
              <a:solidFill>
                <a:srgbClr val="377790"/>
              </a:solidFill>
              <a:prstDash val="solid"/>
              <a:miter lim="800000"/>
              <a:headEnd/>
              <a:tailEnd/>
            </a:ln>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262626"/>
                </a:solidFill>
                <a:effectLst/>
                <a:uLnTx/>
                <a:uFillTx/>
                <a:latin typeface="Calibri Light"/>
                <a:ea typeface="+mn-ea"/>
                <a:cs typeface="+mn-cs"/>
              </a:endParaRPr>
            </a:p>
          </p:txBody>
        </p:sp>
        <p:sp>
          <p:nvSpPr>
            <p:cNvPr id="9" name="Freeform 21">
              <a:extLst>
                <a:ext uri="{FF2B5EF4-FFF2-40B4-BE49-F238E27FC236}">
                  <a16:creationId xmlns:a16="http://schemas.microsoft.com/office/drawing/2014/main" id="{6C86E2CE-45C9-4D80-9D89-55CF053CA7E5}"/>
                </a:ext>
              </a:extLst>
            </p:cNvPr>
            <p:cNvSpPr>
              <a:spLocks/>
            </p:cNvSpPr>
            <p:nvPr/>
          </p:nvSpPr>
          <p:spPr bwMode="auto">
            <a:xfrm>
              <a:off x="3007185" y="4238616"/>
              <a:ext cx="0" cy="1066988"/>
            </a:xfrm>
            <a:custGeom>
              <a:avLst/>
              <a:gdLst>
                <a:gd name="T0" fmla="*/ 1051 h 1051"/>
                <a:gd name="T1" fmla="*/ 0 h 1051"/>
                <a:gd name="T2" fmla="*/ 1051 h 1051"/>
              </a:gdLst>
              <a:ahLst/>
              <a:cxnLst>
                <a:cxn ang="0">
                  <a:pos x="0" y="T0"/>
                </a:cxn>
                <a:cxn ang="0">
                  <a:pos x="0" y="T1"/>
                </a:cxn>
                <a:cxn ang="0">
                  <a:pos x="0" y="T2"/>
                </a:cxn>
              </a:cxnLst>
              <a:rect l="0" t="0" r="r" b="b"/>
              <a:pathLst>
                <a:path h="1051">
                  <a:moveTo>
                    <a:pt x="0" y="1051"/>
                  </a:moveTo>
                  <a:lnTo>
                    <a:pt x="0" y="0"/>
                  </a:lnTo>
                  <a:lnTo>
                    <a:pt x="0" y="105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262626"/>
                </a:solidFill>
                <a:effectLst/>
                <a:uLnTx/>
                <a:uFillTx/>
                <a:latin typeface="Calibri Light"/>
                <a:ea typeface="+mn-ea"/>
                <a:cs typeface="+mn-cs"/>
              </a:endParaRPr>
            </a:p>
          </p:txBody>
        </p:sp>
        <p:sp>
          <p:nvSpPr>
            <p:cNvPr id="10" name="Freeform 28">
              <a:extLst>
                <a:ext uri="{FF2B5EF4-FFF2-40B4-BE49-F238E27FC236}">
                  <a16:creationId xmlns:a16="http://schemas.microsoft.com/office/drawing/2014/main" id="{E9024A2E-CD66-411F-9851-2795A05416A3}"/>
                </a:ext>
              </a:extLst>
            </p:cNvPr>
            <p:cNvSpPr>
              <a:spLocks/>
            </p:cNvSpPr>
            <p:nvPr/>
          </p:nvSpPr>
          <p:spPr bwMode="auto">
            <a:xfrm>
              <a:off x="1777763" y="3219344"/>
              <a:ext cx="0" cy="912676"/>
            </a:xfrm>
            <a:custGeom>
              <a:avLst/>
              <a:gdLst>
                <a:gd name="T0" fmla="*/ 899 h 899"/>
                <a:gd name="T1" fmla="*/ 0 h 899"/>
                <a:gd name="T2" fmla="*/ 899 h 899"/>
              </a:gdLst>
              <a:ahLst/>
              <a:cxnLst>
                <a:cxn ang="0">
                  <a:pos x="0" y="T0"/>
                </a:cxn>
                <a:cxn ang="0">
                  <a:pos x="0" y="T1"/>
                </a:cxn>
                <a:cxn ang="0">
                  <a:pos x="0" y="T2"/>
                </a:cxn>
              </a:cxnLst>
              <a:rect l="0" t="0" r="r" b="b"/>
              <a:pathLst>
                <a:path h="899">
                  <a:moveTo>
                    <a:pt x="0" y="899"/>
                  </a:moveTo>
                  <a:lnTo>
                    <a:pt x="0" y="0"/>
                  </a:lnTo>
                  <a:lnTo>
                    <a:pt x="0" y="89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262626"/>
                </a:solidFill>
                <a:effectLst/>
                <a:uLnTx/>
                <a:uFillTx/>
                <a:latin typeface="Calibri Light"/>
                <a:ea typeface="+mn-ea"/>
                <a:cs typeface="+mn-cs"/>
              </a:endParaRPr>
            </a:p>
          </p:txBody>
        </p:sp>
        <p:sp>
          <p:nvSpPr>
            <p:cNvPr id="11" name="Line 29">
              <a:extLst>
                <a:ext uri="{FF2B5EF4-FFF2-40B4-BE49-F238E27FC236}">
                  <a16:creationId xmlns:a16="http://schemas.microsoft.com/office/drawing/2014/main" id="{4CAA9BD3-71EA-4A29-91DF-60E9F469E9C0}"/>
                </a:ext>
              </a:extLst>
            </p:cNvPr>
            <p:cNvSpPr>
              <a:spLocks noChangeShapeType="1"/>
            </p:cNvSpPr>
            <p:nvPr/>
          </p:nvSpPr>
          <p:spPr bwMode="auto">
            <a:xfrm flipH="1" flipV="1">
              <a:off x="2705079" y="2129906"/>
              <a:ext cx="14107" cy="2283470"/>
            </a:xfrm>
            <a:prstGeom prst="line">
              <a:avLst/>
            </a:prstGeom>
            <a:noFill/>
            <a:ln w="44450" cap="flat">
              <a:solidFill>
                <a:srgbClr val="377790"/>
              </a:solidFill>
              <a:prstDash val="dash"/>
              <a:miter lim="800000"/>
              <a:headEnd/>
              <a:tailEnd/>
            </a:ln>
            <a:extLst>
              <a:ext uri="{909E8E84-426E-40DD-AFC4-6F175D3DCCD1}">
                <a14:hiddenFill xmlns:a14="http://schemas.microsoft.com/office/drawing/2010/main">
                  <a:noFill/>
                </a14:hiddenFill>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262626"/>
                </a:solidFill>
                <a:effectLst/>
                <a:uLnTx/>
                <a:uFillTx/>
                <a:latin typeface="Calibri Light"/>
                <a:ea typeface="+mn-ea"/>
                <a:cs typeface="+mn-cs"/>
              </a:endParaRPr>
            </a:p>
          </p:txBody>
        </p:sp>
        <p:sp>
          <p:nvSpPr>
            <p:cNvPr id="12" name="Freeform 30">
              <a:extLst>
                <a:ext uri="{FF2B5EF4-FFF2-40B4-BE49-F238E27FC236}">
                  <a16:creationId xmlns:a16="http://schemas.microsoft.com/office/drawing/2014/main" id="{04584590-232D-4102-8E06-8DC359E76B2D}"/>
                </a:ext>
              </a:extLst>
            </p:cNvPr>
            <p:cNvSpPr>
              <a:spLocks/>
            </p:cNvSpPr>
            <p:nvPr/>
          </p:nvSpPr>
          <p:spPr bwMode="auto">
            <a:xfrm>
              <a:off x="5475165" y="4344199"/>
              <a:ext cx="0" cy="970543"/>
            </a:xfrm>
            <a:custGeom>
              <a:avLst/>
              <a:gdLst>
                <a:gd name="T0" fmla="*/ 956 h 956"/>
                <a:gd name="T1" fmla="*/ 0 h 956"/>
                <a:gd name="T2" fmla="*/ 956 h 956"/>
              </a:gdLst>
              <a:ahLst/>
              <a:cxnLst>
                <a:cxn ang="0">
                  <a:pos x="0" y="T0"/>
                </a:cxn>
                <a:cxn ang="0">
                  <a:pos x="0" y="T1"/>
                </a:cxn>
                <a:cxn ang="0">
                  <a:pos x="0" y="T2"/>
                </a:cxn>
              </a:cxnLst>
              <a:rect l="0" t="0" r="r" b="b"/>
              <a:pathLst>
                <a:path h="956">
                  <a:moveTo>
                    <a:pt x="0" y="956"/>
                  </a:moveTo>
                  <a:lnTo>
                    <a:pt x="0" y="0"/>
                  </a:lnTo>
                  <a:lnTo>
                    <a:pt x="0" y="9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262626"/>
                </a:solidFill>
                <a:effectLst/>
                <a:uLnTx/>
                <a:uFillTx/>
                <a:latin typeface="Calibri Light"/>
                <a:ea typeface="+mn-ea"/>
                <a:cs typeface="+mn-cs"/>
              </a:endParaRPr>
            </a:p>
          </p:txBody>
        </p:sp>
        <p:sp>
          <p:nvSpPr>
            <p:cNvPr id="13" name="Freeform 32">
              <a:extLst>
                <a:ext uri="{FF2B5EF4-FFF2-40B4-BE49-F238E27FC236}">
                  <a16:creationId xmlns:a16="http://schemas.microsoft.com/office/drawing/2014/main" id="{676E5651-E757-4547-AD8A-9266E7E8BE41}"/>
                </a:ext>
              </a:extLst>
            </p:cNvPr>
            <p:cNvSpPr>
              <a:spLocks/>
            </p:cNvSpPr>
            <p:nvPr/>
          </p:nvSpPr>
          <p:spPr bwMode="auto">
            <a:xfrm>
              <a:off x="4245743" y="3219344"/>
              <a:ext cx="0" cy="912676"/>
            </a:xfrm>
            <a:custGeom>
              <a:avLst/>
              <a:gdLst>
                <a:gd name="T0" fmla="*/ 899 h 899"/>
                <a:gd name="T1" fmla="*/ 0 h 899"/>
                <a:gd name="T2" fmla="*/ 899 h 899"/>
              </a:gdLst>
              <a:ahLst/>
              <a:cxnLst>
                <a:cxn ang="0">
                  <a:pos x="0" y="T0"/>
                </a:cxn>
                <a:cxn ang="0">
                  <a:pos x="0" y="T1"/>
                </a:cxn>
                <a:cxn ang="0">
                  <a:pos x="0" y="T2"/>
                </a:cxn>
              </a:cxnLst>
              <a:rect l="0" t="0" r="r" b="b"/>
              <a:pathLst>
                <a:path h="899">
                  <a:moveTo>
                    <a:pt x="0" y="899"/>
                  </a:moveTo>
                  <a:lnTo>
                    <a:pt x="0" y="0"/>
                  </a:lnTo>
                  <a:lnTo>
                    <a:pt x="0" y="89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262626"/>
                </a:solidFill>
                <a:effectLst/>
                <a:uLnTx/>
                <a:uFillTx/>
                <a:latin typeface="Calibri Light"/>
                <a:ea typeface="+mn-ea"/>
                <a:cs typeface="+mn-cs"/>
              </a:endParaRPr>
            </a:p>
          </p:txBody>
        </p:sp>
        <p:sp>
          <p:nvSpPr>
            <p:cNvPr id="14" name="Freeform 34">
              <a:extLst>
                <a:ext uri="{FF2B5EF4-FFF2-40B4-BE49-F238E27FC236}">
                  <a16:creationId xmlns:a16="http://schemas.microsoft.com/office/drawing/2014/main" id="{A2EED260-DEDA-40F0-BE2A-63572A3ED04A}"/>
                </a:ext>
              </a:extLst>
            </p:cNvPr>
            <p:cNvSpPr>
              <a:spLocks/>
            </p:cNvSpPr>
            <p:nvPr/>
          </p:nvSpPr>
          <p:spPr bwMode="auto">
            <a:xfrm>
              <a:off x="6713723" y="3219344"/>
              <a:ext cx="0" cy="912676"/>
            </a:xfrm>
            <a:custGeom>
              <a:avLst/>
              <a:gdLst>
                <a:gd name="T0" fmla="*/ 899 h 899"/>
                <a:gd name="T1" fmla="*/ 0 h 899"/>
                <a:gd name="T2" fmla="*/ 899 h 899"/>
              </a:gdLst>
              <a:ahLst/>
              <a:cxnLst>
                <a:cxn ang="0">
                  <a:pos x="0" y="T0"/>
                </a:cxn>
                <a:cxn ang="0">
                  <a:pos x="0" y="T1"/>
                </a:cxn>
                <a:cxn ang="0">
                  <a:pos x="0" y="T2"/>
                </a:cxn>
              </a:cxnLst>
              <a:rect l="0" t="0" r="r" b="b"/>
              <a:pathLst>
                <a:path h="899">
                  <a:moveTo>
                    <a:pt x="0" y="899"/>
                  </a:moveTo>
                  <a:lnTo>
                    <a:pt x="0" y="0"/>
                  </a:lnTo>
                  <a:lnTo>
                    <a:pt x="0" y="89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262626"/>
                </a:solidFill>
                <a:effectLst/>
                <a:uLnTx/>
                <a:uFillTx/>
                <a:latin typeface="Calibri Light"/>
                <a:ea typeface="+mn-ea"/>
                <a:cs typeface="+mn-cs"/>
              </a:endParaRPr>
            </a:p>
          </p:txBody>
        </p:sp>
        <p:sp>
          <p:nvSpPr>
            <p:cNvPr id="15" name="Freeform 21">
              <a:extLst>
                <a:ext uri="{FF2B5EF4-FFF2-40B4-BE49-F238E27FC236}">
                  <a16:creationId xmlns:a16="http://schemas.microsoft.com/office/drawing/2014/main" id="{B44AA869-98B6-4321-8EC6-93711A304A14}"/>
                </a:ext>
              </a:extLst>
            </p:cNvPr>
            <p:cNvSpPr>
              <a:spLocks/>
            </p:cNvSpPr>
            <p:nvPr/>
          </p:nvSpPr>
          <p:spPr bwMode="auto">
            <a:xfrm>
              <a:off x="8052608" y="4245096"/>
              <a:ext cx="0" cy="1066988"/>
            </a:xfrm>
            <a:custGeom>
              <a:avLst/>
              <a:gdLst>
                <a:gd name="T0" fmla="*/ 1051 h 1051"/>
                <a:gd name="T1" fmla="*/ 0 h 1051"/>
                <a:gd name="T2" fmla="*/ 1051 h 1051"/>
              </a:gdLst>
              <a:ahLst/>
              <a:cxnLst>
                <a:cxn ang="0">
                  <a:pos x="0" y="T0"/>
                </a:cxn>
                <a:cxn ang="0">
                  <a:pos x="0" y="T1"/>
                </a:cxn>
                <a:cxn ang="0">
                  <a:pos x="0" y="T2"/>
                </a:cxn>
              </a:cxnLst>
              <a:rect l="0" t="0" r="r" b="b"/>
              <a:pathLst>
                <a:path h="1051">
                  <a:moveTo>
                    <a:pt x="0" y="1051"/>
                  </a:moveTo>
                  <a:lnTo>
                    <a:pt x="0" y="0"/>
                  </a:lnTo>
                  <a:lnTo>
                    <a:pt x="0" y="105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262626"/>
                </a:solidFill>
                <a:effectLst/>
                <a:uLnTx/>
                <a:uFillTx/>
                <a:latin typeface="Calibri Light"/>
                <a:ea typeface="+mn-ea"/>
                <a:cs typeface="+mn-cs"/>
              </a:endParaRPr>
            </a:p>
          </p:txBody>
        </p:sp>
        <p:sp>
          <p:nvSpPr>
            <p:cNvPr id="16" name="Freeform 28">
              <a:extLst>
                <a:ext uri="{FF2B5EF4-FFF2-40B4-BE49-F238E27FC236}">
                  <a16:creationId xmlns:a16="http://schemas.microsoft.com/office/drawing/2014/main" id="{FDE9AFD3-EBA7-4BB1-B701-EA80E413C6A2}"/>
                </a:ext>
              </a:extLst>
            </p:cNvPr>
            <p:cNvSpPr>
              <a:spLocks/>
            </p:cNvSpPr>
            <p:nvPr/>
          </p:nvSpPr>
          <p:spPr bwMode="auto">
            <a:xfrm>
              <a:off x="6823186" y="3225824"/>
              <a:ext cx="0" cy="912676"/>
            </a:xfrm>
            <a:custGeom>
              <a:avLst/>
              <a:gdLst>
                <a:gd name="T0" fmla="*/ 899 h 899"/>
                <a:gd name="T1" fmla="*/ 0 h 899"/>
                <a:gd name="T2" fmla="*/ 899 h 899"/>
              </a:gdLst>
              <a:ahLst/>
              <a:cxnLst>
                <a:cxn ang="0">
                  <a:pos x="0" y="T0"/>
                </a:cxn>
                <a:cxn ang="0">
                  <a:pos x="0" y="T1"/>
                </a:cxn>
                <a:cxn ang="0">
                  <a:pos x="0" y="T2"/>
                </a:cxn>
              </a:cxnLst>
              <a:rect l="0" t="0" r="r" b="b"/>
              <a:pathLst>
                <a:path h="899">
                  <a:moveTo>
                    <a:pt x="0" y="899"/>
                  </a:moveTo>
                  <a:lnTo>
                    <a:pt x="0" y="0"/>
                  </a:lnTo>
                  <a:lnTo>
                    <a:pt x="0" y="89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262626"/>
                </a:solidFill>
                <a:effectLst/>
                <a:uLnTx/>
                <a:uFillTx/>
                <a:latin typeface="Calibri Light"/>
                <a:ea typeface="+mn-ea"/>
                <a:cs typeface="+mn-cs"/>
              </a:endParaRPr>
            </a:p>
          </p:txBody>
        </p:sp>
        <p:sp>
          <p:nvSpPr>
            <p:cNvPr id="17" name="Freeform 30">
              <a:extLst>
                <a:ext uri="{FF2B5EF4-FFF2-40B4-BE49-F238E27FC236}">
                  <a16:creationId xmlns:a16="http://schemas.microsoft.com/office/drawing/2014/main" id="{1A81A08B-8625-446B-A728-812F0407E495}"/>
                </a:ext>
              </a:extLst>
            </p:cNvPr>
            <p:cNvSpPr>
              <a:spLocks/>
            </p:cNvSpPr>
            <p:nvPr/>
          </p:nvSpPr>
          <p:spPr bwMode="auto">
            <a:xfrm>
              <a:off x="10520588" y="4350679"/>
              <a:ext cx="0" cy="970543"/>
            </a:xfrm>
            <a:custGeom>
              <a:avLst/>
              <a:gdLst>
                <a:gd name="T0" fmla="*/ 956 h 956"/>
                <a:gd name="T1" fmla="*/ 0 h 956"/>
                <a:gd name="T2" fmla="*/ 956 h 956"/>
              </a:gdLst>
              <a:ahLst/>
              <a:cxnLst>
                <a:cxn ang="0">
                  <a:pos x="0" y="T0"/>
                </a:cxn>
                <a:cxn ang="0">
                  <a:pos x="0" y="T1"/>
                </a:cxn>
                <a:cxn ang="0">
                  <a:pos x="0" y="T2"/>
                </a:cxn>
              </a:cxnLst>
              <a:rect l="0" t="0" r="r" b="b"/>
              <a:pathLst>
                <a:path h="956">
                  <a:moveTo>
                    <a:pt x="0" y="956"/>
                  </a:moveTo>
                  <a:lnTo>
                    <a:pt x="0" y="0"/>
                  </a:lnTo>
                  <a:lnTo>
                    <a:pt x="0" y="9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262626"/>
                </a:solidFill>
                <a:effectLst/>
                <a:uLnTx/>
                <a:uFillTx/>
                <a:latin typeface="Calibri Light"/>
                <a:ea typeface="+mn-ea"/>
                <a:cs typeface="+mn-cs"/>
              </a:endParaRPr>
            </a:p>
          </p:txBody>
        </p:sp>
        <p:sp>
          <p:nvSpPr>
            <p:cNvPr id="18" name="Freeform 32">
              <a:extLst>
                <a:ext uri="{FF2B5EF4-FFF2-40B4-BE49-F238E27FC236}">
                  <a16:creationId xmlns:a16="http://schemas.microsoft.com/office/drawing/2014/main" id="{1CFF2904-A70A-470A-A0B5-05BBCAEFF099}"/>
                </a:ext>
              </a:extLst>
            </p:cNvPr>
            <p:cNvSpPr>
              <a:spLocks/>
            </p:cNvSpPr>
            <p:nvPr/>
          </p:nvSpPr>
          <p:spPr bwMode="auto">
            <a:xfrm>
              <a:off x="9291166" y="3225824"/>
              <a:ext cx="0" cy="912676"/>
            </a:xfrm>
            <a:custGeom>
              <a:avLst/>
              <a:gdLst>
                <a:gd name="T0" fmla="*/ 899 h 899"/>
                <a:gd name="T1" fmla="*/ 0 h 899"/>
                <a:gd name="T2" fmla="*/ 899 h 899"/>
              </a:gdLst>
              <a:ahLst/>
              <a:cxnLst>
                <a:cxn ang="0">
                  <a:pos x="0" y="T0"/>
                </a:cxn>
                <a:cxn ang="0">
                  <a:pos x="0" y="T1"/>
                </a:cxn>
                <a:cxn ang="0">
                  <a:pos x="0" y="T2"/>
                </a:cxn>
              </a:cxnLst>
              <a:rect l="0" t="0" r="r" b="b"/>
              <a:pathLst>
                <a:path h="899">
                  <a:moveTo>
                    <a:pt x="0" y="899"/>
                  </a:moveTo>
                  <a:lnTo>
                    <a:pt x="0" y="0"/>
                  </a:lnTo>
                  <a:lnTo>
                    <a:pt x="0" y="89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262626"/>
                </a:solidFill>
                <a:effectLst/>
                <a:uLnTx/>
                <a:uFillTx/>
                <a:latin typeface="Calibri Light"/>
                <a:ea typeface="+mn-ea"/>
                <a:cs typeface="+mn-cs"/>
              </a:endParaRPr>
            </a:p>
          </p:txBody>
        </p:sp>
        <p:sp>
          <p:nvSpPr>
            <p:cNvPr id="19" name="Inhaltsplatzhalter 4">
              <a:extLst>
                <a:ext uri="{FF2B5EF4-FFF2-40B4-BE49-F238E27FC236}">
                  <a16:creationId xmlns:a16="http://schemas.microsoft.com/office/drawing/2014/main" id="{EBBDEF2A-BBB0-4043-AF6B-67619C826644}"/>
                </a:ext>
              </a:extLst>
            </p:cNvPr>
            <p:cNvSpPr txBox="1">
              <a:spLocks/>
            </p:cNvSpPr>
            <p:nvPr/>
          </p:nvSpPr>
          <p:spPr>
            <a:xfrm>
              <a:off x="7240839" y="3378273"/>
              <a:ext cx="1741596" cy="520258"/>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127" rtl="0" eaLnBrk="1" fontAlgn="auto" latinLnBrk="0" hangingPunct="1">
                <a:lnSpc>
                  <a:spcPct val="100000"/>
                </a:lnSpc>
                <a:spcBef>
                  <a:spcPts val="0"/>
                </a:spcBef>
                <a:spcAft>
                  <a:spcPts val="0"/>
                </a:spcAft>
                <a:buClrTx/>
                <a:buSzTx/>
                <a:buFont typeface="Wingdings" panose="05000000000000000000" pitchFamily="2" charset="2"/>
                <a:buNone/>
                <a:tabLst/>
                <a:defRPr/>
              </a:pPr>
              <a:br>
                <a:rPr kumimoji="0" lang="en-US" sz="1400" b="1" i="0" u="none" strike="noStrike" kern="1200" cap="none" spc="0" normalizeH="0" baseline="0" noProof="0" dirty="0">
                  <a:ln>
                    <a:noFill/>
                  </a:ln>
                  <a:solidFill>
                    <a:srgbClr val="F09C2A"/>
                  </a:solidFill>
                  <a:effectLst/>
                  <a:uLnTx/>
                  <a:uFillTx/>
                  <a:latin typeface="Calibri"/>
                  <a:ea typeface="+mn-ea"/>
                  <a:cs typeface="+mn-cs"/>
                </a:rPr>
              </a:br>
              <a:br>
                <a:rPr kumimoji="0" lang="en-US" sz="1100" b="1" i="0" u="none" strike="noStrike" kern="1200" cap="none" spc="0" normalizeH="0" baseline="0" noProof="0" dirty="0">
                  <a:ln>
                    <a:noFill/>
                  </a:ln>
                  <a:solidFill>
                    <a:srgbClr val="FFFFFF">
                      <a:lumMod val="50000"/>
                    </a:srgbClr>
                  </a:solidFill>
                  <a:effectLst/>
                  <a:uLnTx/>
                  <a:uFillTx/>
                  <a:latin typeface="Calibri"/>
                  <a:ea typeface="+mn-ea"/>
                  <a:cs typeface="+mn-cs"/>
                </a:rPr>
              </a:br>
              <a:endParaRPr kumimoji="0" lang="en-US" sz="1000" b="1" i="0" u="none" strike="noStrike" kern="1200" cap="none" spc="0" normalizeH="0" baseline="0" noProof="0" dirty="0">
                <a:ln>
                  <a:noFill/>
                </a:ln>
                <a:solidFill>
                  <a:srgbClr val="FFFFFF">
                    <a:lumMod val="50000"/>
                  </a:srgbClr>
                </a:solidFill>
                <a:effectLst/>
                <a:uLnTx/>
                <a:uFillTx/>
                <a:latin typeface="Calibri"/>
                <a:ea typeface="+mn-ea"/>
                <a:cs typeface="+mn-cs"/>
              </a:endParaRPr>
            </a:p>
          </p:txBody>
        </p:sp>
      </p:grpSp>
      <p:sp>
        <p:nvSpPr>
          <p:cNvPr id="20" name="Inhaltsplatzhalter 4">
            <a:extLst>
              <a:ext uri="{FF2B5EF4-FFF2-40B4-BE49-F238E27FC236}">
                <a16:creationId xmlns:a16="http://schemas.microsoft.com/office/drawing/2014/main" id="{25152E11-C6C6-4E89-B903-1BFDA10FF0F3}"/>
              </a:ext>
            </a:extLst>
          </p:cNvPr>
          <p:cNvSpPr txBox="1">
            <a:spLocks/>
          </p:cNvSpPr>
          <p:nvPr/>
        </p:nvSpPr>
        <p:spPr>
          <a:xfrm>
            <a:off x="323382" y="3197809"/>
            <a:ext cx="1834885" cy="1000274"/>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Review Deloitte Test Repository</a:t>
            </a:r>
          </a:p>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Identify test scripts to be re-factored and newly developed</a:t>
            </a:r>
          </a:p>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Prepare the plan to automate the test scripts</a:t>
            </a:r>
          </a:p>
        </p:txBody>
      </p:sp>
      <p:sp>
        <p:nvSpPr>
          <p:cNvPr id="21" name="TextBox 20">
            <a:extLst>
              <a:ext uri="{FF2B5EF4-FFF2-40B4-BE49-F238E27FC236}">
                <a16:creationId xmlns:a16="http://schemas.microsoft.com/office/drawing/2014/main" id="{21E053DA-65C7-472E-A4B5-D555B9B9A149}"/>
              </a:ext>
            </a:extLst>
          </p:cNvPr>
          <p:cNvSpPr txBox="1"/>
          <p:nvPr/>
        </p:nvSpPr>
        <p:spPr>
          <a:xfrm>
            <a:off x="2055632" y="1400819"/>
            <a:ext cx="49244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Calibri Light" panose="020F0302020204030204" pitchFamily="34" charset="0"/>
                <a:ea typeface="+mn-ea"/>
                <a:cs typeface="+mn-cs"/>
              </a:rPr>
              <a:t>Sep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Calibri Light" panose="020F0302020204030204" pitchFamily="34" charset="0"/>
                <a:ea typeface="+mn-ea"/>
                <a:cs typeface="+mn-cs"/>
              </a:rPr>
              <a:t>2018</a:t>
            </a:r>
          </a:p>
        </p:txBody>
      </p:sp>
      <p:sp>
        <p:nvSpPr>
          <p:cNvPr id="22" name="AutoShape 11">
            <a:extLst>
              <a:ext uri="{FF2B5EF4-FFF2-40B4-BE49-F238E27FC236}">
                <a16:creationId xmlns:a16="http://schemas.microsoft.com/office/drawing/2014/main" id="{51274F77-8A71-4CCD-A56A-0D0162E855C3}"/>
              </a:ext>
            </a:extLst>
          </p:cNvPr>
          <p:cNvSpPr>
            <a:spLocks noChangeArrowheads="1"/>
          </p:cNvSpPr>
          <p:nvPr/>
        </p:nvSpPr>
        <p:spPr bwMode="auto">
          <a:xfrm>
            <a:off x="125295" y="1078813"/>
            <a:ext cx="4389120" cy="312126"/>
          </a:xfrm>
          <a:prstGeom prst="homePlate">
            <a:avLst>
              <a:gd name="adj" fmla="val 31290"/>
            </a:avLst>
          </a:prstGeom>
          <a:solidFill>
            <a:schemeClr val="bg1"/>
          </a:solidFill>
          <a:ln w="12700" algn="ctr">
            <a:solidFill>
              <a:schemeClr val="tx1"/>
            </a:solidFill>
            <a:miter lim="800000"/>
            <a:headEnd/>
            <a:tailEnd/>
          </a:ln>
        </p:spPr>
        <p:txBody>
          <a:bodyPr lIns="91440" tIns="91440" rIns="91440" bIns="91440" anchor="ctr"/>
          <a:lstStyle/>
          <a:p>
            <a:pPr marL="0" marR="0" lvl="0" indent="0" algn="ctr" defTabSz="865188" rtl="0" eaLnBrk="1" fontAlgn="auto" latinLnBrk="0" hangingPunct="1">
              <a:lnSpc>
                <a:spcPct val="95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Verdana"/>
                <a:ea typeface="ＭＳ Ｐゴシック" pitchFamily="50" charset="-128"/>
                <a:cs typeface="+mn-cs"/>
              </a:rPr>
              <a:t>R13 Upgrade</a:t>
            </a:r>
            <a:endParaRPr kumimoji="0" lang="en-GB" altLang="ja-JP" sz="1000" b="1" i="0" u="none" strike="noStrike" kern="1200" cap="none" spc="0" normalizeH="0" baseline="0" noProof="0" dirty="0">
              <a:ln>
                <a:noFill/>
              </a:ln>
              <a:solidFill>
                <a:prstClr val="black"/>
              </a:solidFill>
              <a:effectLst/>
              <a:uLnTx/>
              <a:uFillTx/>
              <a:latin typeface="Verdana"/>
              <a:ea typeface="ＭＳ Ｐゴシック" pitchFamily="50" charset="-128"/>
              <a:cs typeface="+mn-cs"/>
            </a:endParaRPr>
          </a:p>
        </p:txBody>
      </p:sp>
      <p:sp>
        <p:nvSpPr>
          <p:cNvPr id="23" name="AutoShape 11">
            <a:extLst>
              <a:ext uri="{FF2B5EF4-FFF2-40B4-BE49-F238E27FC236}">
                <a16:creationId xmlns:a16="http://schemas.microsoft.com/office/drawing/2014/main" id="{87C55078-C0F9-4A2F-9ACF-5798DAED45DA}"/>
              </a:ext>
            </a:extLst>
          </p:cNvPr>
          <p:cNvSpPr>
            <a:spLocks noChangeArrowheads="1"/>
          </p:cNvSpPr>
          <p:nvPr/>
        </p:nvSpPr>
        <p:spPr bwMode="auto">
          <a:xfrm>
            <a:off x="9637858" y="1097668"/>
            <a:ext cx="2007326" cy="293270"/>
          </a:xfrm>
          <a:prstGeom prst="homePlate">
            <a:avLst>
              <a:gd name="adj" fmla="val 31290"/>
            </a:avLst>
          </a:prstGeom>
          <a:solidFill>
            <a:schemeClr val="bg1"/>
          </a:solidFill>
          <a:ln w="12700" algn="ctr">
            <a:solidFill>
              <a:schemeClr val="tx1"/>
            </a:solidFill>
            <a:miter lim="800000"/>
            <a:headEnd/>
            <a:tailEnd/>
          </a:ln>
        </p:spPr>
        <p:txBody>
          <a:bodyPr lIns="91440" tIns="91440" rIns="91440" bIns="91440" anchor="ctr"/>
          <a:lstStyle/>
          <a:p>
            <a:pPr marL="0" marR="0" lvl="0" indent="0" algn="ctr" defTabSz="865188" rtl="0" eaLnBrk="1" fontAlgn="auto" latinLnBrk="0" hangingPunct="1">
              <a:lnSpc>
                <a:spcPct val="95000"/>
              </a:lnSpc>
              <a:spcBef>
                <a:spcPts val="0"/>
              </a:spcBef>
              <a:spcAft>
                <a:spcPts val="0"/>
              </a:spcAft>
              <a:buClrTx/>
              <a:buSzTx/>
              <a:buFontTx/>
              <a:buNone/>
              <a:tabLst/>
              <a:defRPr/>
            </a:pPr>
            <a:r>
              <a:rPr kumimoji="0" lang="en-GB" sz="970" b="1" i="0" u="none" strike="noStrike" kern="1200" cap="none" spc="0" normalizeH="0" baseline="0" noProof="0" dirty="0">
                <a:ln>
                  <a:noFill/>
                </a:ln>
                <a:solidFill>
                  <a:prstClr val="black"/>
                </a:solidFill>
                <a:effectLst/>
                <a:uLnTx/>
                <a:uFillTx/>
                <a:latin typeface="Verdana"/>
                <a:ea typeface="ＭＳ Ｐゴシック" pitchFamily="50" charset="-128"/>
                <a:cs typeface="+mn-cs"/>
              </a:rPr>
              <a:t>Future Release Upgrades</a:t>
            </a:r>
            <a:endParaRPr kumimoji="0" lang="en-GB" altLang="ja-JP" sz="970" b="1" i="0" u="none" strike="noStrike" kern="1200" cap="none" spc="0" normalizeH="0" baseline="0" noProof="0" dirty="0">
              <a:ln>
                <a:noFill/>
              </a:ln>
              <a:solidFill>
                <a:prstClr val="black"/>
              </a:solidFill>
              <a:effectLst/>
              <a:uLnTx/>
              <a:uFillTx/>
              <a:latin typeface="Verdana"/>
              <a:ea typeface="ＭＳ Ｐゴシック" pitchFamily="50" charset="-128"/>
              <a:cs typeface="+mn-cs"/>
            </a:endParaRPr>
          </a:p>
        </p:txBody>
      </p:sp>
      <p:sp>
        <p:nvSpPr>
          <p:cNvPr id="26" name="5-Point Star 114">
            <a:extLst>
              <a:ext uri="{FF2B5EF4-FFF2-40B4-BE49-F238E27FC236}">
                <a16:creationId xmlns:a16="http://schemas.microsoft.com/office/drawing/2014/main" id="{E72B8BB9-3E2C-419F-984B-516C245CEEF2}"/>
              </a:ext>
            </a:extLst>
          </p:cNvPr>
          <p:cNvSpPr/>
          <p:nvPr/>
        </p:nvSpPr>
        <p:spPr bwMode="gray">
          <a:xfrm>
            <a:off x="4508159" y="1101369"/>
            <a:ext cx="293429" cy="297963"/>
          </a:xfrm>
          <a:prstGeom prst="star5">
            <a:avLst/>
          </a:prstGeom>
          <a:solidFill>
            <a:srgbClr val="FF0000"/>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27" name="AutoShape 11">
            <a:extLst>
              <a:ext uri="{FF2B5EF4-FFF2-40B4-BE49-F238E27FC236}">
                <a16:creationId xmlns:a16="http://schemas.microsoft.com/office/drawing/2014/main" id="{9AAE1902-60E5-4203-B8EF-16B0DD5ED6A4}"/>
              </a:ext>
            </a:extLst>
          </p:cNvPr>
          <p:cNvSpPr>
            <a:spLocks noChangeArrowheads="1"/>
          </p:cNvSpPr>
          <p:nvPr/>
        </p:nvSpPr>
        <p:spPr bwMode="auto">
          <a:xfrm>
            <a:off x="4856351" y="1084860"/>
            <a:ext cx="1948618" cy="312126"/>
          </a:xfrm>
          <a:prstGeom prst="homePlate">
            <a:avLst>
              <a:gd name="adj" fmla="val 31290"/>
            </a:avLst>
          </a:prstGeom>
          <a:solidFill>
            <a:schemeClr val="bg1"/>
          </a:solidFill>
          <a:ln w="12700" algn="ctr">
            <a:solidFill>
              <a:schemeClr val="tx1"/>
            </a:solidFill>
            <a:miter lim="800000"/>
            <a:headEnd/>
            <a:tailEnd/>
          </a:ln>
        </p:spPr>
        <p:txBody>
          <a:bodyPr lIns="91440" tIns="91440" rIns="91440" bIns="91440" anchor="ctr"/>
          <a:lstStyle/>
          <a:p>
            <a:pPr marL="0" marR="0" lvl="0" indent="0" algn="ctr" defTabSz="865188" rtl="0" eaLnBrk="1" fontAlgn="auto" latinLnBrk="0" hangingPunct="1">
              <a:lnSpc>
                <a:spcPct val="95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Verdana"/>
                <a:ea typeface="ＭＳ Ｐゴシック" pitchFamily="50" charset="-128"/>
                <a:cs typeface="+mn-cs"/>
              </a:rPr>
              <a:t>R13.x1 Upgrade</a:t>
            </a:r>
            <a:endParaRPr kumimoji="0" lang="en-GB" altLang="ja-JP" sz="1000" b="1" i="0" u="none" strike="noStrike" kern="1200" cap="none" spc="0" normalizeH="0" baseline="0" noProof="0" dirty="0">
              <a:ln>
                <a:noFill/>
              </a:ln>
              <a:solidFill>
                <a:prstClr val="black"/>
              </a:solidFill>
              <a:effectLst/>
              <a:uLnTx/>
              <a:uFillTx/>
              <a:latin typeface="Verdana"/>
              <a:ea typeface="ＭＳ Ｐゴシック" pitchFamily="50" charset="-128"/>
              <a:cs typeface="+mn-cs"/>
            </a:endParaRPr>
          </a:p>
        </p:txBody>
      </p:sp>
      <p:sp>
        <p:nvSpPr>
          <p:cNvPr id="28" name="5-Point Star 114">
            <a:extLst>
              <a:ext uri="{FF2B5EF4-FFF2-40B4-BE49-F238E27FC236}">
                <a16:creationId xmlns:a16="http://schemas.microsoft.com/office/drawing/2014/main" id="{A2BE3508-C904-41D0-B961-A4A909CA5367}"/>
              </a:ext>
            </a:extLst>
          </p:cNvPr>
          <p:cNvSpPr/>
          <p:nvPr/>
        </p:nvSpPr>
        <p:spPr bwMode="gray">
          <a:xfrm>
            <a:off x="6841545" y="1081592"/>
            <a:ext cx="293429" cy="297963"/>
          </a:xfrm>
          <a:prstGeom prst="star5">
            <a:avLst/>
          </a:prstGeom>
          <a:solidFill>
            <a:srgbClr val="FF0000"/>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29" name="AutoShape 11">
            <a:extLst>
              <a:ext uri="{FF2B5EF4-FFF2-40B4-BE49-F238E27FC236}">
                <a16:creationId xmlns:a16="http://schemas.microsoft.com/office/drawing/2014/main" id="{80500104-53A2-4BE9-A753-2A31F8A37F62}"/>
              </a:ext>
            </a:extLst>
          </p:cNvPr>
          <p:cNvSpPr>
            <a:spLocks noChangeArrowheads="1"/>
          </p:cNvSpPr>
          <p:nvPr/>
        </p:nvSpPr>
        <p:spPr bwMode="auto">
          <a:xfrm>
            <a:off x="7184528" y="1084860"/>
            <a:ext cx="1948618" cy="312126"/>
          </a:xfrm>
          <a:prstGeom prst="homePlate">
            <a:avLst>
              <a:gd name="adj" fmla="val 31290"/>
            </a:avLst>
          </a:prstGeom>
          <a:solidFill>
            <a:schemeClr val="bg1"/>
          </a:solidFill>
          <a:ln w="12700" algn="ctr">
            <a:solidFill>
              <a:schemeClr val="tx1"/>
            </a:solidFill>
            <a:miter lim="800000"/>
            <a:headEnd/>
            <a:tailEnd/>
          </a:ln>
        </p:spPr>
        <p:txBody>
          <a:bodyPr lIns="91440" tIns="91440" rIns="91440" bIns="91440" anchor="ctr"/>
          <a:lstStyle/>
          <a:p>
            <a:pPr marL="0" marR="0" lvl="0" indent="0" algn="ctr" defTabSz="865188" rtl="0" eaLnBrk="1" fontAlgn="auto" latinLnBrk="0" hangingPunct="1">
              <a:lnSpc>
                <a:spcPct val="95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Verdana"/>
                <a:ea typeface="ＭＳ Ｐゴシック" pitchFamily="50" charset="-128"/>
                <a:cs typeface="+mn-cs"/>
              </a:rPr>
              <a:t>R13.x2 Upgrade</a:t>
            </a:r>
            <a:endParaRPr kumimoji="0" lang="en-GB" altLang="ja-JP" sz="1000" b="1" i="0" u="none" strike="noStrike" kern="1200" cap="none" spc="0" normalizeH="0" baseline="0" noProof="0" dirty="0">
              <a:ln>
                <a:noFill/>
              </a:ln>
              <a:solidFill>
                <a:prstClr val="black"/>
              </a:solidFill>
              <a:effectLst/>
              <a:uLnTx/>
              <a:uFillTx/>
              <a:latin typeface="Verdana"/>
              <a:ea typeface="ＭＳ Ｐゴシック" pitchFamily="50" charset="-128"/>
              <a:cs typeface="+mn-cs"/>
            </a:endParaRPr>
          </a:p>
        </p:txBody>
      </p:sp>
      <p:sp>
        <p:nvSpPr>
          <p:cNvPr id="30" name="5-Point Star 114">
            <a:extLst>
              <a:ext uri="{FF2B5EF4-FFF2-40B4-BE49-F238E27FC236}">
                <a16:creationId xmlns:a16="http://schemas.microsoft.com/office/drawing/2014/main" id="{BCCA4E70-F26B-4EAE-80DE-3B8F2C83F1B9}"/>
              </a:ext>
            </a:extLst>
          </p:cNvPr>
          <p:cNvSpPr/>
          <p:nvPr/>
        </p:nvSpPr>
        <p:spPr bwMode="gray">
          <a:xfrm>
            <a:off x="9233730" y="1080103"/>
            <a:ext cx="293429" cy="297963"/>
          </a:xfrm>
          <a:prstGeom prst="star5">
            <a:avLst/>
          </a:prstGeom>
          <a:solidFill>
            <a:srgbClr val="FF0000"/>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31" name="TextBox 30">
            <a:extLst>
              <a:ext uri="{FF2B5EF4-FFF2-40B4-BE49-F238E27FC236}">
                <a16:creationId xmlns:a16="http://schemas.microsoft.com/office/drawing/2014/main" id="{4C1B6C35-A0CD-4D13-8FC1-1FE462C93886}"/>
              </a:ext>
            </a:extLst>
          </p:cNvPr>
          <p:cNvSpPr txBox="1"/>
          <p:nvPr/>
        </p:nvSpPr>
        <p:spPr>
          <a:xfrm>
            <a:off x="4393448" y="1400819"/>
            <a:ext cx="49244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Calibri Light" panose="020F0302020204030204" pitchFamily="34" charset="0"/>
                <a:ea typeface="+mn-ea"/>
                <a:cs typeface="+mn-cs"/>
              </a:rPr>
              <a:t>Oct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Calibri Light" panose="020F0302020204030204" pitchFamily="34" charset="0"/>
                <a:ea typeface="+mn-ea"/>
                <a:cs typeface="+mn-cs"/>
              </a:rPr>
              <a:t>2018</a:t>
            </a:r>
          </a:p>
        </p:txBody>
      </p:sp>
      <p:sp>
        <p:nvSpPr>
          <p:cNvPr id="32" name="TextBox 31">
            <a:extLst>
              <a:ext uri="{FF2B5EF4-FFF2-40B4-BE49-F238E27FC236}">
                <a16:creationId xmlns:a16="http://schemas.microsoft.com/office/drawing/2014/main" id="{6D93D895-4DFD-40C5-B575-10F83F465070}"/>
              </a:ext>
            </a:extLst>
          </p:cNvPr>
          <p:cNvSpPr txBox="1"/>
          <p:nvPr/>
        </p:nvSpPr>
        <p:spPr>
          <a:xfrm>
            <a:off x="6723725" y="1400819"/>
            <a:ext cx="49244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Calibri Light" panose="020F0302020204030204" pitchFamily="34" charset="0"/>
                <a:ea typeface="+mn-ea"/>
                <a:cs typeface="+mn-cs"/>
              </a:rPr>
              <a:t>Dec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Calibri Light" panose="020F0302020204030204" pitchFamily="34" charset="0"/>
                <a:ea typeface="+mn-ea"/>
                <a:cs typeface="+mn-cs"/>
              </a:rPr>
              <a:t>2018</a:t>
            </a:r>
          </a:p>
        </p:txBody>
      </p:sp>
      <p:sp>
        <p:nvSpPr>
          <p:cNvPr id="33" name="TextBox 32">
            <a:extLst>
              <a:ext uri="{FF2B5EF4-FFF2-40B4-BE49-F238E27FC236}">
                <a16:creationId xmlns:a16="http://schemas.microsoft.com/office/drawing/2014/main" id="{71BFD64A-9F60-4A9C-ACBF-BFA85EB83DEB}"/>
              </a:ext>
            </a:extLst>
          </p:cNvPr>
          <p:cNvSpPr txBox="1"/>
          <p:nvPr/>
        </p:nvSpPr>
        <p:spPr>
          <a:xfrm>
            <a:off x="9121766" y="1400819"/>
            <a:ext cx="49244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Calibri Light" panose="020F0302020204030204" pitchFamily="34" charset="0"/>
                <a:ea typeface="+mn-ea"/>
                <a:cs typeface="+mn-cs"/>
              </a:rPr>
              <a:t>Mar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Calibri Light" panose="020F0302020204030204" pitchFamily="34" charset="0"/>
                <a:ea typeface="+mn-ea"/>
                <a:cs typeface="+mn-cs"/>
              </a:rPr>
              <a:t>2019</a:t>
            </a:r>
          </a:p>
        </p:txBody>
      </p:sp>
      <p:sp>
        <p:nvSpPr>
          <p:cNvPr id="34" name="TextBox 33">
            <a:extLst>
              <a:ext uri="{FF2B5EF4-FFF2-40B4-BE49-F238E27FC236}">
                <a16:creationId xmlns:a16="http://schemas.microsoft.com/office/drawing/2014/main" id="{24715050-1148-46A8-896C-668044FCB0E2}"/>
              </a:ext>
            </a:extLst>
          </p:cNvPr>
          <p:cNvSpPr txBox="1"/>
          <p:nvPr/>
        </p:nvSpPr>
        <p:spPr>
          <a:xfrm>
            <a:off x="702931" y="2857611"/>
            <a:ext cx="859409" cy="276999"/>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200 Hours</a:t>
            </a:r>
          </a:p>
        </p:txBody>
      </p:sp>
      <p:sp>
        <p:nvSpPr>
          <p:cNvPr id="35" name="Oval 6">
            <a:extLst>
              <a:ext uri="{FF2B5EF4-FFF2-40B4-BE49-F238E27FC236}">
                <a16:creationId xmlns:a16="http://schemas.microsoft.com/office/drawing/2014/main" id="{328AAB19-1A8A-48E1-98C5-90B90CA140DE}"/>
              </a:ext>
            </a:extLst>
          </p:cNvPr>
          <p:cNvSpPr>
            <a:spLocks noChangeArrowheads="1"/>
          </p:cNvSpPr>
          <p:nvPr/>
        </p:nvSpPr>
        <p:spPr bwMode="auto">
          <a:xfrm>
            <a:off x="4573442" y="4243982"/>
            <a:ext cx="216427" cy="222888"/>
          </a:xfrm>
          <a:prstGeom prst="ellipse">
            <a:avLst/>
          </a:prstGeom>
          <a:solidFill>
            <a:srgbClr val="EDEDED"/>
          </a:solidFill>
          <a:ln w="44450" cap="flat">
            <a:solidFill>
              <a:srgbClr val="377790"/>
            </a:solidFill>
            <a:prstDash val="solid"/>
            <a:miter lim="800000"/>
            <a:headEnd/>
            <a:tailEnd/>
          </a:ln>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262626"/>
              </a:solidFill>
              <a:effectLst/>
              <a:uLnTx/>
              <a:uFillTx/>
              <a:latin typeface="Calibri Light"/>
              <a:ea typeface="+mn-ea"/>
              <a:cs typeface="+mn-cs"/>
            </a:endParaRPr>
          </a:p>
        </p:txBody>
      </p:sp>
      <p:sp>
        <p:nvSpPr>
          <p:cNvPr id="36" name="Line 29">
            <a:extLst>
              <a:ext uri="{FF2B5EF4-FFF2-40B4-BE49-F238E27FC236}">
                <a16:creationId xmlns:a16="http://schemas.microsoft.com/office/drawing/2014/main" id="{30CC8171-8114-474A-B329-57CE3172E5F0}"/>
              </a:ext>
            </a:extLst>
          </p:cNvPr>
          <p:cNvSpPr>
            <a:spLocks noChangeShapeType="1"/>
          </p:cNvSpPr>
          <p:nvPr/>
        </p:nvSpPr>
        <p:spPr bwMode="auto">
          <a:xfrm flipH="1" flipV="1">
            <a:off x="4653096" y="1813822"/>
            <a:ext cx="22071" cy="2405386"/>
          </a:xfrm>
          <a:prstGeom prst="line">
            <a:avLst/>
          </a:prstGeom>
          <a:noFill/>
          <a:ln w="44450" cap="flat">
            <a:solidFill>
              <a:srgbClr val="377790"/>
            </a:solidFill>
            <a:prstDash val="dash"/>
            <a:miter lim="800000"/>
            <a:headEnd/>
            <a:tailEnd/>
          </a:ln>
          <a:extLst>
            <a:ext uri="{909E8E84-426E-40DD-AFC4-6F175D3DCCD1}">
              <a14:hiddenFill xmlns:a14="http://schemas.microsoft.com/office/drawing/2010/main">
                <a:noFill/>
              </a14:hiddenFill>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262626"/>
              </a:solidFill>
              <a:effectLst/>
              <a:uLnTx/>
              <a:uFillTx/>
              <a:latin typeface="Calibri Light"/>
              <a:ea typeface="+mn-ea"/>
              <a:cs typeface="+mn-cs"/>
            </a:endParaRPr>
          </a:p>
        </p:txBody>
      </p:sp>
      <p:sp>
        <p:nvSpPr>
          <p:cNvPr id="38" name="Line 29">
            <a:extLst>
              <a:ext uri="{FF2B5EF4-FFF2-40B4-BE49-F238E27FC236}">
                <a16:creationId xmlns:a16="http://schemas.microsoft.com/office/drawing/2014/main" id="{C2F5918A-0E9F-4B2D-B176-D21F11087064}"/>
              </a:ext>
            </a:extLst>
          </p:cNvPr>
          <p:cNvSpPr>
            <a:spLocks noChangeShapeType="1"/>
          </p:cNvSpPr>
          <p:nvPr/>
        </p:nvSpPr>
        <p:spPr bwMode="auto">
          <a:xfrm flipH="1" flipV="1">
            <a:off x="6975263" y="1820495"/>
            <a:ext cx="15649" cy="2407029"/>
          </a:xfrm>
          <a:prstGeom prst="line">
            <a:avLst/>
          </a:prstGeom>
          <a:noFill/>
          <a:ln w="44450" cap="flat">
            <a:solidFill>
              <a:srgbClr val="377790"/>
            </a:solidFill>
            <a:prstDash val="dash"/>
            <a:miter lim="800000"/>
            <a:headEnd/>
            <a:tailEnd/>
          </a:ln>
          <a:extLst>
            <a:ext uri="{909E8E84-426E-40DD-AFC4-6F175D3DCCD1}">
              <a14:hiddenFill xmlns:a14="http://schemas.microsoft.com/office/drawing/2010/main">
                <a:noFill/>
              </a14:hiddenFill>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262626"/>
              </a:solidFill>
              <a:effectLst/>
              <a:uLnTx/>
              <a:uFillTx/>
              <a:latin typeface="Calibri Light"/>
              <a:ea typeface="+mn-ea"/>
              <a:cs typeface="+mn-cs"/>
            </a:endParaRPr>
          </a:p>
        </p:txBody>
      </p:sp>
      <p:sp>
        <p:nvSpPr>
          <p:cNvPr id="39" name="Oval 6">
            <a:extLst>
              <a:ext uri="{FF2B5EF4-FFF2-40B4-BE49-F238E27FC236}">
                <a16:creationId xmlns:a16="http://schemas.microsoft.com/office/drawing/2014/main" id="{0503840C-C608-474B-860A-97C544C77034}"/>
              </a:ext>
            </a:extLst>
          </p:cNvPr>
          <p:cNvSpPr>
            <a:spLocks noChangeArrowheads="1"/>
          </p:cNvSpPr>
          <p:nvPr/>
        </p:nvSpPr>
        <p:spPr bwMode="auto">
          <a:xfrm>
            <a:off x="9356836" y="4243982"/>
            <a:ext cx="216427" cy="222888"/>
          </a:xfrm>
          <a:prstGeom prst="ellipse">
            <a:avLst/>
          </a:prstGeom>
          <a:solidFill>
            <a:srgbClr val="EDEDED"/>
          </a:solidFill>
          <a:ln w="44450" cap="flat">
            <a:solidFill>
              <a:srgbClr val="377790"/>
            </a:solidFill>
            <a:prstDash val="solid"/>
            <a:miter lim="800000"/>
            <a:headEnd/>
            <a:tailEnd/>
          </a:ln>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262626"/>
              </a:solidFill>
              <a:effectLst/>
              <a:uLnTx/>
              <a:uFillTx/>
              <a:latin typeface="Calibri Light"/>
              <a:ea typeface="+mn-ea"/>
              <a:cs typeface="+mn-cs"/>
            </a:endParaRPr>
          </a:p>
        </p:txBody>
      </p:sp>
      <p:sp>
        <p:nvSpPr>
          <p:cNvPr id="40" name="Line 29">
            <a:extLst>
              <a:ext uri="{FF2B5EF4-FFF2-40B4-BE49-F238E27FC236}">
                <a16:creationId xmlns:a16="http://schemas.microsoft.com/office/drawing/2014/main" id="{7E058CF2-1198-4B0C-B25B-3D270EB28194}"/>
              </a:ext>
            </a:extLst>
          </p:cNvPr>
          <p:cNvSpPr>
            <a:spLocks noChangeShapeType="1"/>
          </p:cNvSpPr>
          <p:nvPr/>
        </p:nvSpPr>
        <p:spPr bwMode="auto">
          <a:xfrm flipH="1" flipV="1">
            <a:off x="9435277" y="1811797"/>
            <a:ext cx="25414" cy="2407410"/>
          </a:xfrm>
          <a:prstGeom prst="line">
            <a:avLst/>
          </a:prstGeom>
          <a:noFill/>
          <a:ln w="44450" cap="flat">
            <a:solidFill>
              <a:srgbClr val="377790"/>
            </a:solidFill>
            <a:prstDash val="dash"/>
            <a:miter lim="800000"/>
            <a:headEnd/>
            <a:tailEnd/>
          </a:ln>
          <a:extLst>
            <a:ext uri="{909E8E84-426E-40DD-AFC4-6F175D3DCCD1}">
              <a14:hiddenFill xmlns:a14="http://schemas.microsoft.com/office/drawing/2010/main">
                <a:noFill/>
              </a14:hiddenFill>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262626"/>
              </a:solidFill>
              <a:effectLst/>
              <a:uLnTx/>
              <a:uFillTx/>
              <a:latin typeface="Calibri Light"/>
              <a:ea typeface="+mn-ea"/>
              <a:cs typeface="+mn-cs"/>
            </a:endParaRPr>
          </a:p>
        </p:txBody>
      </p:sp>
      <p:sp>
        <p:nvSpPr>
          <p:cNvPr id="41" name="Title 3">
            <a:extLst>
              <a:ext uri="{FF2B5EF4-FFF2-40B4-BE49-F238E27FC236}">
                <a16:creationId xmlns:a16="http://schemas.microsoft.com/office/drawing/2014/main" id="{23476A40-46E5-43D2-8ED1-82E184045229}"/>
              </a:ext>
            </a:extLst>
          </p:cNvPr>
          <p:cNvSpPr>
            <a:spLocks noGrp="1"/>
          </p:cNvSpPr>
          <p:nvPr>
            <p:ph type="title"/>
          </p:nvPr>
        </p:nvSpPr>
        <p:spPr>
          <a:xfrm>
            <a:off x="209823" y="388136"/>
            <a:ext cx="11252200" cy="334102"/>
          </a:xfrm>
        </p:spPr>
        <p:txBody>
          <a:bodyPr vert="horz" lIns="0" tIns="0" rIns="0" bIns="0" rtlCol="0" anchor="t" anchorCtr="0">
            <a:noAutofit/>
          </a:bodyPr>
          <a:lstStyle/>
          <a:p>
            <a:pPr defTabSz="1219170"/>
            <a:r>
              <a:rPr lang="en-US" sz="3600" dirty="0">
                <a:latin typeface="+mn-lt"/>
                <a:cs typeface="Arial" panose="020B0604020202020204" pitchFamily="34" charset="0"/>
              </a:rPr>
              <a:t>Test Automation High Level Plan </a:t>
            </a:r>
            <a:r>
              <a:rPr lang="en-US" sz="3600" dirty="0">
                <a:latin typeface="+mn-lt"/>
              </a:rPr>
              <a:t>– Selenium Jenkins</a:t>
            </a:r>
            <a:endParaRPr lang="en-US" sz="3600" dirty="0">
              <a:latin typeface="+mn-lt"/>
              <a:cs typeface="Arial" panose="020B0604020202020204" pitchFamily="34" charset="0"/>
            </a:endParaRPr>
          </a:p>
        </p:txBody>
      </p:sp>
      <p:sp>
        <p:nvSpPr>
          <p:cNvPr id="43" name="Rectangle 42">
            <a:extLst>
              <a:ext uri="{FF2B5EF4-FFF2-40B4-BE49-F238E27FC236}">
                <a16:creationId xmlns:a16="http://schemas.microsoft.com/office/drawing/2014/main" id="{C183D73B-112F-4249-BE05-55D7BE2EB69A}"/>
              </a:ext>
            </a:extLst>
          </p:cNvPr>
          <p:cNvSpPr/>
          <p:nvPr/>
        </p:nvSpPr>
        <p:spPr>
          <a:xfrm>
            <a:off x="4815342" y="3024009"/>
            <a:ext cx="1955949" cy="1162256"/>
          </a:xfrm>
          <a:prstGeom prst="rect">
            <a:avLst/>
          </a:prstGeom>
          <a:solidFill>
            <a:srgbClr val="B0DA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1050" b="0" i="0" u="none" strike="noStrike" kern="1200" cap="none" spc="0" normalizeH="0" baseline="0" noProof="0" dirty="0">
                <a:ln>
                  <a:noFill/>
                </a:ln>
                <a:solidFill>
                  <a:prstClr val="black"/>
                </a:solidFill>
                <a:effectLst/>
                <a:uLnTx/>
                <a:uFillTx/>
                <a:latin typeface="Calibri Light" panose="020F0302020204030204" pitchFamily="34" charset="0"/>
                <a:ea typeface="游ゴシック" panose="020B0400000000000000" pitchFamily="34" charset="-128"/>
                <a:cs typeface="+mn-cs"/>
              </a:rPr>
              <a:t>Conduct Regular Release Management activities leveraging automated and manual test scripts as part of the release management plan</a:t>
            </a:r>
          </a:p>
        </p:txBody>
      </p:sp>
      <p:sp>
        <p:nvSpPr>
          <p:cNvPr id="44" name="TextBox 43">
            <a:extLst>
              <a:ext uri="{FF2B5EF4-FFF2-40B4-BE49-F238E27FC236}">
                <a16:creationId xmlns:a16="http://schemas.microsoft.com/office/drawing/2014/main" id="{171E304E-1443-4D2D-9516-4B0AC236B7CF}"/>
              </a:ext>
            </a:extLst>
          </p:cNvPr>
          <p:cNvSpPr txBox="1"/>
          <p:nvPr/>
        </p:nvSpPr>
        <p:spPr>
          <a:xfrm>
            <a:off x="5371855" y="2857611"/>
            <a:ext cx="906720" cy="276999"/>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prstClr val="black"/>
                </a:solidFill>
                <a:latin typeface="Calibri" panose="020F0502020204030204"/>
              </a:rPr>
              <a:t>990</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Hours</a:t>
            </a:r>
          </a:p>
        </p:txBody>
      </p:sp>
      <p:sp>
        <p:nvSpPr>
          <p:cNvPr id="45" name="Rectangle 44">
            <a:extLst>
              <a:ext uri="{FF2B5EF4-FFF2-40B4-BE49-F238E27FC236}">
                <a16:creationId xmlns:a16="http://schemas.microsoft.com/office/drawing/2014/main" id="{10826D2E-95AD-4606-B080-C93DC59BE842}"/>
              </a:ext>
            </a:extLst>
          </p:cNvPr>
          <p:cNvSpPr/>
          <p:nvPr/>
        </p:nvSpPr>
        <p:spPr>
          <a:xfrm>
            <a:off x="7224642" y="3003344"/>
            <a:ext cx="2017576" cy="1162256"/>
          </a:xfrm>
          <a:prstGeom prst="rect">
            <a:avLst/>
          </a:prstGeom>
          <a:solidFill>
            <a:srgbClr val="B0DA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1050" b="0" i="0" u="none" strike="noStrike" kern="1200" cap="none" spc="0" normalizeH="0" baseline="0" noProof="0" dirty="0">
                <a:ln>
                  <a:noFill/>
                </a:ln>
                <a:solidFill>
                  <a:prstClr val="black"/>
                </a:solidFill>
                <a:effectLst/>
                <a:uLnTx/>
                <a:uFillTx/>
                <a:latin typeface="Calibri Light" panose="020F0302020204030204" pitchFamily="34" charset="0"/>
                <a:ea typeface="游ゴシック" panose="020B0400000000000000" pitchFamily="34" charset="-128"/>
                <a:cs typeface="+mn-cs"/>
              </a:rPr>
              <a:t>Conduct Regular Release Management activities leveraging automated and manual test scripts as part of the release management plan</a:t>
            </a:r>
          </a:p>
        </p:txBody>
      </p:sp>
      <p:sp>
        <p:nvSpPr>
          <p:cNvPr id="46" name="TextBox 45">
            <a:extLst>
              <a:ext uri="{FF2B5EF4-FFF2-40B4-BE49-F238E27FC236}">
                <a16:creationId xmlns:a16="http://schemas.microsoft.com/office/drawing/2014/main" id="{C90021D2-8FC2-40F9-95DD-3B8448BF346D}"/>
              </a:ext>
            </a:extLst>
          </p:cNvPr>
          <p:cNvSpPr txBox="1"/>
          <p:nvPr/>
        </p:nvSpPr>
        <p:spPr>
          <a:xfrm>
            <a:off x="7720465" y="2857611"/>
            <a:ext cx="906720" cy="276999"/>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prstClr val="black"/>
                </a:solidFill>
                <a:latin typeface="Calibri" panose="020F0502020204030204"/>
              </a:rPr>
              <a:t>990</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Hours</a:t>
            </a:r>
          </a:p>
        </p:txBody>
      </p:sp>
      <p:sp>
        <p:nvSpPr>
          <p:cNvPr id="47" name="Rectangle 46">
            <a:extLst>
              <a:ext uri="{FF2B5EF4-FFF2-40B4-BE49-F238E27FC236}">
                <a16:creationId xmlns:a16="http://schemas.microsoft.com/office/drawing/2014/main" id="{E8CF3C9D-5EF9-43C8-B70A-F6764484F47B}"/>
              </a:ext>
            </a:extLst>
          </p:cNvPr>
          <p:cNvSpPr/>
          <p:nvPr/>
        </p:nvSpPr>
        <p:spPr>
          <a:xfrm>
            <a:off x="9695987" y="2991348"/>
            <a:ext cx="2017576" cy="1162256"/>
          </a:xfrm>
          <a:prstGeom prst="rect">
            <a:avLst/>
          </a:prstGeom>
          <a:solidFill>
            <a:srgbClr val="B0DA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1050" b="0" i="0" u="none" strike="noStrike" kern="1200" cap="none" spc="0" normalizeH="0" baseline="0" noProof="0" dirty="0">
                <a:ln>
                  <a:noFill/>
                </a:ln>
                <a:solidFill>
                  <a:prstClr val="black"/>
                </a:solidFill>
                <a:effectLst/>
                <a:uLnTx/>
                <a:uFillTx/>
                <a:latin typeface="Calibri Light" panose="020F0302020204030204" pitchFamily="34" charset="0"/>
                <a:ea typeface="游ゴシック" panose="020B0400000000000000" pitchFamily="34" charset="-128"/>
                <a:cs typeface="+mn-cs"/>
              </a:rPr>
              <a:t>Conduct Regular Release Management activities leveraging automated and manual test scripts as part of the release management plan</a:t>
            </a:r>
          </a:p>
        </p:txBody>
      </p:sp>
      <p:sp>
        <p:nvSpPr>
          <p:cNvPr id="48" name="TextBox 47">
            <a:extLst>
              <a:ext uri="{FF2B5EF4-FFF2-40B4-BE49-F238E27FC236}">
                <a16:creationId xmlns:a16="http://schemas.microsoft.com/office/drawing/2014/main" id="{0BB1EA16-A0A1-46F5-8905-40299A79EE8B}"/>
              </a:ext>
            </a:extLst>
          </p:cNvPr>
          <p:cNvSpPr txBox="1"/>
          <p:nvPr/>
        </p:nvSpPr>
        <p:spPr>
          <a:xfrm>
            <a:off x="10235724" y="2857611"/>
            <a:ext cx="906720" cy="276999"/>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prstClr val="black"/>
                </a:solidFill>
                <a:latin typeface="Calibri" panose="020F0502020204030204"/>
              </a:rPr>
              <a:t>990</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 Hours</a:t>
            </a:r>
          </a:p>
        </p:txBody>
      </p:sp>
      <p:sp>
        <p:nvSpPr>
          <p:cNvPr id="49" name="Rectangle 48">
            <a:extLst>
              <a:ext uri="{FF2B5EF4-FFF2-40B4-BE49-F238E27FC236}">
                <a16:creationId xmlns:a16="http://schemas.microsoft.com/office/drawing/2014/main" id="{10C80C65-23C3-4135-A3DE-EEF73F226A30}"/>
              </a:ext>
            </a:extLst>
          </p:cNvPr>
          <p:cNvSpPr/>
          <p:nvPr/>
        </p:nvSpPr>
        <p:spPr>
          <a:xfrm>
            <a:off x="2458164" y="3046798"/>
            <a:ext cx="2017576" cy="1139833"/>
          </a:xfrm>
          <a:prstGeom prst="rect">
            <a:avLst/>
          </a:prstGeom>
          <a:solidFill>
            <a:srgbClr val="B0DA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Automate initial </a:t>
            </a:r>
            <a:r>
              <a:rPr lang="en-US" sz="1050" dirty="0">
                <a:solidFill>
                  <a:prstClr val="black"/>
                </a:solidFill>
                <a:latin typeface="Calibri Light" panose="020F0302020204030204" pitchFamily="34" charset="0"/>
              </a:rPr>
              <a:t>10%</a:t>
            </a:r>
            <a:r>
              <a:rPr kumimoji="0" lang="en-US" sz="105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 test scripts by priority chart</a:t>
            </a:r>
          </a:p>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Gather associated test data</a:t>
            </a:r>
          </a:p>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Conduct Unit/Functional Test</a:t>
            </a:r>
          </a:p>
        </p:txBody>
      </p:sp>
      <p:sp>
        <p:nvSpPr>
          <p:cNvPr id="50" name="TextBox 49">
            <a:extLst>
              <a:ext uri="{FF2B5EF4-FFF2-40B4-BE49-F238E27FC236}">
                <a16:creationId xmlns:a16="http://schemas.microsoft.com/office/drawing/2014/main" id="{B2E40C1B-CEE2-40FF-B196-D7D1FE612381}"/>
              </a:ext>
            </a:extLst>
          </p:cNvPr>
          <p:cNvSpPr txBox="1"/>
          <p:nvPr/>
        </p:nvSpPr>
        <p:spPr>
          <a:xfrm>
            <a:off x="2948024" y="2857611"/>
            <a:ext cx="945378" cy="276999"/>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1200 Hours</a:t>
            </a:r>
          </a:p>
        </p:txBody>
      </p:sp>
      <p:sp>
        <p:nvSpPr>
          <p:cNvPr id="54" name="Rectangle 53">
            <a:extLst>
              <a:ext uri="{FF2B5EF4-FFF2-40B4-BE49-F238E27FC236}">
                <a16:creationId xmlns:a16="http://schemas.microsoft.com/office/drawing/2014/main" id="{69C8800D-17B0-4CEA-9931-774B6F507083}"/>
              </a:ext>
            </a:extLst>
          </p:cNvPr>
          <p:cNvSpPr/>
          <p:nvPr/>
        </p:nvSpPr>
        <p:spPr>
          <a:xfrm>
            <a:off x="4815342" y="1697523"/>
            <a:ext cx="1949197" cy="1139833"/>
          </a:xfrm>
          <a:prstGeom prst="rect">
            <a:avLst/>
          </a:prstGeom>
          <a:solidFill>
            <a:srgbClr val="B0DA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Automate 25% test scripts by priority chart</a:t>
            </a:r>
          </a:p>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Gather associated test data</a:t>
            </a:r>
          </a:p>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Conduct Unit/Functional Test</a:t>
            </a:r>
          </a:p>
        </p:txBody>
      </p:sp>
      <p:sp>
        <p:nvSpPr>
          <p:cNvPr id="55" name="TextBox 54">
            <a:extLst>
              <a:ext uri="{FF2B5EF4-FFF2-40B4-BE49-F238E27FC236}">
                <a16:creationId xmlns:a16="http://schemas.microsoft.com/office/drawing/2014/main" id="{977988A1-A171-45D2-BE45-F41591322DB4}"/>
              </a:ext>
            </a:extLst>
          </p:cNvPr>
          <p:cNvSpPr txBox="1"/>
          <p:nvPr/>
        </p:nvSpPr>
        <p:spPr>
          <a:xfrm>
            <a:off x="5348265" y="1533181"/>
            <a:ext cx="945378" cy="276999"/>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2806 Hours</a:t>
            </a:r>
          </a:p>
        </p:txBody>
      </p:sp>
      <p:sp>
        <p:nvSpPr>
          <p:cNvPr id="2" name="TextBox 1">
            <a:extLst>
              <a:ext uri="{FF2B5EF4-FFF2-40B4-BE49-F238E27FC236}">
                <a16:creationId xmlns:a16="http://schemas.microsoft.com/office/drawing/2014/main" id="{19B96ADF-ADE0-465D-BBBE-2F8B9EC5A09A}"/>
              </a:ext>
            </a:extLst>
          </p:cNvPr>
          <p:cNvSpPr txBox="1"/>
          <p:nvPr/>
        </p:nvSpPr>
        <p:spPr>
          <a:xfrm>
            <a:off x="274117" y="4637883"/>
            <a:ext cx="10171439" cy="1477328"/>
          </a:xfrm>
          <a:prstGeom prst="rect">
            <a:avLst/>
          </a:prstGeom>
          <a:noFill/>
        </p:spPr>
        <p:txBody>
          <a:bodyPr wrap="none" rtlCol="0">
            <a:spAutoFit/>
          </a:bodyPr>
          <a:lstStyle/>
          <a:p>
            <a:r>
              <a:rPr lang="en-US" dirty="0"/>
              <a:t>Estimated effort of 990 hours includes:</a:t>
            </a:r>
          </a:p>
          <a:p>
            <a:pPr marL="285750" indent="-285750">
              <a:buFont typeface="Arial" panose="020B0604020202020204" pitchFamily="34" charset="0"/>
              <a:buChar char="•"/>
            </a:pPr>
            <a:r>
              <a:rPr lang="en-US" dirty="0"/>
              <a:t>Update/addition of </a:t>
            </a:r>
            <a:r>
              <a:rPr lang="en-US" b="1" dirty="0"/>
              <a:t>~35 </a:t>
            </a:r>
            <a:r>
              <a:rPr lang="en-US" dirty="0"/>
              <a:t>incremental automation scripts during each release cycle</a:t>
            </a:r>
          </a:p>
          <a:p>
            <a:pPr marL="285750" indent="-285750">
              <a:buFont typeface="Arial" panose="020B0604020202020204" pitchFamily="34" charset="0"/>
              <a:buChar char="•"/>
            </a:pPr>
            <a:r>
              <a:rPr lang="en-US" dirty="0"/>
              <a:t>New Scripts above and beyond 35 will be analyzed in current Release and will be delivered in Release +1</a:t>
            </a:r>
          </a:p>
          <a:p>
            <a:pPr marL="285750" indent="-285750">
              <a:buFont typeface="Arial" panose="020B0604020202020204" pitchFamily="34" charset="0"/>
              <a:buChar char="•"/>
            </a:pPr>
            <a:r>
              <a:rPr lang="en-US" dirty="0"/>
              <a:t>Test data creation as needed by the Automation Bots</a:t>
            </a:r>
          </a:p>
          <a:p>
            <a:pPr marL="285750" indent="-285750">
              <a:buFont typeface="Arial" panose="020B0604020202020204" pitchFamily="34" charset="0"/>
              <a:buChar char="•"/>
            </a:pPr>
            <a:r>
              <a:rPr lang="en-US" dirty="0"/>
              <a:t>Execution/Remediation of Automation Bots </a:t>
            </a:r>
          </a:p>
        </p:txBody>
      </p:sp>
      <p:sp>
        <p:nvSpPr>
          <p:cNvPr id="51" name="Oval 6">
            <a:extLst>
              <a:ext uri="{FF2B5EF4-FFF2-40B4-BE49-F238E27FC236}">
                <a16:creationId xmlns:a16="http://schemas.microsoft.com/office/drawing/2014/main" id="{21176A6B-22AA-4810-9607-B99102BCBE21}"/>
              </a:ext>
            </a:extLst>
          </p:cNvPr>
          <p:cNvSpPr>
            <a:spLocks noChangeArrowheads="1"/>
          </p:cNvSpPr>
          <p:nvPr/>
        </p:nvSpPr>
        <p:spPr bwMode="auto">
          <a:xfrm>
            <a:off x="6887082" y="4244297"/>
            <a:ext cx="216427" cy="222888"/>
          </a:xfrm>
          <a:prstGeom prst="ellipse">
            <a:avLst/>
          </a:prstGeom>
          <a:solidFill>
            <a:srgbClr val="EDEDED"/>
          </a:solidFill>
          <a:ln w="44450" cap="flat">
            <a:solidFill>
              <a:srgbClr val="377790"/>
            </a:solidFill>
            <a:prstDash val="solid"/>
            <a:miter lim="800000"/>
            <a:headEnd/>
            <a:tailEnd/>
          </a:ln>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262626"/>
              </a:solidFill>
              <a:effectLst/>
              <a:uLnTx/>
              <a:uFillTx/>
              <a:latin typeface="Calibri Light"/>
              <a:ea typeface="+mn-ea"/>
              <a:cs typeface="+mn-cs"/>
            </a:endParaRPr>
          </a:p>
        </p:txBody>
      </p:sp>
      <p:sp>
        <p:nvSpPr>
          <p:cNvPr id="52" name="Rectangle 51">
            <a:extLst>
              <a:ext uri="{FF2B5EF4-FFF2-40B4-BE49-F238E27FC236}">
                <a16:creationId xmlns:a16="http://schemas.microsoft.com/office/drawing/2014/main" id="{B0459099-59F7-4C8C-BEDF-E530442ED107}"/>
              </a:ext>
            </a:extLst>
          </p:cNvPr>
          <p:cNvSpPr/>
          <p:nvPr/>
        </p:nvSpPr>
        <p:spPr>
          <a:xfrm>
            <a:off x="7224642" y="1670770"/>
            <a:ext cx="1949197" cy="1139833"/>
          </a:xfrm>
          <a:prstGeom prst="rect">
            <a:avLst/>
          </a:prstGeom>
          <a:solidFill>
            <a:srgbClr val="B0DA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Automate 35% test scripts by priority chart</a:t>
            </a:r>
          </a:p>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Gather associated test data</a:t>
            </a:r>
          </a:p>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Conduct Unit/Functional Test</a:t>
            </a:r>
          </a:p>
        </p:txBody>
      </p:sp>
      <p:sp>
        <p:nvSpPr>
          <p:cNvPr id="53" name="TextBox 52">
            <a:extLst>
              <a:ext uri="{FF2B5EF4-FFF2-40B4-BE49-F238E27FC236}">
                <a16:creationId xmlns:a16="http://schemas.microsoft.com/office/drawing/2014/main" id="{054623E6-FD38-4543-B42A-C42D61A4AFA7}"/>
              </a:ext>
            </a:extLst>
          </p:cNvPr>
          <p:cNvSpPr txBox="1"/>
          <p:nvPr/>
        </p:nvSpPr>
        <p:spPr>
          <a:xfrm>
            <a:off x="7757565" y="1506428"/>
            <a:ext cx="945378" cy="276999"/>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4006 Hours</a:t>
            </a:r>
          </a:p>
        </p:txBody>
      </p:sp>
      <p:sp>
        <p:nvSpPr>
          <p:cNvPr id="56" name="Rectangle 55">
            <a:extLst>
              <a:ext uri="{FF2B5EF4-FFF2-40B4-BE49-F238E27FC236}">
                <a16:creationId xmlns:a16="http://schemas.microsoft.com/office/drawing/2014/main" id="{8165B339-ABB0-450B-99D6-13E9A36445F3}"/>
              </a:ext>
            </a:extLst>
          </p:cNvPr>
          <p:cNvSpPr/>
          <p:nvPr/>
        </p:nvSpPr>
        <p:spPr>
          <a:xfrm>
            <a:off x="9695987" y="1665890"/>
            <a:ext cx="1949197" cy="1139833"/>
          </a:xfrm>
          <a:prstGeom prst="rect">
            <a:avLst/>
          </a:prstGeom>
          <a:solidFill>
            <a:srgbClr val="B0DA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Automate remaining 30% test scripts </a:t>
            </a:r>
          </a:p>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Gather associated test data</a:t>
            </a:r>
          </a:p>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Conduct Unit/Functional Test</a:t>
            </a:r>
          </a:p>
        </p:txBody>
      </p:sp>
      <p:sp>
        <p:nvSpPr>
          <p:cNvPr id="57" name="TextBox 56">
            <a:extLst>
              <a:ext uri="{FF2B5EF4-FFF2-40B4-BE49-F238E27FC236}">
                <a16:creationId xmlns:a16="http://schemas.microsoft.com/office/drawing/2014/main" id="{8980DC1C-13E5-4183-A12A-4779463488BE}"/>
              </a:ext>
            </a:extLst>
          </p:cNvPr>
          <p:cNvSpPr txBox="1"/>
          <p:nvPr/>
        </p:nvSpPr>
        <p:spPr>
          <a:xfrm>
            <a:off x="10228910" y="1501548"/>
            <a:ext cx="945378" cy="276999"/>
          </a:xfrm>
          <a:prstGeom prst="rect">
            <a:avLst/>
          </a:prstGeom>
          <a:solidFill>
            <a:schemeClr val="bg1"/>
          </a:solidFill>
        </p:spPr>
        <p:txBody>
          <a:bodyPr wrap="square" rtlCol="0">
            <a:spAutoFit/>
          </a:bodyPr>
          <a:lstStyle/>
          <a:p>
            <a:pPr lvl="0">
              <a:defRPr/>
            </a:pPr>
            <a:r>
              <a:rPr lang="en-US" sz="1200" dirty="0">
                <a:solidFill>
                  <a:prstClr val="black"/>
                </a:solidFill>
              </a:rPr>
              <a:t>4006 </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Hours</a:t>
            </a:r>
          </a:p>
        </p:txBody>
      </p:sp>
      <p:sp>
        <p:nvSpPr>
          <p:cNvPr id="58" name="TextBox 57">
            <a:extLst>
              <a:ext uri="{FF2B5EF4-FFF2-40B4-BE49-F238E27FC236}">
                <a16:creationId xmlns:a16="http://schemas.microsoft.com/office/drawing/2014/main" id="{D9696F56-5A5C-4F90-9240-654A5A8E87C5}"/>
              </a:ext>
            </a:extLst>
          </p:cNvPr>
          <p:cNvSpPr txBox="1"/>
          <p:nvPr/>
        </p:nvSpPr>
        <p:spPr>
          <a:xfrm>
            <a:off x="11707211" y="1400819"/>
            <a:ext cx="49244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Calibri Light" panose="020F0302020204030204" pitchFamily="34" charset="0"/>
                <a:ea typeface="+mn-ea"/>
                <a:cs typeface="+mn-cs"/>
              </a:rPr>
              <a:t>Jun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Calibri Light" panose="020F0302020204030204" pitchFamily="34" charset="0"/>
                <a:ea typeface="+mn-ea"/>
                <a:cs typeface="+mn-cs"/>
              </a:rPr>
              <a:t>2019</a:t>
            </a:r>
          </a:p>
        </p:txBody>
      </p:sp>
      <p:sp>
        <p:nvSpPr>
          <p:cNvPr id="59" name="Line 29">
            <a:extLst>
              <a:ext uri="{FF2B5EF4-FFF2-40B4-BE49-F238E27FC236}">
                <a16:creationId xmlns:a16="http://schemas.microsoft.com/office/drawing/2014/main" id="{B3F6FC10-6FFB-43E5-A2F2-8424BC0E7CB4}"/>
              </a:ext>
            </a:extLst>
          </p:cNvPr>
          <p:cNvSpPr>
            <a:spLocks noChangeShapeType="1"/>
          </p:cNvSpPr>
          <p:nvPr/>
        </p:nvSpPr>
        <p:spPr bwMode="auto">
          <a:xfrm flipH="1" flipV="1">
            <a:off x="11942490" y="1893847"/>
            <a:ext cx="25414" cy="2407410"/>
          </a:xfrm>
          <a:prstGeom prst="line">
            <a:avLst/>
          </a:prstGeom>
          <a:noFill/>
          <a:ln w="44450" cap="flat">
            <a:solidFill>
              <a:srgbClr val="377790"/>
            </a:solidFill>
            <a:prstDash val="dash"/>
            <a:miter lim="800000"/>
            <a:headEnd/>
            <a:tailEnd/>
          </a:ln>
          <a:extLst>
            <a:ext uri="{909E8E84-426E-40DD-AFC4-6F175D3DCCD1}">
              <a14:hiddenFill xmlns:a14="http://schemas.microsoft.com/office/drawing/2010/main">
                <a:noFill/>
              </a14:hiddenFill>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262626"/>
              </a:solidFill>
              <a:effectLst/>
              <a:uLnTx/>
              <a:uFillTx/>
              <a:latin typeface="Calibri Light"/>
              <a:ea typeface="+mn-ea"/>
              <a:cs typeface="+mn-cs"/>
            </a:endParaRPr>
          </a:p>
        </p:txBody>
      </p:sp>
      <p:sp>
        <p:nvSpPr>
          <p:cNvPr id="60" name="Oval 6">
            <a:extLst>
              <a:ext uri="{FF2B5EF4-FFF2-40B4-BE49-F238E27FC236}">
                <a16:creationId xmlns:a16="http://schemas.microsoft.com/office/drawing/2014/main" id="{05ACADD9-6A2E-4133-A85C-4E27299FC43D}"/>
              </a:ext>
            </a:extLst>
          </p:cNvPr>
          <p:cNvSpPr>
            <a:spLocks noChangeArrowheads="1"/>
          </p:cNvSpPr>
          <p:nvPr/>
        </p:nvSpPr>
        <p:spPr bwMode="auto">
          <a:xfrm>
            <a:off x="11861755" y="4216765"/>
            <a:ext cx="216427" cy="222888"/>
          </a:xfrm>
          <a:prstGeom prst="ellipse">
            <a:avLst/>
          </a:prstGeom>
          <a:solidFill>
            <a:srgbClr val="EDEDED"/>
          </a:solidFill>
          <a:ln w="44450" cap="flat">
            <a:solidFill>
              <a:srgbClr val="377790"/>
            </a:solidFill>
            <a:prstDash val="solid"/>
            <a:miter lim="800000"/>
            <a:headEnd/>
            <a:tailEnd/>
          </a:ln>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262626"/>
              </a:solidFill>
              <a:effectLst/>
              <a:uLnTx/>
              <a:uFillTx/>
              <a:latin typeface="Calibri Light"/>
              <a:ea typeface="+mn-ea"/>
              <a:cs typeface="+mn-cs"/>
            </a:endParaRPr>
          </a:p>
        </p:txBody>
      </p:sp>
    </p:spTree>
    <p:extLst>
      <p:ext uri="{BB962C8B-B14F-4D97-AF65-F5344CB8AC3E}">
        <p14:creationId xmlns:p14="http://schemas.microsoft.com/office/powerpoint/2010/main" val="1203418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6AC2D97-040B-4F21-8AEB-C18A0D71B9CB}"/>
              </a:ext>
            </a:extLst>
          </p:cNvPr>
          <p:cNvSpPr txBox="1"/>
          <p:nvPr/>
        </p:nvSpPr>
        <p:spPr>
          <a:xfrm>
            <a:off x="149386" y="3277623"/>
            <a:ext cx="4469748" cy="461665"/>
          </a:xfrm>
          <a:prstGeom prst="rect">
            <a:avLst/>
          </a:prstGeom>
          <a:noFill/>
        </p:spPr>
        <p:txBody>
          <a:bodyPr wrap="square" rtlCol="0">
            <a:spAutoFit/>
          </a:bodyPr>
          <a:lstStyle/>
          <a:p>
            <a:r>
              <a:rPr lang="en-US" sz="800" b="1" dirty="0"/>
              <a:t>#Break down of 3960 hours: 990 hours for each release upgrade (x4) Split</a:t>
            </a:r>
          </a:p>
          <a:p>
            <a:pPr marL="171450" indent="-171450">
              <a:buFont typeface="Arial" panose="020B0604020202020204" pitchFamily="34" charset="0"/>
              <a:buChar char="•"/>
            </a:pPr>
            <a:r>
              <a:rPr lang="en-US" sz="800" b="1" dirty="0"/>
              <a:t>Automation Bots Execution for testing (fixed for each upgrade) – 90 hours </a:t>
            </a:r>
          </a:p>
          <a:p>
            <a:pPr marL="171450" indent="-171450">
              <a:buFont typeface="Arial" panose="020B0604020202020204" pitchFamily="34" charset="0"/>
              <a:buChar char="•"/>
            </a:pPr>
            <a:r>
              <a:rPr lang="en-US" sz="800" b="1" dirty="0"/>
              <a:t>Update/addition of ~35 incremental automation for each release upgrade – 900 hours</a:t>
            </a:r>
          </a:p>
        </p:txBody>
      </p:sp>
      <p:graphicFrame>
        <p:nvGraphicFramePr>
          <p:cNvPr id="45" name="Group 3">
            <a:extLst>
              <a:ext uri="{FF2B5EF4-FFF2-40B4-BE49-F238E27FC236}">
                <a16:creationId xmlns:a16="http://schemas.microsoft.com/office/drawing/2014/main" id="{424AB097-49C4-4EF0-A561-5DCD6B9C99DF}"/>
              </a:ext>
            </a:extLst>
          </p:cNvPr>
          <p:cNvGraphicFramePr>
            <a:graphicFrameLocks noGrp="1"/>
          </p:cNvGraphicFramePr>
          <p:nvPr>
            <p:extLst>
              <p:ext uri="{D42A27DB-BD31-4B8C-83A1-F6EECF244321}">
                <p14:modId xmlns:p14="http://schemas.microsoft.com/office/powerpoint/2010/main" val="273646523"/>
              </p:ext>
            </p:extLst>
          </p:nvPr>
        </p:nvGraphicFramePr>
        <p:xfrm>
          <a:off x="5770260" y="1484010"/>
          <a:ext cx="6109256" cy="2346960"/>
        </p:xfrm>
        <a:graphic>
          <a:graphicData uri="http://schemas.openxmlformats.org/drawingml/2006/table">
            <a:tbl>
              <a:tblPr/>
              <a:tblGrid>
                <a:gridCol w="1045318">
                  <a:extLst>
                    <a:ext uri="{9D8B030D-6E8A-4147-A177-3AD203B41FA5}">
                      <a16:colId xmlns:a16="http://schemas.microsoft.com/office/drawing/2014/main" val="20000"/>
                    </a:ext>
                  </a:extLst>
                </a:gridCol>
                <a:gridCol w="989815">
                  <a:extLst>
                    <a:ext uri="{9D8B030D-6E8A-4147-A177-3AD203B41FA5}">
                      <a16:colId xmlns:a16="http://schemas.microsoft.com/office/drawing/2014/main" val="20001"/>
                    </a:ext>
                  </a:extLst>
                </a:gridCol>
                <a:gridCol w="1470581">
                  <a:extLst>
                    <a:ext uri="{9D8B030D-6E8A-4147-A177-3AD203B41FA5}">
                      <a16:colId xmlns:a16="http://schemas.microsoft.com/office/drawing/2014/main" val="1118624265"/>
                    </a:ext>
                  </a:extLst>
                </a:gridCol>
                <a:gridCol w="1178351">
                  <a:extLst>
                    <a:ext uri="{9D8B030D-6E8A-4147-A177-3AD203B41FA5}">
                      <a16:colId xmlns:a16="http://schemas.microsoft.com/office/drawing/2014/main" val="1466885288"/>
                    </a:ext>
                  </a:extLst>
                </a:gridCol>
                <a:gridCol w="1425191">
                  <a:extLst>
                    <a:ext uri="{9D8B030D-6E8A-4147-A177-3AD203B41FA5}">
                      <a16:colId xmlns:a16="http://schemas.microsoft.com/office/drawing/2014/main" val="2228816534"/>
                    </a:ext>
                  </a:extLst>
                </a:gridCol>
              </a:tblGrid>
              <a:tr h="266333">
                <a:tc>
                  <a:txBody>
                    <a:bodyPr/>
                    <a:lstStyle/>
                    <a:p>
                      <a:pPr marL="0" marR="0" lvl="0" indent="0" algn="l" defTabSz="684213" rtl="0" eaLnBrk="0" fontAlgn="base" latinLnBrk="0" hangingPunct="0">
                        <a:lnSpc>
                          <a:spcPct val="100000"/>
                        </a:lnSpc>
                        <a:spcBef>
                          <a:spcPts val="0"/>
                        </a:spcBef>
                        <a:spcAft>
                          <a:spcPts val="0"/>
                        </a:spcAft>
                        <a:buClrTx/>
                        <a:buSzPct val="25000"/>
                        <a:buFont typeface="Wingdings" pitchFamily="2" charset="2"/>
                        <a:buNone/>
                        <a:tabLst/>
                      </a:pPr>
                      <a:r>
                        <a:rPr kumimoji="0" lang="en-US" sz="1300" b="0" u="none" strike="noStrike" kern="1200" cap="none" normalizeH="0" baseline="0" dirty="0">
                          <a:ln>
                            <a:noFill/>
                          </a:ln>
                          <a:solidFill>
                            <a:schemeClr val="accent1"/>
                          </a:solidFill>
                          <a:effectLst/>
                          <a:latin typeface="+mn-lt"/>
                          <a:ea typeface="+mn-ea"/>
                          <a:cs typeface="+mn-cs"/>
                        </a:rPr>
                        <a:t>Scope</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4213" rtl="0" eaLnBrk="0" fontAlgn="base" latinLnBrk="0" hangingPunct="0">
                        <a:lnSpc>
                          <a:spcPct val="100000"/>
                        </a:lnSpc>
                        <a:spcBef>
                          <a:spcPts val="0"/>
                        </a:spcBef>
                        <a:spcAft>
                          <a:spcPts val="0"/>
                        </a:spcAft>
                        <a:buClrTx/>
                        <a:buSzPct val="65000"/>
                        <a:buFont typeface="Wingdings"/>
                        <a:buNone/>
                        <a:tabLst/>
                      </a:pPr>
                      <a:r>
                        <a:rPr kumimoji="0" lang="en-US" sz="1300" b="0" u="none" strike="noStrike" kern="1200" cap="none" normalizeH="0" baseline="0" dirty="0">
                          <a:ln>
                            <a:noFill/>
                          </a:ln>
                          <a:solidFill>
                            <a:schemeClr val="accent1"/>
                          </a:solidFill>
                          <a:effectLst/>
                          <a:latin typeface="+mn-lt"/>
                          <a:ea typeface="+mn-ea"/>
                          <a:cs typeface="+mn-cs"/>
                        </a:rPr>
                        <a:t>Total Hrs.</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4213" rtl="0" eaLnBrk="0" fontAlgn="base" latinLnBrk="0" hangingPunct="0">
                        <a:lnSpc>
                          <a:spcPct val="100000"/>
                        </a:lnSpc>
                        <a:spcBef>
                          <a:spcPts val="0"/>
                        </a:spcBef>
                        <a:spcAft>
                          <a:spcPts val="0"/>
                        </a:spcAft>
                        <a:buClrTx/>
                        <a:buSzPct val="65000"/>
                        <a:buFont typeface="Wingdings"/>
                        <a:buNone/>
                        <a:tabLst/>
                      </a:pPr>
                      <a:r>
                        <a:rPr kumimoji="0" lang="en-US" sz="1300" b="0" u="none" strike="noStrike" kern="1200" cap="none" normalizeH="0" baseline="0" dirty="0">
                          <a:ln>
                            <a:noFill/>
                          </a:ln>
                          <a:solidFill>
                            <a:schemeClr val="accent1"/>
                          </a:solidFill>
                          <a:effectLst/>
                          <a:latin typeface="+mn-lt"/>
                          <a:ea typeface="+mn-ea"/>
                          <a:cs typeface="+mn-cs"/>
                        </a:rPr>
                        <a:t>Client Fees Billed</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Bef>
                          <a:spcPts val="0"/>
                        </a:spcBef>
                        <a:spcAft>
                          <a:spcPts val="0"/>
                        </a:spcAft>
                      </a:pPr>
                      <a:r>
                        <a:rPr kumimoji="0" lang="en-US" sz="1300" b="0" u="none" strike="noStrike" kern="1200" cap="none" normalizeH="0" baseline="0" dirty="0">
                          <a:ln>
                            <a:noFill/>
                          </a:ln>
                          <a:solidFill>
                            <a:schemeClr val="accent1"/>
                          </a:solidFill>
                          <a:effectLst/>
                          <a:latin typeface="+mn-lt"/>
                          <a:ea typeface="+mn-ea"/>
                          <a:cs typeface="+mn-cs"/>
                        </a:rPr>
                        <a:t>Total Scripts</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Bef>
                          <a:spcPts val="0"/>
                        </a:spcBef>
                        <a:spcAft>
                          <a:spcPts val="0"/>
                        </a:spcAft>
                      </a:pPr>
                      <a:r>
                        <a:rPr kumimoji="0" lang="en-US" sz="1300" b="0" u="none" strike="noStrike" kern="1200" cap="none" normalizeH="0" baseline="0" dirty="0">
                          <a:ln>
                            <a:noFill/>
                          </a:ln>
                          <a:solidFill>
                            <a:schemeClr val="accent1"/>
                          </a:solidFill>
                          <a:effectLst/>
                          <a:latin typeface="+mn-lt"/>
                          <a:ea typeface="+mn-ea"/>
                          <a:cs typeface="+mn-cs"/>
                        </a:rPr>
                        <a:t>Automation Type</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15479">
                <a:tc rowSpan="2">
                  <a:txBody>
                    <a:bodyPr/>
                    <a:lstStyle/>
                    <a:p>
                      <a:pPr defTabSz="762000"/>
                      <a:r>
                        <a:rPr lang="en-US" sz="900" b="1" dirty="0"/>
                        <a:t>Process Area</a:t>
                      </a:r>
                    </a:p>
                    <a:p>
                      <a:pPr marL="171450" indent="-171450" defTabSz="762000">
                        <a:buFont typeface="Arial" panose="020B0604020202020204" pitchFamily="34" charset="0"/>
                        <a:buChar char="•"/>
                      </a:pPr>
                      <a:r>
                        <a:rPr lang="en-US" sz="900" b="0" dirty="0"/>
                        <a:t>Absence</a:t>
                      </a:r>
                    </a:p>
                    <a:p>
                      <a:pPr marL="171450" indent="-171450" defTabSz="762000">
                        <a:buFont typeface="Arial" panose="020B0604020202020204" pitchFamily="34" charset="0"/>
                        <a:buChar char="•"/>
                      </a:pPr>
                      <a:r>
                        <a:rPr lang="en-US" sz="900" b="0" dirty="0"/>
                        <a:t>AP</a:t>
                      </a:r>
                    </a:p>
                    <a:p>
                      <a:pPr marL="171450" indent="-171450" defTabSz="762000">
                        <a:buFont typeface="Arial" panose="020B0604020202020204" pitchFamily="34" charset="0"/>
                        <a:buChar char="•"/>
                      </a:pPr>
                      <a:r>
                        <a:rPr lang="en-US" sz="900" b="0" dirty="0"/>
                        <a:t>AR</a:t>
                      </a:r>
                    </a:p>
                    <a:p>
                      <a:pPr marL="171450" indent="-171450" defTabSz="762000">
                        <a:buFont typeface="Arial" panose="020B0604020202020204" pitchFamily="34" charset="0"/>
                        <a:buChar char="•"/>
                      </a:pPr>
                      <a:r>
                        <a:rPr lang="en-US" sz="900" b="0" dirty="0"/>
                        <a:t>CM</a:t>
                      </a:r>
                    </a:p>
                    <a:p>
                      <a:pPr marL="171450" indent="-171450" defTabSz="762000">
                        <a:buFont typeface="Arial" panose="020B0604020202020204" pitchFamily="34" charset="0"/>
                        <a:buChar char="•"/>
                      </a:pPr>
                      <a:r>
                        <a:rPr lang="en-US" sz="900" b="0" dirty="0"/>
                        <a:t>Core HR</a:t>
                      </a:r>
                    </a:p>
                    <a:p>
                      <a:pPr marL="171450" indent="-171450" defTabSz="762000">
                        <a:buFont typeface="Arial" panose="020B0604020202020204" pitchFamily="34" charset="0"/>
                        <a:buChar char="•"/>
                      </a:pPr>
                      <a:r>
                        <a:rPr lang="en-US" sz="900" b="0" dirty="0"/>
                        <a:t>FA</a:t>
                      </a:r>
                    </a:p>
                    <a:p>
                      <a:pPr marL="171450" indent="-171450" defTabSz="762000">
                        <a:buFont typeface="Arial" panose="020B0604020202020204" pitchFamily="34" charset="0"/>
                        <a:buChar char="•"/>
                      </a:pPr>
                      <a:r>
                        <a:rPr lang="en-US" sz="900" b="0" dirty="0"/>
                        <a:t>GL</a:t>
                      </a:r>
                    </a:p>
                    <a:p>
                      <a:pPr marL="171450" indent="-171450" defTabSz="762000">
                        <a:buFont typeface="Arial" panose="020B0604020202020204" pitchFamily="34" charset="0"/>
                        <a:buChar char="•"/>
                      </a:pPr>
                      <a:r>
                        <a:rPr lang="en-US" sz="900" b="0" dirty="0"/>
                        <a:t>Payroll</a:t>
                      </a:r>
                    </a:p>
                    <a:p>
                      <a:pPr marL="171450" indent="-171450" defTabSz="762000">
                        <a:buFont typeface="Arial" panose="020B0604020202020204" pitchFamily="34" charset="0"/>
                        <a:buChar char="•"/>
                      </a:pPr>
                      <a:r>
                        <a:rPr lang="en-US" sz="900" b="0" dirty="0"/>
                        <a:t>PPM</a:t>
                      </a:r>
                    </a:p>
                    <a:p>
                      <a:pPr marL="171450" indent="-171450" defTabSz="762000">
                        <a:buFont typeface="Arial" panose="020B0604020202020204" pitchFamily="34" charset="0"/>
                        <a:buChar char="•"/>
                      </a:pPr>
                      <a:r>
                        <a:rPr lang="en-US" sz="900" b="0" dirty="0"/>
                        <a:t>Procurement</a:t>
                      </a:r>
                    </a:p>
                    <a:p>
                      <a:pPr marL="171450" indent="-171450" defTabSz="762000">
                        <a:buFont typeface="Arial" panose="020B0604020202020204" pitchFamily="34" charset="0"/>
                        <a:buChar char="•"/>
                      </a:pPr>
                      <a:r>
                        <a:rPr lang="en-US" sz="900" b="0" dirty="0"/>
                        <a:t>Taleo</a:t>
                      </a:r>
                    </a:p>
                    <a:p>
                      <a:pPr marL="227013" indent="-114300" defTabSz="762000">
                        <a:buFont typeface="Arial" panose="020B0604020202020204" pitchFamily="34" charset="0"/>
                        <a:buChar char="•"/>
                      </a:pPr>
                      <a:endParaRPr lang="en-US" sz="900" dirty="0"/>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2388" marR="0" indent="0">
                        <a:spcBef>
                          <a:spcPts val="300"/>
                        </a:spcBef>
                        <a:spcAft>
                          <a:spcPts val="300"/>
                        </a:spcAft>
                      </a:pPr>
                      <a:r>
                        <a:rPr lang="en-US" sz="900" kern="1200" dirty="0">
                          <a:solidFill>
                            <a:srgbClr val="000000"/>
                          </a:solidFill>
                          <a:effectLst/>
                          <a:latin typeface="+mn-lt"/>
                          <a:ea typeface="Times" panose="02020603050405020304" pitchFamily="18" charset="0"/>
                          <a:cs typeface="Times New Roman" panose="02020603050405020304" pitchFamily="18" charset="0"/>
                        </a:rPr>
                        <a:t>Approx.</a:t>
                      </a:r>
                    </a:p>
                    <a:p>
                      <a:pPr marL="52388" marR="0" indent="0">
                        <a:spcBef>
                          <a:spcPts val="300"/>
                        </a:spcBef>
                        <a:spcAft>
                          <a:spcPts val="300"/>
                        </a:spcAft>
                      </a:pPr>
                      <a:r>
                        <a:rPr lang="en-US" sz="900" kern="1200" dirty="0">
                          <a:solidFill>
                            <a:srgbClr val="000000"/>
                          </a:solidFill>
                          <a:effectLst/>
                          <a:latin typeface="+mn-lt"/>
                          <a:ea typeface="Times" panose="02020603050405020304" pitchFamily="18" charset="0"/>
                          <a:cs typeface="Times New Roman" panose="02020603050405020304" pitchFamily="18" charset="0"/>
                        </a:rPr>
                        <a:t>12,018</a:t>
                      </a:r>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Approx.</a:t>
                      </a:r>
                    </a:p>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 $486,763</a:t>
                      </a:r>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389</a:t>
                      </a:r>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Full Automation with (One time cost) – include onsite tech lead role for 8 weeks</a:t>
                      </a:r>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958797">
                <a:tc vMerge="1">
                  <a:txBody>
                    <a:bodyPr/>
                    <a:lstStyle/>
                    <a:p>
                      <a:endParaRPr lang="en-US"/>
                    </a:p>
                  </a:txBody>
                  <a:tcPr/>
                </a:tc>
                <a:tc>
                  <a:txBody>
                    <a:bodyPr/>
                    <a:lstStyle/>
                    <a:p>
                      <a:pPr marL="52388" marR="0" indent="0">
                        <a:spcBef>
                          <a:spcPts val="300"/>
                        </a:spcBef>
                        <a:spcAft>
                          <a:spcPts val="300"/>
                        </a:spcAft>
                      </a:pPr>
                      <a:r>
                        <a:rPr lang="en-US" sz="900" kern="1200" dirty="0">
                          <a:solidFill>
                            <a:srgbClr val="000000"/>
                          </a:solidFill>
                          <a:effectLst/>
                          <a:latin typeface="+mn-lt"/>
                          <a:ea typeface="Times" panose="02020603050405020304" pitchFamily="18" charset="0"/>
                          <a:cs typeface="Times New Roman" panose="02020603050405020304" pitchFamily="18" charset="0"/>
                        </a:rPr>
                        <a:t>Approx.</a:t>
                      </a:r>
                    </a:p>
                    <a:p>
                      <a:pPr marL="52388" marR="0" indent="0">
                        <a:spcBef>
                          <a:spcPts val="300"/>
                        </a:spcBef>
                        <a:spcAft>
                          <a:spcPts val="300"/>
                        </a:spcAft>
                      </a:pPr>
                      <a:r>
                        <a:rPr lang="en-US" sz="900" kern="1200" dirty="0">
                          <a:solidFill>
                            <a:srgbClr val="000000"/>
                          </a:solidFill>
                          <a:effectLst/>
                          <a:latin typeface="+mn-lt"/>
                          <a:ea typeface="Times" panose="02020603050405020304" pitchFamily="18" charset="0"/>
                          <a:cs typeface="Times New Roman" panose="02020603050405020304" pitchFamily="18" charset="0"/>
                        </a:rPr>
                        <a:t>990* per quarter release (x4)</a:t>
                      </a:r>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Approx.</a:t>
                      </a:r>
                    </a:p>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$129,240/- </a:t>
                      </a:r>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35 scripts per Upgrade </a:t>
                      </a:r>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Incremental Automation over an year</a:t>
                      </a:r>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78404732"/>
                  </a:ext>
                </a:extLst>
              </a:tr>
            </a:tbl>
          </a:graphicData>
        </a:graphic>
      </p:graphicFrame>
      <p:graphicFrame>
        <p:nvGraphicFramePr>
          <p:cNvPr id="46" name="Group 3">
            <a:extLst>
              <a:ext uri="{FF2B5EF4-FFF2-40B4-BE49-F238E27FC236}">
                <a16:creationId xmlns:a16="http://schemas.microsoft.com/office/drawing/2014/main" id="{C192C9E9-443C-466A-9A59-472C90B4D704}"/>
              </a:ext>
            </a:extLst>
          </p:cNvPr>
          <p:cNvGraphicFramePr>
            <a:graphicFrameLocks noGrp="1"/>
          </p:cNvGraphicFramePr>
          <p:nvPr>
            <p:extLst>
              <p:ext uri="{D42A27DB-BD31-4B8C-83A1-F6EECF244321}">
                <p14:modId xmlns:p14="http://schemas.microsoft.com/office/powerpoint/2010/main" val="1583176237"/>
              </p:ext>
            </p:extLst>
          </p:nvPr>
        </p:nvGraphicFramePr>
        <p:xfrm>
          <a:off x="454548" y="1484010"/>
          <a:ext cx="4164586" cy="723900"/>
        </p:xfrm>
        <a:graphic>
          <a:graphicData uri="http://schemas.openxmlformats.org/drawingml/2006/table">
            <a:tbl>
              <a:tblPr/>
              <a:tblGrid>
                <a:gridCol w="4164586">
                  <a:extLst>
                    <a:ext uri="{9D8B030D-6E8A-4147-A177-3AD203B41FA5}">
                      <a16:colId xmlns:a16="http://schemas.microsoft.com/office/drawing/2014/main" val="20000"/>
                    </a:ext>
                  </a:extLst>
                </a:gridCol>
              </a:tblGrid>
              <a:tr h="287126">
                <a:tc>
                  <a:txBody>
                    <a:bodyPr/>
                    <a:lstStyle/>
                    <a:p>
                      <a:pPr marL="0" marR="0" lvl="0" indent="0" algn="l" defTabSz="684213" rtl="0" eaLnBrk="0" fontAlgn="base" latinLnBrk="0" hangingPunct="0">
                        <a:lnSpc>
                          <a:spcPct val="100000"/>
                        </a:lnSpc>
                        <a:spcBef>
                          <a:spcPts val="400"/>
                        </a:spcBef>
                        <a:spcAft>
                          <a:spcPct val="0"/>
                        </a:spcAft>
                        <a:buClrTx/>
                        <a:buSzPct val="25000"/>
                        <a:buFont typeface="Wingdings" pitchFamily="2" charset="2"/>
                        <a:buNone/>
                        <a:tabLst/>
                      </a:pPr>
                      <a:r>
                        <a:rPr kumimoji="0" lang="en-US" sz="1300" b="0" u="none" strike="noStrike" kern="1200" cap="none" normalizeH="0" baseline="0" dirty="0">
                          <a:ln>
                            <a:noFill/>
                          </a:ln>
                          <a:solidFill>
                            <a:schemeClr val="accent1"/>
                          </a:solidFill>
                          <a:effectLst/>
                          <a:latin typeface="+mn-lt"/>
                          <a:ea typeface="+mn-ea"/>
                          <a:cs typeface="+mn-cs"/>
                        </a:rPr>
                        <a:t>Yearly Licensing Cost</a:t>
                      </a:r>
                    </a:p>
                  </a:txBody>
                  <a:tcPr marT="91440" marB="91440"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14962">
                <a:tc>
                  <a:txBody>
                    <a:bodyPr/>
                    <a:lstStyle/>
                    <a:p>
                      <a:pPr defTabSz="762000"/>
                      <a:r>
                        <a:rPr lang="en-US" sz="1050" b="1" dirty="0"/>
                        <a:t>No Licensing Cost</a:t>
                      </a:r>
                      <a:endParaRPr lang="en-US" sz="1050" dirty="0"/>
                    </a:p>
                  </a:txBody>
                  <a:tcPr marT="91440" marB="9144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50" name="Title 2">
            <a:extLst>
              <a:ext uri="{FF2B5EF4-FFF2-40B4-BE49-F238E27FC236}">
                <a16:creationId xmlns:a16="http://schemas.microsoft.com/office/drawing/2014/main" id="{91C6FFEE-4E8F-4467-8F42-A1B25181F2E5}"/>
              </a:ext>
            </a:extLst>
          </p:cNvPr>
          <p:cNvSpPr>
            <a:spLocks noGrp="1"/>
          </p:cNvSpPr>
          <p:nvPr>
            <p:ph type="title"/>
          </p:nvPr>
        </p:nvSpPr>
        <p:spPr>
          <a:xfrm>
            <a:off x="149386" y="230042"/>
            <a:ext cx="11252200" cy="334102"/>
          </a:xfrm>
        </p:spPr>
        <p:txBody>
          <a:bodyPr/>
          <a:lstStyle/>
          <a:p>
            <a:r>
              <a:rPr lang="en-US" sz="3600" b="0" dirty="0">
                <a:solidFill>
                  <a:schemeClr val="tx1"/>
                </a:solidFill>
                <a:latin typeface="+mn-lt"/>
                <a:cs typeface="Arial" panose="020B0604020202020204" pitchFamily="34" charset="0"/>
              </a:rPr>
              <a:t>Cost &amp; Estimation : Program Cost</a:t>
            </a:r>
          </a:p>
        </p:txBody>
      </p:sp>
      <p:sp>
        <p:nvSpPr>
          <p:cNvPr id="51" name="Text Placeholder 1">
            <a:extLst>
              <a:ext uri="{FF2B5EF4-FFF2-40B4-BE49-F238E27FC236}">
                <a16:creationId xmlns:a16="http://schemas.microsoft.com/office/drawing/2014/main" id="{1C5AE5CD-F280-4F38-8AB5-6C58D512DE33}"/>
              </a:ext>
            </a:extLst>
          </p:cNvPr>
          <p:cNvSpPr txBox="1">
            <a:spLocks/>
          </p:cNvSpPr>
          <p:nvPr/>
        </p:nvSpPr>
        <p:spPr>
          <a:xfrm>
            <a:off x="149386" y="1030805"/>
            <a:ext cx="11252200" cy="313634"/>
          </a:xfrm>
          <a:prstGeom prst="rect">
            <a:avLst/>
          </a:prstGeom>
        </p:spPr>
        <p:txBody>
          <a:bodyPr/>
          <a:lstStyle>
            <a:lvl1pPr marL="0" indent="0" algn="l" defTabSz="1219170" rtl="0" eaLnBrk="1" latinLnBrk="0" hangingPunct="1">
              <a:spcBef>
                <a:spcPts val="0"/>
              </a:spcBef>
              <a:spcAft>
                <a:spcPts val="1000"/>
              </a:spcAft>
              <a:buSzPct val="100000"/>
              <a:buFontTx/>
              <a:buNone/>
              <a:defRPr sz="1600" b="0" kern="1200">
                <a:solidFill>
                  <a:srgbClr val="53565A"/>
                </a:solidFill>
                <a:latin typeface="+mn-lt"/>
                <a:ea typeface="+mn-ea"/>
                <a:cs typeface="+mn-cs"/>
              </a:defRPr>
            </a:lvl1pPr>
            <a:lvl2pPr marL="127000" indent="-127000" algn="l" defTabSz="1219170" rtl="0" eaLnBrk="1" latinLnBrk="0" hangingPunct="1">
              <a:spcBef>
                <a:spcPts val="0"/>
              </a:spcBef>
              <a:spcAft>
                <a:spcPts val="1000"/>
              </a:spcAft>
              <a:buClrTx/>
              <a:buSzPct val="100000"/>
              <a:buFont typeface="Arial" panose="020B0604020202020204" pitchFamily="34" charset="0"/>
              <a:buChar char="•"/>
              <a:defRPr lang="en-US" sz="1600" b="0" kern="1200" dirty="0" smtClean="0">
                <a:solidFill>
                  <a:srgbClr val="53565A"/>
                </a:solidFill>
                <a:latin typeface="+mn-lt"/>
                <a:ea typeface="+mn-ea"/>
                <a:cs typeface="+mn-cs"/>
              </a:defRPr>
            </a:lvl2pPr>
            <a:lvl3pPr marL="2794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dirty="0" smtClean="0">
                <a:solidFill>
                  <a:srgbClr val="53565A"/>
                </a:solidFill>
                <a:latin typeface="+mn-lt"/>
                <a:ea typeface="+mn-ea"/>
                <a:cs typeface="+mn-cs"/>
              </a:defRPr>
            </a:lvl3pPr>
            <a:lvl4pPr marL="4318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baseline="0" dirty="0" smtClean="0">
                <a:solidFill>
                  <a:srgbClr val="53565A"/>
                </a:solidFill>
                <a:latin typeface="+mn-lt"/>
                <a:ea typeface="+mn-ea"/>
                <a:cs typeface="+mn-cs"/>
              </a:defRPr>
            </a:lvl4pPr>
            <a:lvl5pPr marL="584200" indent="-127000" algn="l" defTabSz="1064657" rtl="0" eaLnBrk="1" latinLnBrk="0" hangingPunct="1">
              <a:spcBef>
                <a:spcPts val="0"/>
              </a:spcBef>
              <a:spcAft>
                <a:spcPts val="1000"/>
              </a:spcAft>
              <a:buClrTx/>
              <a:buSzPct val="100000"/>
              <a:buFont typeface="Arial" panose="020B0604020202020204" pitchFamily="34" charset="0"/>
              <a:buChar char="−"/>
              <a:tabLst/>
              <a:defRPr lang="en-US" sz="1600" kern="1200" baseline="0" dirty="0" smtClean="0">
                <a:solidFill>
                  <a:srgbClr val="53565A"/>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GB" sz="2400" b="1" dirty="0">
                <a:cs typeface="Calibri" panose="020F0502020204030204" pitchFamily="34" charset="0"/>
              </a:rPr>
              <a:t>Selenium</a:t>
            </a:r>
            <a:endParaRPr lang="en-GB" sz="2000" b="1" dirty="0">
              <a:cs typeface="Calibri" panose="020F0502020204030204" pitchFamily="34" charset="0"/>
            </a:endParaRPr>
          </a:p>
        </p:txBody>
      </p:sp>
    </p:spTree>
    <p:extLst>
      <p:ext uri="{BB962C8B-B14F-4D97-AF65-F5344CB8AC3E}">
        <p14:creationId xmlns:p14="http://schemas.microsoft.com/office/powerpoint/2010/main" val="47308267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91455" y="2511972"/>
            <a:ext cx="11195637" cy="914400"/>
          </a:xfrm>
        </p:spPr>
        <p:txBody>
          <a:bodyPr/>
          <a:lstStyle/>
          <a:p>
            <a:r>
              <a:rPr lang="en-US" altLang="ja-JP" dirty="0"/>
              <a:t>SELENIUM-JENKINS – 40% Script with KT</a:t>
            </a:r>
            <a:endParaRPr lang="en-US" dirty="0"/>
          </a:p>
        </p:txBody>
      </p:sp>
      <p:sp>
        <p:nvSpPr>
          <p:cNvPr id="8" name="Title 1"/>
          <p:cNvSpPr txBox="1">
            <a:spLocks/>
          </p:cNvSpPr>
          <p:nvPr/>
        </p:nvSpPr>
        <p:spPr>
          <a:xfrm>
            <a:off x="698650" y="2871957"/>
            <a:ext cx="10960608" cy="753369"/>
          </a:xfrm>
          <a:prstGeom prst="rect">
            <a:avLst/>
          </a:prstGeom>
        </p:spPr>
        <p:txBody>
          <a:bodyPr/>
          <a:lstStyle>
            <a:lvl1pPr algn="l" defTabSz="914265" rtl="0" eaLnBrk="1" latinLnBrk="0" hangingPunct="1">
              <a:spcBef>
                <a:spcPct val="0"/>
              </a:spcBef>
              <a:buNone/>
              <a:defRPr sz="2000" b="1" kern="1200">
                <a:solidFill>
                  <a:srgbClr val="002060"/>
                </a:solidFill>
                <a:latin typeface="+mn-lt"/>
                <a:ea typeface="+mj-ea"/>
                <a:cs typeface="Arial"/>
              </a:defRPr>
            </a:lvl1pPr>
          </a:lstStyle>
          <a:p>
            <a:pPr algn="ctr"/>
            <a:endParaRPr lang="en-US" sz="4000" dirty="0"/>
          </a:p>
        </p:txBody>
      </p:sp>
    </p:spTree>
    <p:extLst>
      <p:ext uri="{BB962C8B-B14F-4D97-AF65-F5344CB8AC3E}">
        <p14:creationId xmlns:p14="http://schemas.microsoft.com/office/powerpoint/2010/main" val="16217520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2"/>
          <p:cNvSpPr>
            <a:spLocks noGrp="1"/>
          </p:cNvSpPr>
          <p:nvPr>
            <p:ph type="title"/>
          </p:nvPr>
        </p:nvSpPr>
        <p:spPr>
          <a:xfrm>
            <a:off x="218542" y="139838"/>
            <a:ext cx="11252200" cy="334102"/>
          </a:xfrm>
        </p:spPr>
        <p:txBody>
          <a:bodyPr/>
          <a:lstStyle/>
          <a:p>
            <a:r>
              <a:rPr lang="en-US" sz="3600" b="0" dirty="0">
                <a:solidFill>
                  <a:schemeClr val="tx1"/>
                </a:solidFill>
                <a:latin typeface="+mn-lt"/>
                <a:cs typeface="Arial" panose="020B0604020202020204" pitchFamily="34" charset="0"/>
              </a:rPr>
              <a:t>Effort Summary</a:t>
            </a:r>
          </a:p>
        </p:txBody>
      </p:sp>
      <p:grpSp>
        <p:nvGrpSpPr>
          <p:cNvPr id="128" name="Group 127">
            <a:extLst>
              <a:ext uri="{FF2B5EF4-FFF2-40B4-BE49-F238E27FC236}">
                <a16:creationId xmlns:a16="http://schemas.microsoft.com/office/drawing/2014/main" id="{34D4CAC8-400A-42ED-99E0-EB52F9CC4507}"/>
              </a:ext>
            </a:extLst>
          </p:cNvPr>
          <p:cNvGrpSpPr/>
          <p:nvPr/>
        </p:nvGrpSpPr>
        <p:grpSpPr>
          <a:xfrm>
            <a:off x="739025" y="1358755"/>
            <a:ext cx="10610291" cy="1933972"/>
            <a:chOff x="469899" y="2775173"/>
            <a:chExt cx="4451339" cy="3343134"/>
          </a:xfrm>
        </p:grpSpPr>
        <p:sp>
          <p:nvSpPr>
            <p:cNvPr id="129" name="Text Box 10">
              <a:extLst>
                <a:ext uri="{FF2B5EF4-FFF2-40B4-BE49-F238E27FC236}">
                  <a16:creationId xmlns:a16="http://schemas.microsoft.com/office/drawing/2014/main" id="{915AB04F-191F-431E-AB2B-0512F588F00E}"/>
                </a:ext>
              </a:extLst>
            </p:cNvPr>
            <p:cNvSpPr txBox="1">
              <a:spLocks noChangeArrowheads="1"/>
            </p:cNvSpPr>
            <p:nvPr/>
          </p:nvSpPr>
          <p:spPr bwMode="auto">
            <a:xfrm>
              <a:off x="469900" y="2775173"/>
              <a:ext cx="4451338" cy="365760"/>
            </a:xfrm>
            <a:prstGeom prst="rect">
              <a:avLst/>
            </a:prstGeom>
            <a:solidFill>
              <a:srgbClr val="00B0F0"/>
            </a:solidFill>
            <a:ln w="12700" algn="ctr">
              <a:noFill/>
              <a:miter lim="800000"/>
              <a:headEnd/>
              <a:tailEnd type="none" w="sm" len="med"/>
            </a:ln>
          </p:spPr>
          <p:txBody>
            <a:bodyPr lIns="88900" tIns="88900" rIns="88900" bIns="88900" anchor="ctr" anchorCtr="0"/>
            <a:lstStyle/>
            <a:p>
              <a:pPr defTabSz="957263">
                <a:spcBef>
                  <a:spcPts val="200"/>
                </a:spcBef>
              </a:pPr>
              <a:r>
                <a:rPr lang="en-US" sz="1300" dirty="0">
                  <a:solidFill>
                    <a:schemeClr val="bg1"/>
                  </a:solidFill>
                </a:rPr>
                <a:t>Calculation</a:t>
              </a:r>
            </a:p>
          </p:txBody>
        </p:sp>
        <p:sp>
          <p:nvSpPr>
            <p:cNvPr id="130" name="Rectangle 11">
              <a:extLst>
                <a:ext uri="{FF2B5EF4-FFF2-40B4-BE49-F238E27FC236}">
                  <a16:creationId xmlns:a16="http://schemas.microsoft.com/office/drawing/2014/main" id="{C2CB2011-55AD-4041-BAF9-441BE456BC57}"/>
                </a:ext>
              </a:extLst>
            </p:cNvPr>
            <p:cNvSpPr>
              <a:spLocks noChangeArrowheads="1"/>
            </p:cNvSpPr>
            <p:nvPr/>
          </p:nvSpPr>
          <p:spPr bwMode="auto">
            <a:xfrm>
              <a:off x="469899" y="3061574"/>
              <a:ext cx="4451339" cy="3056733"/>
            </a:xfrm>
            <a:prstGeom prst="rect">
              <a:avLst/>
            </a:prstGeom>
            <a:solidFill>
              <a:schemeClr val="bg1">
                <a:lumMod val="95000"/>
              </a:schemeClr>
            </a:solidFill>
            <a:ln w="12700" algn="ctr">
              <a:noFill/>
              <a:miter lim="800000"/>
              <a:headEnd/>
              <a:tailEnd/>
            </a:ln>
          </p:spPr>
          <p:txBody>
            <a:bodyPr lIns="88900" tIns="88900" rIns="88900" bIns="88900" anchor="t" anchorCtr="0"/>
            <a:lstStyle/>
            <a:p>
              <a:pPr marL="228600" indent="-228600" defTabSz="957263">
                <a:spcBef>
                  <a:spcPts val="200"/>
                </a:spcBef>
                <a:spcAft>
                  <a:spcPts val="300"/>
                </a:spcAft>
                <a:buFont typeface="+mj-lt"/>
                <a:buAutoNum type="alphaUcPeriod"/>
              </a:pPr>
              <a:r>
                <a:rPr lang="fr-FR" sz="1050" b="1" dirty="0">
                  <a:cs typeface="Arial" pitchFamily="34" charset="0"/>
                </a:rPr>
                <a:t>Total Scripts = 397</a:t>
              </a:r>
            </a:p>
            <a:p>
              <a:pPr marL="228600" indent="-228600" defTabSz="957263">
                <a:spcBef>
                  <a:spcPts val="200"/>
                </a:spcBef>
                <a:spcAft>
                  <a:spcPts val="300"/>
                </a:spcAft>
                <a:buFont typeface="+mj-lt"/>
                <a:buAutoNum type="alphaUcPeriod"/>
              </a:pPr>
              <a:endParaRPr lang="fr-FR" sz="1050" b="1" dirty="0">
                <a:cs typeface="Arial" pitchFamily="34" charset="0"/>
              </a:endParaRPr>
            </a:p>
            <a:p>
              <a:pPr marL="228600" indent="-228600" defTabSz="957263">
                <a:spcBef>
                  <a:spcPts val="200"/>
                </a:spcBef>
                <a:spcAft>
                  <a:spcPts val="300"/>
                </a:spcAft>
                <a:buFont typeface="+mj-lt"/>
                <a:buAutoNum type="alphaUcPeriod"/>
              </a:pPr>
              <a:endParaRPr lang="fr-FR" sz="1050" b="1" dirty="0">
                <a:cs typeface="Arial" pitchFamily="34" charset="0"/>
              </a:endParaRPr>
            </a:p>
            <a:p>
              <a:pPr marL="228600" indent="-228600" defTabSz="957263">
                <a:spcBef>
                  <a:spcPts val="200"/>
                </a:spcBef>
                <a:spcAft>
                  <a:spcPts val="300"/>
                </a:spcAft>
                <a:buFont typeface="+mj-lt"/>
                <a:buAutoNum type="alphaUcPeriod"/>
              </a:pPr>
              <a:endParaRPr lang="fr-FR" sz="1050" b="1" dirty="0">
                <a:cs typeface="Arial" pitchFamily="34" charset="0"/>
              </a:endParaRPr>
            </a:p>
            <a:p>
              <a:pPr marL="228600" indent="-228600" defTabSz="957263">
                <a:spcBef>
                  <a:spcPts val="200"/>
                </a:spcBef>
                <a:spcAft>
                  <a:spcPts val="300"/>
                </a:spcAft>
                <a:buFont typeface="+mj-lt"/>
                <a:buAutoNum type="alphaUcPeriod"/>
              </a:pPr>
              <a:endParaRPr lang="fr-FR" sz="1050" b="1" dirty="0">
                <a:cs typeface="Arial" pitchFamily="34" charset="0"/>
              </a:endParaRPr>
            </a:p>
            <a:p>
              <a:pPr marL="228600" indent="-228600" defTabSz="957263">
                <a:spcBef>
                  <a:spcPts val="200"/>
                </a:spcBef>
                <a:spcAft>
                  <a:spcPts val="300"/>
                </a:spcAft>
                <a:buFont typeface="+mj-lt"/>
                <a:buAutoNum type="alphaUcPeriod"/>
              </a:pPr>
              <a:endParaRPr lang="fr-FR" sz="1050" b="1" dirty="0">
                <a:cs typeface="Arial" pitchFamily="34" charset="0"/>
              </a:endParaRPr>
            </a:p>
            <a:p>
              <a:pPr marL="228600" indent="-228600" defTabSz="957263">
                <a:spcBef>
                  <a:spcPts val="200"/>
                </a:spcBef>
                <a:spcAft>
                  <a:spcPts val="300"/>
                </a:spcAft>
                <a:buFont typeface="+mj-lt"/>
                <a:buAutoNum type="alphaUcPeriod"/>
              </a:pPr>
              <a:r>
                <a:rPr lang="fr-FR" sz="1000" b="1" dirty="0">
                  <a:cs typeface="Arial" pitchFamily="34" charset="0"/>
                </a:rPr>
                <a:t>RPA Technical  &amp; Testing Effort= 12,018</a:t>
              </a:r>
            </a:p>
            <a:p>
              <a:pPr defTabSz="957263">
                <a:spcBef>
                  <a:spcPts val="200"/>
                </a:spcBef>
                <a:spcAft>
                  <a:spcPts val="300"/>
                </a:spcAft>
              </a:pPr>
              <a:r>
                <a:rPr lang="fr-FR" sz="1400" b="1" dirty="0">
                  <a:cs typeface="Arial" pitchFamily="34" charset="0"/>
                </a:rPr>
                <a:t>Total Efforts of 40% script: 4,815 </a:t>
              </a:r>
              <a:r>
                <a:rPr lang="fr-FR" sz="1400" b="1" dirty="0" err="1">
                  <a:cs typeface="Arial" pitchFamily="34" charset="0"/>
                </a:rPr>
                <a:t>Hrs</a:t>
              </a:r>
              <a:r>
                <a:rPr lang="fr-FR" sz="1400" b="1" dirty="0">
                  <a:cs typeface="Arial" pitchFamily="34" charset="0"/>
                </a:rPr>
                <a:t>.</a:t>
              </a:r>
            </a:p>
            <a:p>
              <a:pPr defTabSz="957263">
                <a:spcBef>
                  <a:spcPts val="1200"/>
                </a:spcBef>
                <a:spcAft>
                  <a:spcPts val="300"/>
                </a:spcAft>
              </a:pPr>
              <a:endParaRPr lang="fr-FR" sz="900" b="1" dirty="0">
                <a:cs typeface="Arial" pitchFamily="34" charset="0"/>
              </a:endParaRPr>
            </a:p>
          </p:txBody>
        </p:sp>
      </p:grpSp>
      <p:graphicFrame>
        <p:nvGraphicFramePr>
          <p:cNvPr id="132" name="Table 131">
            <a:extLst>
              <a:ext uri="{FF2B5EF4-FFF2-40B4-BE49-F238E27FC236}">
                <a16:creationId xmlns:a16="http://schemas.microsoft.com/office/drawing/2014/main" id="{AADB7FC2-13BA-4358-BD14-B053C89B3A3A}"/>
              </a:ext>
            </a:extLst>
          </p:cNvPr>
          <p:cNvGraphicFramePr>
            <a:graphicFrameLocks noGrp="1"/>
          </p:cNvGraphicFramePr>
          <p:nvPr/>
        </p:nvGraphicFramePr>
        <p:xfrm>
          <a:off x="739024" y="1875307"/>
          <a:ext cx="10610292" cy="1066548"/>
        </p:xfrm>
        <a:graphic>
          <a:graphicData uri="http://schemas.openxmlformats.org/drawingml/2006/table">
            <a:tbl>
              <a:tblPr firstRow="1" bandRow="1">
                <a:tableStyleId>{5C22544A-7EE6-4342-B048-85BDC9FD1C3A}</a:tableStyleId>
              </a:tblPr>
              <a:tblGrid>
                <a:gridCol w="1515756">
                  <a:extLst>
                    <a:ext uri="{9D8B030D-6E8A-4147-A177-3AD203B41FA5}">
                      <a16:colId xmlns:a16="http://schemas.microsoft.com/office/drawing/2014/main" val="20006"/>
                    </a:ext>
                  </a:extLst>
                </a:gridCol>
                <a:gridCol w="1515756">
                  <a:extLst>
                    <a:ext uri="{9D8B030D-6E8A-4147-A177-3AD203B41FA5}">
                      <a16:colId xmlns:a16="http://schemas.microsoft.com/office/drawing/2014/main" val="20000"/>
                    </a:ext>
                  </a:extLst>
                </a:gridCol>
                <a:gridCol w="1515756">
                  <a:extLst>
                    <a:ext uri="{9D8B030D-6E8A-4147-A177-3AD203B41FA5}">
                      <a16:colId xmlns:a16="http://schemas.microsoft.com/office/drawing/2014/main" val="20001"/>
                    </a:ext>
                  </a:extLst>
                </a:gridCol>
                <a:gridCol w="1515756">
                  <a:extLst>
                    <a:ext uri="{9D8B030D-6E8A-4147-A177-3AD203B41FA5}">
                      <a16:colId xmlns:a16="http://schemas.microsoft.com/office/drawing/2014/main" val="20002"/>
                    </a:ext>
                  </a:extLst>
                </a:gridCol>
                <a:gridCol w="1515756">
                  <a:extLst>
                    <a:ext uri="{9D8B030D-6E8A-4147-A177-3AD203B41FA5}">
                      <a16:colId xmlns:a16="http://schemas.microsoft.com/office/drawing/2014/main" val="20003"/>
                    </a:ext>
                  </a:extLst>
                </a:gridCol>
                <a:gridCol w="1515756">
                  <a:extLst>
                    <a:ext uri="{9D8B030D-6E8A-4147-A177-3AD203B41FA5}">
                      <a16:colId xmlns:a16="http://schemas.microsoft.com/office/drawing/2014/main" val="20004"/>
                    </a:ext>
                  </a:extLst>
                </a:gridCol>
                <a:gridCol w="1515756">
                  <a:extLst>
                    <a:ext uri="{9D8B030D-6E8A-4147-A177-3AD203B41FA5}">
                      <a16:colId xmlns:a16="http://schemas.microsoft.com/office/drawing/2014/main" val="20005"/>
                    </a:ext>
                  </a:extLst>
                </a:gridCol>
              </a:tblGrid>
              <a:tr h="213495">
                <a:tc>
                  <a:txBody>
                    <a:bodyPr/>
                    <a:lstStyle/>
                    <a:p>
                      <a:pPr algn="ctr"/>
                      <a:endParaRPr lang="en-US" sz="1000" dirty="0"/>
                    </a:p>
                  </a:txBody>
                  <a:tcPr anchor="ctr">
                    <a:solidFill>
                      <a:srgbClr val="00B0F0"/>
                    </a:solidFill>
                  </a:tcPr>
                </a:tc>
                <a:tc gridSpan="2">
                  <a:txBody>
                    <a:bodyPr/>
                    <a:lstStyle/>
                    <a:p>
                      <a:pPr algn="ctr"/>
                      <a:r>
                        <a:rPr lang="en-US" sz="1050" dirty="0"/>
                        <a:t>Simple</a:t>
                      </a:r>
                    </a:p>
                  </a:txBody>
                  <a:tcPr anchor="ctr">
                    <a:solidFill>
                      <a:srgbClr val="00B0F0"/>
                    </a:solidFill>
                  </a:tcPr>
                </a:tc>
                <a:tc hMerge="1">
                  <a:txBody>
                    <a:bodyPr/>
                    <a:lstStyle/>
                    <a:p>
                      <a:endParaRPr lang="en-US" dirty="0"/>
                    </a:p>
                  </a:txBody>
                  <a:tcPr/>
                </a:tc>
                <a:tc gridSpan="2">
                  <a:txBody>
                    <a:bodyPr/>
                    <a:lstStyle/>
                    <a:p>
                      <a:pPr algn="ctr"/>
                      <a:r>
                        <a:rPr lang="en-US" sz="1050" dirty="0"/>
                        <a:t>Medium</a:t>
                      </a:r>
                    </a:p>
                  </a:txBody>
                  <a:tcPr anchor="ctr">
                    <a:solidFill>
                      <a:srgbClr val="00B0F0"/>
                    </a:solidFill>
                  </a:tcPr>
                </a:tc>
                <a:tc hMerge="1">
                  <a:txBody>
                    <a:bodyPr/>
                    <a:lstStyle/>
                    <a:p>
                      <a:endParaRPr lang="en-US" dirty="0"/>
                    </a:p>
                  </a:txBody>
                  <a:tcPr/>
                </a:tc>
                <a:tc gridSpan="2">
                  <a:txBody>
                    <a:bodyPr/>
                    <a:lstStyle/>
                    <a:p>
                      <a:pPr algn="ctr"/>
                      <a:r>
                        <a:rPr lang="en-US" sz="1050" dirty="0"/>
                        <a:t>Complex</a:t>
                      </a:r>
                    </a:p>
                  </a:txBody>
                  <a:tcPr anchor="ctr">
                    <a:solidFill>
                      <a:srgbClr val="00B0F0"/>
                    </a:solidFill>
                  </a:tcPr>
                </a:tc>
                <a:tc hMerge="1">
                  <a:txBody>
                    <a:bodyPr/>
                    <a:lstStyle/>
                    <a:p>
                      <a:endParaRPr lang="en-US" dirty="0"/>
                    </a:p>
                  </a:txBody>
                  <a:tcPr/>
                </a:tc>
                <a:extLst>
                  <a:ext uri="{0D108BD9-81ED-4DB2-BD59-A6C34878D82A}">
                    <a16:rowId xmlns:a16="http://schemas.microsoft.com/office/drawing/2014/main" val="10000"/>
                  </a:ext>
                </a:extLst>
              </a:tr>
              <a:tr h="316914">
                <a:tc>
                  <a:txBody>
                    <a:bodyPr/>
                    <a:lstStyle/>
                    <a:p>
                      <a:pPr algn="ctr"/>
                      <a:r>
                        <a:rPr lang="en-US" sz="1000" b="1" dirty="0"/>
                        <a:t>Type</a:t>
                      </a:r>
                    </a:p>
                  </a:txBody>
                  <a:tcPr anchor="ctr"/>
                </a:tc>
                <a:tc>
                  <a:txBody>
                    <a:bodyPr/>
                    <a:lstStyle/>
                    <a:p>
                      <a:pPr algn="ctr"/>
                      <a:r>
                        <a:rPr lang="en-US" sz="1000" dirty="0"/>
                        <a:t>No. of Scripts</a:t>
                      </a:r>
                    </a:p>
                  </a:txBody>
                  <a:tcPr anchor="ctr"/>
                </a:tc>
                <a:tc>
                  <a:txBody>
                    <a:bodyPr/>
                    <a:lstStyle/>
                    <a:p>
                      <a:pPr algn="ctr"/>
                      <a:r>
                        <a:rPr lang="en-US" sz="1000" b="1" dirty="0"/>
                        <a:t>Efforts/script</a:t>
                      </a:r>
                    </a:p>
                  </a:txBody>
                  <a:tcPr anchor="ctr"/>
                </a:tc>
                <a:tc>
                  <a:txBody>
                    <a:bodyPr/>
                    <a:lstStyle/>
                    <a:p>
                      <a:pPr algn="ctr"/>
                      <a:r>
                        <a:rPr lang="en-US" sz="1000" dirty="0"/>
                        <a:t>No. of Scripts</a:t>
                      </a:r>
                    </a:p>
                  </a:txBody>
                  <a:tcPr anchor="ctr"/>
                </a:tc>
                <a:tc>
                  <a:txBody>
                    <a:bodyPr/>
                    <a:lstStyle/>
                    <a:p>
                      <a:pPr algn="ctr"/>
                      <a:r>
                        <a:rPr lang="en-US" sz="1000" b="1" dirty="0"/>
                        <a:t>Efforts/script</a:t>
                      </a:r>
                    </a:p>
                  </a:txBody>
                  <a:tcPr anchor="ctr"/>
                </a:tc>
                <a:tc>
                  <a:txBody>
                    <a:bodyPr/>
                    <a:lstStyle/>
                    <a:p>
                      <a:pPr algn="ctr"/>
                      <a:r>
                        <a:rPr lang="en-US" sz="1000" dirty="0"/>
                        <a:t>No. of Scripts</a:t>
                      </a:r>
                    </a:p>
                  </a:txBody>
                  <a:tcPr anchor="ctr"/>
                </a:tc>
                <a:tc>
                  <a:txBody>
                    <a:bodyPr/>
                    <a:lstStyle/>
                    <a:p>
                      <a:pPr algn="ctr"/>
                      <a:r>
                        <a:rPr lang="en-US" sz="1000" b="1" dirty="0"/>
                        <a:t>Efforts/script</a:t>
                      </a:r>
                    </a:p>
                  </a:txBody>
                  <a:tcPr anchor="ctr"/>
                </a:tc>
                <a:extLst>
                  <a:ext uri="{0D108BD9-81ED-4DB2-BD59-A6C34878D82A}">
                    <a16:rowId xmlns:a16="http://schemas.microsoft.com/office/drawing/2014/main" val="10001"/>
                  </a:ext>
                </a:extLst>
              </a:tr>
              <a:tr h="249087">
                <a:tc>
                  <a:txBody>
                    <a:bodyPr/>
                    <a:lstStyle/>
                    <a:p>
                      <a:pPr algn="ctr"/>
                      <a:r>
                        <a:rPr lang="en-US" sz="900" b="1" dirty="0"/>
                        <a:t>New</a:t>
                      </a:r>
                    </a:p>
                  </a:txBody>
                  <a:tcPr anchor="ctr"/>
                </a:tc>
                <a:tc>
                  <a:txBody>
                    <a:bodyPr/>
                    <a:lstStyle/>
                    <a:p>
                      <a:pPr algn="ctr"/>
                      <a:r>
                        <a:rPr lang="en-US" sz="1000" dirty="0"/>
                        <a:t>216</a:t>
                      </a:r>
                    </a:p>
                  </a:txBody>
                  <a:tcPr anchor="ctr"/>
                </a:tc>
                <a:tc>
                  <a:txBody>
                    <a:bodyPr/>
                    <a:lstStyle/>
                    <a:p>
                      <a:pPr algn="ctr"/>
                      <a:r>
                        <a:rPr lang="en-US" sz="1000" b="1" dirty="0"/>
                        <a:t>27</a:t>
                      </a:r>
                    </a:p>
                  </a:txBody>
                  <a:tcPr anchor="ctr"/>
                </a:tc>
                <a:tc>
                  <a:txBody>
                    <a:bodyPr/>
                    <a:lstStyle/>
                    <a:p>
                      <a:pPr algn="ctr"/>
                      <a:r>
                        <a:rPr lang="en-US" sz="1000" dirty="0"/>
                        <a:t>130</a:t>
                      </a:r>
                    </a:p>
                  </a:txBody>
                  <a:tcPr anchor="ctr"/>
                </a:tc>
                <a:tc>
                  <a:txBody>
                    <a:bodyPr/>
                    <a:lstStyle/>
                    <a:p>
                      <a:pPr algn="ctr"/>
                      <a:r>
                        <a:rPr lang="en-US" sz="1000" b="1" dirty="0"/>
                        <a:t>36</a:t>
                      </a:r>
                    </a:p>
                  </a:txBody>
                  <a:tcPr anchor="ctr"/>
                </a:tc>
                <a:tc>
                  <a:txBody>
                    <a:bodyPr/>
                    <a:lstStyle/>
                    <a:p>
                      <a:pPr algn="ctr"/>
                      <a:r>
                        <a:rPr lang="en-US" sz="1000" dirty="0"/>
                        <a:t>26</a:t>
                      </a:r>
                    </a:p>
                  </a:txBody>
                  <a:tcPr anchor="ctr"/>
                </a:tc>
                <a:tc>
                  <a:txBody>
                    <a:bodyPr/>
                    <a:lstStyle/>
                    <a:p>
                      <a:pPr algn="ctr"/>
                      <a:r>
                        <a:rPr lang="en-US" sz="1000" b="1" dirty="0"/>
                        <a:t>45</a:t>
                      </a:r>
                    </a:p>
                  </a:txBody>
                  <a:tcPr anchor="ctr"/>
                </a:tc>
                <a:extLst>
                  <a:ext uri="{0D108BD9-81ED-4DB2-BD59-A6C34878D82A}">
                    <a16:rowId xmlns:a16="http://schemas.microsoft.com/office/drawing/2014/main" val="10002"/>
                  </a:ext>
                </a:extLst>
              </a:tr>
              <a:tr h="249087">
                <a:tc>
                  <a:txBody>
                    <a:bodyPr/>
                    <a:lstStyle/>
                    <a:p>
                      <a:pPr algn="ctr"/>
                      <a:r>
                        <a:rPr lang="en-US" sz="900" b="1" dirty="0"/>
                        <a:t>Retrofit</a:t>
                      </a:r>
                    </a:p>
                  </a:txBody>
                  <a:tcPr anchor="ctr"/>
                </a:tc>
                <a:tc>
                  <a:txBody>
                    <a:bodyPr/>
                    <a:lstStyle/>
                    <a:p>
                      <a:pPr algn="ctr"/>
                      <a:r>
                        <a:rPr lang="en-US" sz="1000" dirty="0"/>
                        <a:t>10</a:t>
                      </a:r>
                    </a:p>
                  </a:txBody>
                  <a:tcPr anchor="ctr"/>
                </a:tc>
                <a:tc>
                  <a:txBody>
                    <a:bodyPr/>
                    <a:lstStyle/>
                    <a:p>
                      <a:pPr algn="ctr"/>
                      <a:r>
                        <a:rPr lang="en-US" sz="1000" b="1" dirty="0"/>
                        <a:t>8</a:t>
                      </a:r>
                    </a:p>
                  </a:txBody>
                  <a:tcPr anchor="ctr"/>
                </a:tc>
                <a:tc>
                  <a:txBody>
                    <a:bodyPr/>
                    <a:lstStyle/>
                    <a:p>
                      <a:pPr algn="ctr"/>
                      <a:r>
                        <a:rPr lang="en-US" sz="1000" dirty="0"/>
                        <a:t>13</a:t>
                      </a:r>
                    </a:p>
                  </a:txBody>
                  <a:tcPr anchor="ctr"/>
                </a:tc>
                <a:tc>
                  <a:txBody>
                    <a:bodyPr/>
                    <a:lstStyle/>
                    <a:p>
                      <a:pPr algn="ctr"/>
                      <a:r>
                        <a:rPr lang="en-US" sz="1000" b="1" dirty="0"/>
                        <a:t>16</a:t>
                      </a:r>
                    </a:p>
                  </a:txBody>
                  <a:tcPr anchor="ctr"/>
                </a:tc>
                <a:tc>
                  <a:txBody>
                    <a:bodyPr/>
                    <a:lstStyle/>
                    <a:p>
                      <a:pPr algn="ctr"/>
                      <a:r>
                        <a:rPr lang="en-US" sz="1000" dirty="0"/>
                        <a:t>2</a:t>
                      </a:r>
                    </a:p>
                  </a:txBody>
                  <a:tcPr anchor="ctr"/>
                </a:tc>
                <a:tc>
                  <a:txBody>
                    <a:bodyPr/>
                    <a:lstStyle/>
                    <a:p>
                      <a:pPr algn="ctr"/>
                      <a:r>
                        <a:rPr lang="en-US" sz="1000" b="1" dirty="0"/>
                        <a:t>24</a:t>
                      </a:r>
                    </a:p>
                  </a:txBody>
                  <a:tcPr anchor="ctr"/>
                </a:tc>
                <a:extLst>
                  <a:ext uri="{0D108BD9-81ED-4DB2-BD59-A6C34878D82A}">
                    <a16:rowId xmlns:a16="http://schemas.microsoft.com/office/drawing/2014/main" val="10003"/>
                  </a:ext>
                </a:extLst>
              </a:tr>
            </a:tbl>
          </a:graphicData>
        </a:graphic>
      </p:graphicFrame>
      <p:sp>
        <p:nvSpPr>
          <p:cNvPr id="133" name="Text Placeholder 1">
            <a:extLst>
              <a:ext uri="{FF2B5EF4-FFF2-40B4-BE49-F238E27FC236}">
                <a16:creationId xmlns:a16="http://schemas.microsoft.com/office/drawing/2014/main" id="{42FABBB4-34F2-4711-B5C8-56A1F22BF860}"/>
              </a:ext>
            </a:extLst>
          </p:cNvPr>
          <p:cNvSpPr txBox="1">
            <a:spLocks/>
          </p:cNvSpPr>
          <p:nvPr/>
        </p:nvSpPr>
        <p:spPr>
          <a:xfrm>
            <a:off x="164754" y="873756"/>
            <a:ext cx="11252200" cy="313634"/>
          </a:xfrm>
          <a:prstGeom prst="rect">
            <a:avLst/>
          </a:prstGeom>
        </p:spPr>
        <p:txBody>
          <a:bodyPr/>
          <a:lstStyle>
            <a:lvl1pPr marL="0" indent="0" algn="l" defTabSz="1219170" rtl="0" eaLnBrk="1" latinLnBrk="0" hangingPunct="1">
              <a:spcBef>
                <a:spcPts val="0"/>
              </a:spcBef>
              <a:spcAft>
                <a:spcPts val="1000"/>
              </a:spcAft>
              <a:buSzPct val="100000"/>
              <a:buFontTx/>
              <a:buNone/>
              <a:defRPr sz="1600" b="0" kern="1200">
                <a:solidFill>
                  <a:srgbClr val="53565A"/>
                </a:solidFill>
                <a:latin typeface="+mn-lt"/>
                <a:ea typeface="+mn-ea"/>
                <a:cs typeface="+mn-cs"/>
              </a:defRPr>
            </a:lvl1pPr>
            <a:lvl2pPr marL="127000" indent="-127000" algn="l" defTabSz="1219170" rtl="0" eaLnBrk="1" latinLnBrk="0" hangingPunct="1">
              <a:spcBef>
                <a:spcPts val="0"/>
              </a:spcBef>
              <a:spcAft>
                <a:spcPts val="1000"/>
              </a:spcAft>
              <a:buClrTx/>
              <a:buSzPct val="100000"/>
              <a:buFont typeface="Arial" panose="020B0604020202020204" pitchFamily="34" charset="0"/>
              <a:buChar char="•"/>
              <a:defRPr lang="en-US" sz="1600" b="0" kern="1200" dirty="0" smtClean="0">
                <a:solidFill>
                  <a:srgbClr val="53565A"/>
                </a:solidFill>
                <a:latin typeface="+mn-lt"/>
                <a:ea typeface="+mn-ea"/>
                <a:cs typeface="+mn-cs"/>
              </a:defRPr>
            </a:lvl2pPr>
            <a:lvl3pPr marL="2794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dirty="0" smtClean="0">
                <a:solidFill>
                  <a:srgbClr val="53565A"/>
                </a:solidFill>
                <a:latin typeface="+mn-lt"/>
                <a:ea typeface="+mn-ea"/>
                <a:cs typeface="+mn-cs"/>
              </a:defRPr>
            </a:lvl3pPr>
            <a:lvl4pPr marL="4318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baseline="0" dirty="0" smtClean="0">
                <a:solidFill>
                  <a:srgbClr val="53565A"/>
                </a:solidFill>
                <a:latin typeface="+mn-lt"/>
                <a:ea typeface="+mn-ea"/>
                <a:cs typeface="+mn-cs"/>
              </a:defRPr>
            </a:lvl4pPr>
            <a:lvl5pPr marL="584200" indent="-127000" algn="l" defTabSz="1064657" rtl="0" eaLnBrk="1" latinLnBrk="0" hangingPunct="1">
              <a:spcBef>
                <a:spcPts val="0"/>
              </a:spcBef>
              <a:spcAft>
                <a:spcPts val="1000"/>
              </a:spcAft>
              <a:buClrTx/>
              <a:buSzPct val="100000"/>
              <a:buFont typeface="Arial" panose="020B0604020202020204" pitchFamily="34" charset="0"/>
              <a:buChar char="−"/>
              <a:tabLst/>
              <a:defRPr lang="en-US" sz="1600" kern="1200" baseline="0" dirty="0" smtClean="0">
                <a:solidFill>
                  <a:srgbClr val="53565A"/>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GB" sz="2400" b="1" dirty="0">
                <a:cs typeface="Calibri" panose="020F0502020204030204" pitchFamily="34" charset="0"/>
              </a:rPr>
              <a:t>Selenium</a:t>
            </a:r>
            <a:endParaRPr lang="en-GB" sz="2000" b="1" dirty="0">
              <a:cs typeface="Calibri" panose="020F0502020204030204" pitchFamily="34" charset="0"/>
            </a:endParaRPr>
          </a:p>
        </p:txBody>
      </p:sp>
    </p:spTree>
    <p:extLst>
      <p:ext uri="{BB962C8B-B14F-4D97-AF65-F5344CB8AC3E}">
        <p14:creationId xmlns:p14="http://schemas.microsoft.com/office/powerpoint/2010/main" val="614985980"/>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347B3F-FA81-46A3-BE2C-66F96820310A}"/>
              </a:ext>
            </a:extLst>
          </p:cNvPr>
          <p:cNvSpPr/>
          <p:nvPr/>
        </p:nvSpPr>
        <p:spPr>
          <a:xfrm>
            <a:off x="109927" y="1463488"/>
            <a:ext cx="12012917" cy="287609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BC919057-AF6D-4B7E-8126-F6A89E2B4D84}"/>
              </a:ext>
            </a:extLst>
          </p:cNvPr>
          <p:cNvSpPr/>
          <p:nvPr/>
        </p:nvSpPr>
        <p:spPr>
          <a:xfrm>
            <a:off x="274117" y="3027441"/>
            <a:ext cx="1953281" cy="1162256"/>
          </a:xfrm>
          <a:prstGeom prst="rect">
            <a:avLst/>
          </a:prstGeom>
          <a:solidFill>
            <a:srgbClr val="B0DA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6" name="Group 5">
            <a:extLst>
              <a:ext uri="{FF2B5EF4-FFF2-40B4-BE49-F238E27FC236}">
                <a16:creationId xmlns:a16="http://schemas.microsoft.com/office/drawing/2014/main" id="{51C80AF7-B866-4D5A-AA02-6CAEFE7E278F}"/>
              </a:ext>
            </a:extLst>
          </p:cNvPr>
          <p:cNvGrpSpPr/>
          <p:nvPr/>
        </p:nvGrpSpPr>
        <p:grpSpPr>
          <a:xfrm>
            <a:off x="202829" y="1829922"/>
            <a:ext cx="11828536" cy="3352378"/>
            <a:chOff x="667775" y="2129906"/>
            <a:chExt cx="11430000" cy="3191316"/>
          </a:xfrm>
        </p:grpSpPr>
        <p:sp>
          <p:nvSpPr>
            <p:cNvPr id="7" name="Line 5">
              <a:extLst>
                <a:ext uri="{FF2B5EF4-FFF2-40B4-BE49-F238E27FC236}">
                  <a16:creationId xmlns:a16="http://schemas.microsoft.com/office/drawing/2014/main" id="{509872DB-5998-48F8-8476-9916B766F2FC}"/>
                </a:ext>
              </a:extLst>
            </p:cNvPr>
            <p:cNvSpPr>
              <a:spLocks noChangeShapeType="1"/>
            </p:cNvSpPr>
            <p:nvPr/>
          </p:nvSpPr>
          <p:spPr bwMode="auto">
            <a:xfrm>
              <a:off x="667775" y="4543596"/>
              <a:ext cx="11430000" cy="0"/>
            </a:xfrm>
            <a:prstGeom prst="line">
              <a:avLst/>
            </a:prstGeom>
            <a:noFill/>
            <a:ln w="58738" cap="flat">
              <a:solidFill>
                <a:srgbClr val="92D050"/>
              </a:solidFill>
              <a:prstDash val="solid"/>
              <a:miter lim="800000"/>
              <a:headEnd/>
              <a:tailEnd/>
            </a:ln>
            <a:extLst>
              <a:ext uri="{909E8E84-426E-40DD-AFC4-6F175D3DCCD1}">
                <a14:hiddenFill xmlns:a14="http://schemas.microsoft.com/office/drawing/2010/main">
                  <a:noFill/>
                </a14:hiddenFill>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262626"/>
                </a:solidFill>
                <a:effectLst/>
                <a:uLnTx/>
                <a:uFillTx/>
                <a:latin typeface="Calibri Light"/>
                <a:ea typeface="+mn-ea"/>
                <a:cs typeface="+mn-cs"/>
              </a:endParaRPr>
            </a:p>
          </p:txBody>
        </p:sp>
        <p:sp>
          <p:nvSpPr>
            <p:cNvPr id="8" name="Oval 6">
              <a:extLst>
                <a:ext uri="{FF2B5EF4-FFF2-40B4-BE49-F238E27FC236}">
                  <a16:creationId xmlns:a16="http://schemas.microsoft.com/office/drawing/2014/main" id="{9170A975-072D-4EB8-A2F7-0AD820ADE12A}"/>
                </a:ext>
              </a:extLst>
            </p:cNvPr>
            <p:cNvSpPr>
              <a:spLocks noChangeArrowheads="1"/>
            </p:cNvSpPr>
            <p:nvPr/>
          </p:nvSpPr>
          <p:spPr bwMode="auto">
            <a:xfrm>
              <a:off x="2618999" y="4434976"/>
              <a:ext cx="209135" cy="212180"/>
            </a:xfrm>
            <a:prstGeom prst="ellipse">
              <a:avLst/>
            </a:prstGeom>
            <a:solidFill>
              <a:srgbClr val="EDEDED"/>
            </a:solidFill>
            <a:ln w="44450" cap="flat">
              <a:solidFill>
                <a:srgbClr val="377790"/>
              </a:solidFill>
              <a:prstDash val="solid"/>
              <a:miter lim="800000"/>
              <a:headEnd/>
              <a:tailEnd/>
            </a:ln>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262626"/>
                </a:solidFill>
                <a:effectLst/>
                <a:uLnTx/>
                <a:uFillTx/>
                <a:latin typeface="Calibri Light"/>
                <a:ea typeface="+mn-ea"/>
                <a:cs typeface="+mn-cs"/>
              </a:endParaRPr>
            </a:p>
          </p:txBody>
        </p:sp>
        <p:sp>
          <p:nvSpPr>
            <p:cNvPr id="9" name="Freeform 21">
              <a:extLst>
                <a:ext uri="{FF2B5EF4-FFF2-40B4-BE49-F238E27FC236}">
                  <a16:creationId xmlns:a16="http://schemas.microsoft.com/office/drawing/2014/main" id="{6C86E2CE-45C9-4D80-9D89-55CF053CA7E5}"/>
                </a:ext>
              </a:extLst>
            </p:cNvPr>
            <p:cNvSpPr>
              <a:spLocks/>
            </p:cNvSpPr>
            <p:nvPr/>
          </p:nvSpPr>
          <p:spPr bwMode="auto">
            <a:xfrm>
              <a:off x="3007185" y="4238616"/>
              <a:ext cx="0" cy="1066988"/>
            </a:xfrm>
            <a:custGeom>
              <a:avLst/>
              <a:gdLst>
                <a:gd name="T0" fmla="*/ 1051 h 1051"/>
                <a:gd name="T1" fmla="*/ 0 h 1051"/>
                <a:gd name="T2" fmla="*/ 1051 h 1051"/>
              </a:gdLst>
              <a:ahLst/>
              <a:cxnLst>
                <a:cxn ang="0">
                  <a:pos x="0" y="T0"/>
                </a:cxn>
                <a:cxn ang="0">
                  <a:pos x="0" y="T1"/>
                </a:cxn>
                <a:cxn ang="0">
                  <a:pos x="0" y="T2"/>
                </a:cxn>
              </a:cxnLst>
              <a:rect l="0" t="0" r="r" b="b"/>
              <a:pathLst>
                <a:path h="1051">
                  <a:moveTo>
                    <a:pt x="0" y="1051"/>
                  </a:moveTo>
                  <a:lnTo>
                    <a:pt x="0" y="0"/>
                  </a:lnTo>
                  <a:lnTo>
                    <a:pt x="0" y="105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262626"/>
                </a:solidFill>
                <a:effectLst/>
                <a:uLnTx/>
                <a:uFillTx/>
                <a:latin typeface="Calibri Light"/>
                <a:ea typeface="+mn-ea"/>
                <a:cs typeface="+mn-cs"/>
              </a:endParaRPr>
            </a:p>
          </p:txBody>
        </p:sp>
        <p:sp>
          <p:nvSpPr>
            <p:cNvPr id="10" name="Freeform 28">
              <a:extLst>
                <a:ext uri="{FF2B5EF4-FFF2-40B4-BE49-F238E27FC236}">
                  <a16:creationId xmlns:a16="http://schemas.microsoft.com/office/drawing/2014/main" id="{E9024A2E-CD66-411F-9851-2795A05416A3}"/>
                </a:ext>
              </a:extLst>
            </p:cNvPr>
            <p:cNvSpPr>
              <a:spLocks/>
            </p:cNvSpPr>
            <p:nvPr/>
          </p:nvSpPr>
          <p:spPr bwMode="auto">
            <a:xfrm>
              <a:off x="1777763" y="3219344"/>
              <a:ext cx="0" cy="912676"/>
            </a:xfrm>
            <a:custGeom>
              <a:avLst/>
              <a:gdLst>
                <a:gd name="T0" fmla="*/ 899 h 899"/>
                <a:gd name="T1" fmla="*/ 0 h 899"/>
                <a:gd name="T2" fmla="*/ 899 h 899"/>
              </a:gdLst>
              <a:ahLst/>
              <a:cxnLst>
                <a:cxn ang="0">
                  <a:pos x="0" y="T0"/>
                </a:cxn>
                <a:cxn ang="0">
                  <a:pos x="0" y="T1"/>
                </a:cxn>
                <a:cxn ang="0">
                  <a:pos x="0" y="T2"/>
                </a:cxn>
              </a:cxnLst>
              <a:rect l="0" t="0" r="r" b="b"/>
              <a:pathLst>
                <a:path h="899">
                  <a:moveTo>
                    <a:pt x="0" y="899"/>
                  </a:moveTo>
                  <a:lnTo>
                    <a:pt x="0" y="0"/>
                  </a:lnTo>
                  <a:lnTo>
                    <a:pt x="0" y="89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262626"/>
                </a:solidFill>
                <a:effectLst/>
                <a:uLnTx/>
                <a:uFillTx/>
                <a:latin typeface="Calibri Light"/>
                <a:ea typeface="+mn-ea"/>
                <a:cs typeface="+mn-cs"/>
              </a:endParaRPr>
            </a:p>
          </p:txBody>
        </p:sp>
        <p:sp>
          <p:nvSpPr>
            <p:cNvPr id="11" name="Line 29">
              <a:extLst>
                <a:ext uri="{FF2B5EF4-FFF2-40B4-BE49-F238E27FC236}">
                  <a16:creationId xmlns:a16="http://schemas.microsoft.com/office/drawing/2014/main" id="{4CAA9BD3-71EA-4A29-91DF-60E9F469E9C0}"/>
                </a:ext>
              </a:extLst>
            </p:cNvPr>
            <p:cNvSpPr>
              <a:spLocks noChangeShapeType="1"/>
            </p:cNvSpPr>
            <p:nvPr/>
          </p:nvSpPr>
          <p:spPr bwMode="auto">
            <a:xfrm flipH="1" flipV="1">
              <a:off x="2705079" y="2129906"/>
              <a:ext cx="14107" cy="2283470"/>
            </a:xfrm>
            <a:prstGeom prst="line">
              <a:avLst/>
            </a:prstGeom>
            <a:noFill/>
            <a:ln w="44450" cap="flat">
              <a:solidFill>
                <a:srgbClr val="377790"/>
              </a:solidFill>
              <a:prstDash val="dash"/>
              <a:miter lim="800000"/>
              <a:headEnd/>
              <a:tailEnd/>
            </a:ln>
            <a:extLst>
              <a:ext uri="{909E8E84-426E-40DD-AFC4-6F175D3DCCD1}">
                <a14:hiddenFill xmlns:a14="http://schemas.microsoft.com/office/drawing/2010/main">
                  <a:noFill/>
                </a14:hiddenFill>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262626"/>
                </a:solidFill>
                <a:effectLst/>
                <a:uLnTx/>
                <a:uFillTx/>
                <a:latin typeface="Calibri Light"/>
                <a:ea typeface="+mn-ea"/>
                <a:cs typeface="+mn-cs"/>
              </a:endParaRPr>
            </a:p>
          </p:txBody>
        </p:sp>
        <p:sp>
          <p:nvSpPr>
            <p:cNvPr id="12" name="Freeform 30">
              <a:extLst>
                <a:ext uri="{FF2B5EF4-FFF2-40B4-BE49-F238E27FC236}">
                  <a16:creationId xmlns:a16="http://schemas.microsoft.com/office/drawing/2014/main" id="{04584590-232D-4102-8E06-8DC359E76B2D}"/>
                </a:ext>
              </a:extLst>
            </p:cNvPr>
            <p:cNvSpPr>
              <a:spLocks/>
            </p:cNvSpPr>
            <p:nvPr/>
          </p:nvSpPr>
          <p:spPr bwMode="auto">
            <a:xfrm>
              <a:off x="5475165" y="4344199"/>
              <a:ext cx="0" cy="970543"/>
            </a:xfrm>
            <a:custGeom>
              <a:avLst/>
              <a:gdLst>
                <a:gd name="T0" fmla="*/ 956 h 956"/>
                <a:gd name="T1" fmla="*/ 0 h 956"/>
                <a:gd name="T2" fmla="*/ 956 h 956"/>
              </a:gdLst>
              <a:ahLst/>
              <a:cxnLst>
                <a:cxn ang="0">
                  <a:pos x="0" y="T0"/>
                </a:cxn>
                <a:cxn ang="0">
                  <a:pos x="0" y="T1"/>
                </a:cxn>
                <a:cxn ang="0">
                  <a:pos x="0" y="T2"/>
                </a:cxn>
              </a:cxnLst>
              <a:rect l="0" t="0" r="r" b="b"/>
              <a:pathLst>
                <a:path h="956">
                  <a:moveTo>
                    <a:pt x="0" y="956"/>
                  </a:moveTo>
                  <a:lnTo>
                    <a:pt x="0" y="0"/>
                  </a:lnTo>
                  <a:lnTo>
                    <a:pt x="0" y="9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262626"/>
                </a:solidFill>
                <a:effectLst/>
                <a:uLnTx/>
                <a:uFillTx/>
                <a:latin typeface="Calibri Light"/>
                <a:ea typeface="+mn-ea"/>
                <a:cs typeface="+mn-cs"/>
              </a:endParaRPr>
            </a:p>
          </p:txBody>
        </p:sp>
        <p:sp>
          <p:nvSpPr>
            <p:cNvPr id="13" name="Freeform 32">
              <a:extLst>
                <a:ext uri="{FF2B5EF4-FFF2-40B4-BE49-F238E27FC236}">
                  <a16:creationId xmlns:a16="http://schemas.microsoft.com/office/drawing/2014/main" id="{676E5651-E757-4547-AD8A-9266E7E8BE41}"/>
                </a:ext>
              </a:extLst>
            </p:cNvPr>
            <p:cNvSpPr>
              <a:spLocks/>
            </p:cNvSpPr>
            <p:nvPr/>
          </p:nvSpPr>
          <p:spPr bwMode="auto">
            <a:xfrm>
              <a:off x="4245743" y="3219344"/>
              <a:ext cx="0" cy="912676"/>
            </a:xfrm>
            <a:custGeom>
              <a:avLst/>
              <a:gdLst>
                <a:gd name="T0" fmla="*/ 899 h 899"/>
                <a:gd name="T1" fmla="*/ 0 h 899"/>
                <a:gd name="T2" fmla="*/ 899 h 899"/>
              </a:gdLst>
              <a:ahLst/>
              <a:cxnLst>
                <a:cxn ang="0">
                  <a:pos x="0" y="T0"/>
                </a:cxn>
                <a:cxn ang="0">
                  <a:pos x="0" y="T1"/>
                </a:cxn>
                <a:cxn ang="0">
                  <a:pos x="0" y="T2"/>
                </a:cxn>
              </a:cxnLst>
              <a:rect l="0" t="0" r="r" b="b"/>
              <a:pathLst>
                <a:path h="899">
                  <a:moveTo>
                    <a:pt x="0" y="899"/>
                  </a:moveTo>
                  <a:lnTo>
                    <a:pt x="0" y="0"/>
                  </a:lnTo>
                  <a:lnTo>
                    <a:pt x="0" y="89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262626"/>
                </a:solidFill>
                <a:effectLst/>
                <a:uLnTx/>
                <a:uFillTx/>
                <a:latin typeface="Calibri Light"/>
                <a:ea typeface="+mn-ea"/>
                <a:cs typeface="+mn-cs"/>
              </a:endParaRPr>
            </a:p>
          </p:txBody>
        </p:sp>
        <p:sp>
          <p:nvSpPr>
            <p:cNvPr id="14" name="Freeform 34">
              <a:extLst>
                <a:ext uri="{FF2B5EF4-FFF2-40B4-BE49-F238E27FC236}">
                  <a16:creationId xmlns:a16="http://schemas.microsoft.com/office/drawing/2014/main" id="{A2EED260-DEDA-40F0-BE2A-63572A3ED04A}"/>
                </a:ext>
              </a:extLst>
            </p:cNvPr>
            <p:cNvSpPr>
              <a:spLocks/>
            </p:cNvSpPr>
            <p:nvPr/>
          </p:nvSpPr>
          <p:spPr bwMode="auto">
            <a:xfrm>
              <a:off x="6713723" y="3219344"/>
              <a:ext cx="0" cy="912676"/>
            </a:xfrm>
            <a:custGeom>
              <a:avLst/>
              <a:gdLst>
                <a:gd name="T0" fmla="*/ 899 h 899"/>
                <a:gd name="T1" fmla="*/ 0 h 899"/>
                <a:gd name="T2" fmla="*/ 899 h 899"/>
              </a:gdLst>
              <a:ahLst/>
              <a:cxnLst>
                <a:cxn ang="0">
                  <a:pos x="0" y="T0"/>
                </a:cxn>
                <a:cxn ang="0">
                  <a:pos x="0" y="T1"/>
                </a:cxn>
                <a:cxn ang="0">
                  <a:pos x="0" y="T2"/>
                </a:cxn>
              </a:cxnLst>
              <a:rect l="0" t="0" r="r" b="b"/>
              <a:pathLst>
                <a:path h="899">
                  <a:moveTo>
                    <a:pt x="0" y="899"/>
                  </a:moveTo>
                  <a:lnTo>
                    <a:pt x="0" y="0"/>
                  </a:lnTo>
                  <a:lnTo>
                    <a:pt x="0" y="89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262626"/>
                </a:solidFill>
                <a:effectLst/>
                <a:uLnTx/>
                <a:uFillTx/>
                <a:latin typeface="Calibri Light"/>
                <a:ea typeface="+mn-ea"/>
                <a:cs typeface="+mn-cs"/>
              </a:endParaRPr>
            </a:p>
          </p:txBody>
        </p:sp>
        <p:sp>
          <p:nvSpPr>
            <p:cNvPr id="15" name="Freeform 21">
              <a:extLst>
                <a:ext uri="{FF2B5EF4-FFF2-40B4-BE49-F238E27FC236}">
                  <a16:creationId xmlns:a16="http://schemas.microsoft.com/office/drawing/2014/main" id="{B44AA869-98B6-4321-8EC6-93711A304A14}"/>
                </a:ext>
              </a:extLst>
            </p:cNvPr>
            <p:cNvSpPr>
              <a:spLocks/>
            </p:cNvSpPr>
            <p:nvPr/>
          </p:nvSpPr>
          <p:spPr bwMode="auto">
            <a:xfrm>
              <a:off x="8052608" y="4245096"/>
              <a:ext cx="0" cy="1066988"/>
            </a:xfrm>
            <a:custGeom>
              <a:avLst/>
              <a:gdLst>
                <a:gd name="T0" fmla="*/ 1051 h 1051"/>
                <a:gd name="T1" fmla="*/ 0 h 1051"/>
                <a:gd name="T2" fmla="*/ 1051 h 1051"/>
              </a:gdLst>
              <a:ahLst/>
              <a:cxnLst>
                <a:cxn ang="0">
                  <a:pos x="0" y="T0"/>
                </a:cxn>
                <a:cxn ang="0">
                  <a:pos x="0" y="T1"/>
                </a:cxn>
                <a:cxn ang="0">
                  <a:pos x="0" y="T2"/>
                </a:cxn>
              </a:cxnLst>
              <a:rect l="0" t="0" r="r" b="b"/>
              <a:pathLst>
                <a:path h="1051">
                  <a:moveTo>
                    <a:pt x="0" y="1051"/>
                  </a:moveTo>
                  <a:lnTo>
                    <a:pt x="0" y="0"/>
                  </a:lnTo>
                  <a:lnTo>
                    <a:pt x="0" y="105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262626"/>
                </a:solidFill>
                <a:effectLst/>
                <a:uLnTx/>
                <a:uFillTx/>
                <a:latin typeface="Calibri Light"/>
                <a:ea typeface="+mn-ea"/>
                <a:cs typeface="+mn-cs"/>
              </a:endParaRPr>
            </a:p>
          </p:txBody>
        </p:sp>
        <p:sp>
          <p:nvSpPr>
            <p:cNvPr id="16" name="Freeform 28">
              <a:extLst>
                <a:ext uri="{FF2B5EF4-FFF2-40B4-BE49-F238E27FC236}">
                  <a16:creationId xmlns:a16="http://schemas.microsoft.com/office/drawing/2014/main" id="{FDE9AFD3-EBA7-4BB1-B701-EA80E413C6A2}"/>
                </a:ext>
              </a:extLst>
            </p:cNvPr>
            <p:cNvSpPr>
              <a:spLocks/>
            </p:cNvSpPr>
            <p:nvPr/>
          </p:nvSpPr>
          <p:spPr bwMode="auto">
            <a:xfrm>
              <a:off x="6823186" y="3225824"/>
              <a:ext cx="0" cy="912676"/>
            </a:xfrm>
            <a:custGeom>
              <a:avLst/>
              <a:gdLst>
                <a:gd name="T0" fmla="*/ 899 h 899"/>
                <a:gd name="T1" fmla="*/ 0 h 899"/>
                <a:gd name="T2" fmla="*/ 899 h 899"/>
              </a:gdLst>
              <a:ahLst/>
              <a:cxnLst>
                <a:cxn ang="0">
                  <a:pos x="0" y="T0"/>
                </a:cxn>
                <a:cxn ang="0">
                  <a:pos x="0" y="T1"/>
                </a:cxn>
                <a:cxn ang="0">
                  <a:pos x="0" y="T2"/>
                </a:cxn>
              </a:cxnLst>
              <a:rect l="0" t="0" r="r" b="b"/>
              <a:pathLst>
                <a:path h="899">
                  <a:moveTo>
                    <a:pt x="0" y="899"/>
                  </a:moveTo>
                  <a:lnTo>
                    <a:pt x="0" y="0"/>
                  </a:lnTo>
                  <a:lnTo>
                    <a:pt x="0" y="89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262626"/>
                </a:solidFill>
                <a:effectLst/>
                <a:uLnTx/>
                <a:uFillTx/>
                <a:latin typeface="Calibri Light"/>
                <a:ea typeface="+mn-ea"/>
                <a:cs typeface="+mn-cs"/>
              </a:endParaRPr>
            </a:p>
          </p:txBody>
        </p:sp>
        <p:sp>
          <p:nvSpPr>
            <p:cNvPr id="17" name="Freeform 30">
              <a:extLst>
                <a:ext uri="{FF2B5EF4-FFF2-40B4-BE49-F238E27FC236}">
                  <a16:creationId xmlns:a16="http://schemas.microsoft.com/office/drawing/2014/main" id="{1A81A08B-8625-446B-A728-812F0407E495}"/>
                </a:ext>
              </a:extLst>
            </p:cNvPr>
            <p:cNvSpPr>
              <a:spLocks/>
            </p:cNvSpPr>
            <p:nvPr/>
          </p:nvSpPr>
          <p:spPr bwMode="auto">
            <a:xfrm>
              <a:off x="10520588" y="4350679"/>
              <a:ext cx="0" cy="970543"/>
            </a:xfrm>
            <a:custGeom>
              <a:avLst/>
              <a:gdLst>
                <a:gd name="T0" fmla="*/ 956 h 956"/>
                <a:gd name="T1" fmla="*/ 0 h 956"/>
                <a:gd name="T2" fmla="*/ 956 h 956"/>
              </a:gdLst>
              <a:ahLst/>
              <a:cxnLst>
                <a:cxn ang="0">
                  <a:pos x="0" y="T0"/>
                </a:cxn>
                <a:cxn ang="0">
                  <a:pos x="0" y="T1"/>
                </a:cxn>
                <a:cxn ang="0">
                  <a:pos x="0" y="T2"/>
                </a:cxn>
              </a:cxnLst>
              <a:rect l="0" t="0" r="r" b="b"/>
              <a:pathLst>
                <a:path h="956">
                  <a:moveTo>
                    <a:pt x="0" y="956"/>
                  </a:moveTo>
                  <a:lnTo>
                    <a:pt x="0" y="0"/>
                  </a:lnTo>
                  <a:lnTo>
                    <a:pt x="0" y="95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262626"/>
                </a:solidFill>
                <a:effectLst/>
                <a:uLnTx/>
                <a:uFillTx/>
                <a:latin typeface="Calibri Light"/>
                <a:ea typeface="+mn-ea"/>
                <a:cs typeface="+mn-cs"/>
              </a:endParaRPr>
            </a:p>
          </p:txBody>
        </p:sp>
        <p:sp>
          <p:nvSpPr>
            <p:cNvPr id="18" name="Freeform 32">
              <a:extLst>
                <a:ext uri="{FF2B5EF4-FFF2-40B4-BE49-F238E27FC236}">
                  <a16:creationId xmlns:a16="http://schemas.microsoft.com/office/drawing/2014/main" id="{1CFF2904-A70A-470A-A0B5-05BBCAEFF099}"/>
                </a:ext>
              </a:extLst>
            </p:cNvPr>
            <p:cNvSpPr>
              <a:spLocks/>
            </p:cNvSpPr>
            <p:nvPr/>
          </p:nvSpPr>
          <p:spPr bwMode="auto">
            <a:xfrm>
              <a:off x="9291166" y="3225824"/>
              <a:ext cx="0" cy="912676"/>
            </a:xfrm>
            <a:custGeom>
              <a:avLst/>
              <a:gdLst>
                <a:gd name="T0" fmla="*/ 899 h 899"/>
                <a:gd name="T1" fmla="*/ 0 h 899"/>
                <a:gd name="T2" fmla="*/ 899 h 899"/>
              </a:gdLst>
              <a:ahLst/>
              <a:cxnLst>
                <a:cxn ang="0">
                  <a:pos x="0" y="T0"/>
                </a:cxn>
                <a:cxn ang="0">
                  <a:pos x="0" y="T1"/>
                </a:cxn>
                <a:cxn ang="0">
                  <a:pos x="0" y="T2"/>
                </a:cxn>
              </a:cxnLst>
              <a:rect l="0" t="0" r="r" b="b"/>
              <a:pathLst>
                <a:path h="899">
                  <a:moveTo>
                    <a:pt x="0" y="899"/>
                  </a:moveTo>
                  <a:lnTo>
                    <a:pt x="0" y="0"/>
                  </a:lnTo>
                  <a:lnTo>
                    <a:pt x="0" y="89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1200" cap="none" spc="0" normalizeH="0" baseline="0" noProof="0">
                <a:ln>
                  <a:noFill/>
                </a:ln>
                <a:solidFill>
                  <a:srgbClr val="262626"/>
                </a:solidFill>
                <a:effectLst/>
                <a:uLnTx/>
                <a:uFillTx/>
                <a:latin typeface="Calibri Light"/>
                <a:ea typeface="+mn-ea"/>
                <a:cs typeface="+mn-cs"/>
              </a:endParaRPr>
            </a:p>
          </p:txBody>
        </p:sp>
        <p:sp>
          <p:nvSpPr>
            <p:cNvPr id="19" name="Inhaltsplatzhalter 4">
              <a:extLst>
                <a:ext uri="{FF2B5EF4-FFF2-40B4-BE49-F238E27FC236}">
                  <a16:creationId xmlns:a16="http://schemas.microsoft.com/office/drawing/2014/main" id="{EBBDEF2A-BBB0-4043-AF6B-67619C826644}"/>
                </a:ext>
              </a:extLst>
            </p:cNvPr>
            <p:cNvSpPr txBox="1">
              <a:spLocks/>
            </p:cNvSpPr>
            <p:nvPr/>
          </p:nvSpPr>
          <p:spPr>
            <a:xfrm>
              <a:off x="7240839" y="3378273"/>
              <a:ext cx="1741596" cy="520258"/>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127" rtl="0" eaLnBrk="1" fontAlgn="auto" latinLnBrk="0" hangingPunct="1">
                <a:lnSpc>
                  <a:spcPct val="100000"/>
                </a:lnSpc>
                <a:spcBef>
                  <a:spcPts val="0"/>
                </a:spcBef>
                <a:spcAft>
                  <a:spcPts val="0"/>
                </a:spcAft>
                <a:buClrTx/>
                <a:buSzTx/>
                <a:buFont typeface="Wingdings" panose="05000000000000000000" pitchFamily="2" charset="2"/>
                <a:buNone/>
                <a:tabLst/>
                <a:defRPr/>
              </a:pPr>
              <a:br>
                <a:rPr kumimoji="0" lang="en-US" sz="1400" b="1" i="0" u="none" strike="noStrike" kern="1200" cap="none" spc="0" normalizeH="0" baseline="0" noProof="0" dirty="0">
                  <a:ln>
                    <a:noFill/>
                  </a:ln>
                  <a:solidFill>
                    <a:srgbClr val="F09C2A"/>
                  </a:solidFill>
                  <a:effectLst/>
                  <a:uLnTx/>
                  <a:uFillTx/>
                  <a:latin typeface="Calibri"/>
                  <a:ea typeface="+mn-ea"/>
                  <a:cs typeface="+mn-cs"/>
                </a:rPr>
              </a:br>
              <a:br>
                <a:rPr kumimoji="0" lang="en-US" sz="1100" b="1" i="0" u="none" strike="noStrike" kern="1200" cap="none" spc="0" normalizeH="0" baseline="0" noProof="0" dirty="0">
                  <a:ln>
                    <a:noFill/>
                  </a:ln>
                  <a:solidFill>
                    <a:srgbClr val="FFFFFF">
                      <a:lumMod val="50000"/>
                    </a:srgbClr>
                  </a:solidFill>
                  <a:effectLst/>
                  <a:uLnTx/>
                  <a:uFillTx/>
                  <a:latin typeface="Calibri"/>
                  <a:ea typeface="+mn-ea"/>
                  <a:cs typeface="+mn-cs"/>
                </a:rPr>
              </a:br>
              <a:endParaRPr kumimoji="0" lang="en-US" sz="1000" b="1" i="0" u="none" strike="noStrike" kern="1200" cap="none" spc="0" normalizeH="0" baseline="0" noProof="0" dirty="0">
                <a:ln>
                  <a:noFill/>
                </a:ln>
                <a:solidFill>
                  <a:srgbClr val="FFFFFF">
                    <a:lumMod val="50000"/>
                  </a:srgbClr>
                </a:solidFill>
                <a:effectLst/>
                <a:uLnTx/>
                <a:uFillTx/>
                <a:latin typeface="Calibri"/>
                <a:ea typeface="+mn-ea"/>
                <a:cs typeface="+mn-cs"/>
              </a:endParaRPr>
            </a:p>
          </p:txBody>
        </p:sp>
      </p:grpSp>
      <p:sp>
        <p:nvSpPr>
          <p:cNvPr id="20" name="Inhaltsplatzhalter 4">
            <a:extLst>
              <a:ext uri="{FF2B5EF4-FFF2-40B4-BE49-F238E27FC236}">
                <a16:creationId xmlns:a16="http://schemas.microsoft.com/office/drawing/2014/main" id="{25152E11-C6C6-4E89-B903-1BFDA10FF0F3}"/>
              </a:ext>
            </a:extLst>
          </p:cNvPr>
          <p:cNvSpPr txBox="1">
            <a:spLocks/>
          </p:cNvSpPr>
          <p:nvPr/>
        </p:nvSpPr>
        <p:spPr>
          <a:xfrm>
            <a:off x="323382" y="3197809"/>
            <a:ext cx="1834885" cy="1000274"/>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Review Deloitte Test Repository</a:t>
            </a:r>
          </a:p>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Identify test scripts to be re-factored and newly developed</a:t>
            </a:r>
          </a:p>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Prepare the plan to automate the test scripts</a:t>
            </a:r>
          </a:p>
        </p:txBody>
      </p:sp>
      <p:sp>
        <p:nvSpPr>
          <p:cNvPr id="21" name="TextBox 20">
            <a:extLst>
              <a:ext uri="{FF2B5EF4-FFF2-40B4-BE49-F238E27FC236}">
                <a16:creationId xmlns:a16="http://schemas.microsoft.com/office/drawing/2014/main" id="{21E053DA-65C7-472E-A4B5-D555B9B9A149}"/>
              </a:ext>
            </a:extLst>
          </p:cNvPr>
          <p:cNvSpPr txBox="1"/>
          <p:nvPr/>
        </p:nvSpPr>
        <p:spPr>
          <a:xfrm>
            <a:off x="2055632" y="1400819"/>
            <a:ext cx="49244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Calibri Light" panose="020F0302020204030204" pitchFamily="34" charset="0"/>
                <a:ea typeface="+mn-ea"/>
                <a:cs typeface="+mn-cs"/>
              </a:rPr>
              <a:t>Sep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Calibri Light" panose="020F0302020204030204" pitchFamily="34" charset="0"/>
                <a:ea typeface="+mn-ea"/>
                <a:cs typeface="+mn-cs"/>
              </a:rPr>
              <a:t>2018</a:t>
            </a:r>
          </a:p>
        </p:txBody>
      </p:sp>
      <p:sp>
        <p:nvSpPr>
          <p:cNvPr id="22" name="AutoShape 11">
            <a:extLst>
              <a:ext uri="{FF2B5EF4-FFF2-40B4-BE49-F238E27FC236}">
                <a16:creationId xmlns:a16="http://schemas.microsoft.com/office/drawing/2014/main" id="{51274F77-8A71-4CCD-A56A-0D0162E855C3}"/>
              </a:ext>
            </a:extLst>
          </p:cNvPr>
          <p:cNvSpPr>
            <a:spLocks noChangeArrowheads="1"/>
          </p:cNvSpPr>
          <p:nvPr/>
        </p:nvSpPr>
        <p:spPr bwMode="auto">
          <a:xfrm>
            <a:off x="125295" y="1078813"/>
            <a:ext cx="4389120" cy="312126"/>
          </a:xfrm>
          <a:prstGeom prst="homePlate">
            <a:avLst>
              <a:gd name="adj" fmla="val 31290"/>
            </a:avLst>
          </a:prstGeom>
          <a:solidFill>
            <a:schemeClr val="bg1"/>
          </a:solidFill>
          <a:ln w="12700" algn="ctr">
            <a:solidFill>
              <a:schemeClr val="tx1"/>
            </a:solidFill>
            <a:miter lim="800000"/>
            <a:headEnd/>
            <a:tailEnd/>
          </a:ln>
        </p:spPr>
        <p:txBody>
          <a:bodyPr lIns="91440" tIns="91440" rIns="91440" bIns="91440" anchor="ctr"/>
          <a:lstStyle/>
          <a:p>
            <a:pPr marL="0" marR="0" lvl="0" indent="0" algn="ctr" defTabSz="865188" rtl="0" eaLnBrk="1" fontAlgn="auto" latinLnBrk="0" hangingPunct="1">
              <a:lnSpc>
                <a:spcPct val="95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Verdana"/>
                <a:ea typeface="ＭＳ Ｐゴシック" pitchFamily="50" charset="-128"/>
                <a:cs typeface="+mn-cs"/>
              </a:rPr>
              <a:t>R13 Upgrade</a:t>
            </a:r>
            <a:endParaRPr kumimoji="0" lang="en-GB" altLang="ja-JP" sz="1000" b="1" i="0" u="none" strike="noStrike" kern="1200" cap="none" spc="0" normalizeH="0" baseline="0" noProof="0" dirty="0">
              <a:ln>
                <a:noFill/>
              </a:ln>
              <a:solidFill>
                <a:prstClr val="black"/>
              </a:solidFill>
              <a:effectLst/>
              <a:uLnTx/>
              <a:uFillTx/>
              <a:latin typeface="Verdana"/>
              <a:ea typeface="ＭＳ Ｐゴシック" pitchFamily="50" charset="-128"/>
              <a:cs typeface="+mn-cs"/>
            </a:endParaRPr>
          </a:p>
        </p:txBody>
      </p:sp>
      <p:sp>
        <p:nvSpPr>
          <p:cNvPr id="23" name="AutoShape 11">
            <a:extLst>
              <a:ext uri="{FF2B5EF4-FFF2-40B4-BE49-F238E27FC236}">
                <a16:creationId xmlns:a16="http://schemas.microsoft.com/office/drawing/2014/main" id="{87C55078-C0F9-4A2F-9ACF-5798DAED45DA}"/>
              </a:ext>
            </a:extLst>
          </p:cNvPr>
          <p:cNvSpPr>
            <a:spLocks noChangeArrowheads="1"/>
          </p:cNvSpPr>
          <p:nvPr/>
        </p:nvSpPr>
        <p:spPr bwMode="auto">
          <a:xfrm>
            <a:off x="9637858" y="1097668"/>
            <a:ext cx="2007326" cy="293270"/>
          </a:xfrm>
          <a:prstGeom prst="homePlate">
            <a:avLst>
              <a:gd name="adj" fmla="val 31290"/>
            </a:avLst>
          </a:prstGeom>
          <a:solidFill>
            <a:schemeClr val="bg1"/>
          </a:solidFill>
          <a:ln w="12700" algn="ctr">
            <a:solidFill>
              <a:schemeClr val="tx1"/>
            </a:solidFill>
            <a:miter lim="800000"/>
            <a:headEnd/>
            <a:tailEnd/>
          </a:ln>
        </p:spPr>
        <p:txBody>
          <a:bodyPr lIns="91440" tIns="91440" rIns="91440" bIns="91440" anchor="ctr"/>
          <a:lstStyle/>
          <a:p>
            <a:pPr marL="0" marR="0" lvl="0" indent="0" algn="ctr" defTabSz="865188" rtl="0" eaLnBrk="1" fontAlgn="auto" latinLnBrk="0" hangingPunct="1">
              <a:lnSpc>
                <a:spcPct val="95000"/>
              </a:lnSpc>
              <a:spcBef>
                <a:spcPts val="0"/>
              </a:spcBef>
              <a:spcAft>
                <a:spcPts val="0"/>
              </a:spcAft>
              <a:buClrTx/>
              <a:buSzTx/>
              <a:buFontTx/>
              <a:buNone/>
              <a:tabLst/>
              <a:defRPr/>
            </a:pPr>
            <a:r>
              <a:rPr kumimoji="0" lang="en-GB" sz="970" b="1" i="0" u="none" strike="noStrike" kern="1200" cap="none" spc="0" normalizeH="0" baseline="0" noProof="0" dirty="0">
                <a:ln>
                  <a:noFill/>
                </a:ln>
                <a:solidFill>
                  <a:prstClr val="black"/>
                </a:solidFill>
                <a:effectLst/>
                <a:uLnTx/>
                <a:uFillTx/>
                <a:latin typeface="Verdana"/>
                <a:ea typeface="ＭＳ Ｐゴシック" pitchFamily="50" charset="-128"/>
                <a:cs typeface="+mn-cs"/>
              </a:rPr>
              <a:t>Future Release Upgrades</a:t>
            </a:r>
            <a:endParaRPr kumimoji="0" lang="en-GB" altLang="ja-JP" sz="970" b="1" i="0" u="none" strike="noStrike" kern="1200" cap="none" spc="0" normalizeH="0" baseline="0" noProof="0" dirty="0">
              <a:ln>
                <a:noFill/>
              </a:ln>
              <a:solidFill>
                <a:prstClr val="black"/>
              </a:solidFill>
              <a:effectLst/>
              <a:uLnTx/>
              <a:uFillTx/>
              <a:latin typeface="Verdana"/>
              <a:ea typeface="ＭＳ Ｐゴシック" pitchFamily="50" charset="-128"/>
              <a:cs typeface="+mn-cs"/>
            </a:endParaRPr>
          </a:p>
        </p:txBody>
      </p:sp>
      <p:sp>
        <p:nvSpPr>
          <p:cNvPr id="26" name="5-Point Star 114">
            <a:extLst>
              <a:ext uri="{FF2B5EF4-FFF2-40B4-BE49-F238E27FC236}">
                <a16:creationId xmlns:a16="http://schemas.microsoft.com/office/drawing/2014/main" id="{E72B8BB9-3E2C-419F-984B-516C245CEEF2}"/>
              </a:ext>
            </a:extLst>
          </p:cNvPr>
          <p:cNvSpPr/>
          <p:nvPr/>
        </p:nvSpPr>
        <p:spPr bwMode="gray">
          <a:xfrm>
            <a:off x="4508159" y="1101369"/>
            <a:ext cx="293429" cy="297963"/>
          </a:xfrm>
          <a:prstGeom prst="star5">
            <a:avLst/>
          </a:prstGeom>
          <a:solidFill>
            <a:srgbClr val="FF0000"/>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27" name="AutoShape 11">
            <a:extLst>
              <a:ext uri="{FF2B5EF4-FFF2-40B4-BE49-F238E27FC236}">
                <a16:creationId xmlns:a16="http://schemas.microsoft.com/office/drawing/2014/main" id="{9AAE1902-60E5-4203-B8EF-16B0DD5ED6A4}"/>
              </a:ext>
            </a:extLst>
          </p:cNvPr>
          <p:cNvSpPr>
            <a:spLocks noChangeArrowheads="1"/>
          </p:cNvSpPr>
          <p:nvPr/>
        </p:nvSpPr>
        <p:spPr bwMode="auto">
          <a:xfrm>
            <a:off x="4856351" y="1084860"/>
            <a:ext cx="1948618" cy="312126"/>
          </a:xfrm>
          <a:prstGeom prst="homePlate">
            <a:avLst>
              <a:gd name="adj" fmla="val 31290"/>
            </a:avLst>
          </a:prstGeom>
          <a:solidFill>
            <a:schemeClr val="bg1"/>
          </a:solidFill>
          <a:ln w="12700" algn="ctr">
            <a:solidFill>
              <a:schemeClr val="tx1"/>
            </a:solidFill>
            <a:miter lim="800000"/>
            <a:headEnd/>
            <a:tailEnd/>
          </a:ln>
        </p:spPr>
        <p:txBody>
          <a:bodyPr lIns="91440" tIns="91440" rIns="91440" bIns="91440" anchor="ctr"/>
          <a:lstStyle/>
          <a:p>
            <a:pPr marL="0" marR="0" lvl="0" indent="0" algn="ctr" defTabSz="865188" rtl="0" eaLnBrk="1" fontAlgn="auto" latinLnBrk="0" hangingPunct="1">
              <a:lnSpc>
                <a:spcPct val="95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Verdana"/>
                <a:ea typeface="ＭＳ Ｐゴシック" pitchFamily="50" charset="-128"/>
                <a:cs typeface="+mn-cs"/>
              </a:rPr>
              <a:t>R13.x1 Upgrade</a:t>
            </a:r>
            <a:endParaRPr kumimoji="0" lang="en-GB" altLang="ja-JP" sz="1000" b="1" i="0" u="none" strike="noStrike" kern="1200" cap="none" spc="0" normalizeH="0" baseline="0" noProof="0" dirty="0">
              <a:ln>
                <a:noFill/>
              </a:ln>
              <a:solidFill>
                <a:prstClr val="black"/>
              </a:solidFill>
              <a:effectLst/>
              <a:uLnTx/>
              <a:uFillTx/>
              <a:latin typeface="Verdana"/>
              <a:ea typeface="ＭＳ Ｐゴシック" pitchFamily="50" charset="-128"/>
              <a:cs typeface="+mn-cs"/>
            </a:endParaRPr>
          </a:p>
        </p:txBody>
      </p:sp>
      <p:sp>
        <p:nvSpPr>
          <p:cNvPr id="28" name="5-Point Star 114">
            <a:extLst>
              <a:ext uri="{FF2B5EF4-FFF2-40B4-BE49-F238E27FC236}">
                <a16:creationId xmlns:a16="http://schemas.microsoft.com/office/drawing/2014/main" id="{A2BE3508-C904-41D0-B961-A4A909CA5367}"/>
              </a:ext>
            </a:extLst>
          </p:cNvPr>
          <p:cNvSpPr/>
          <p:nvPr/>
        </p:nvSpPr>
        <p:spPr bwMode="gray">
          <a:xfrm>
            <a:off x="6841545" y="1081592"/>
            <a:ext cx="293429" cy="297963"/>
          </a:xfrm>
          <a:prstGeom prst="star5">
            <a:avLst/>
          </a:prstGeom>
          <a:solidFill>
            <a:srgbClr val="FF0000"/>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29" name="AutoShape 11">
            <a:extLst>
              <a:ext uri="{FF2B5EF4-FFF2-40B4-BE49-F238E27FC236}">
                <a16:creationId xmlns:a16="http://schemas.microsoft.com/office/drawing/2014/main" id="{80500104-53A2-4BE9-A753-2A31F8A37F62}"/>
              </a:ext>
            </a:extLst>
          </p:cNvPr>
          <p:cNvSpPr>
            <a:spLocks noChangeArrowheads="1"/>
          </p:cNvSpPr>
          <p:nvPr/>
        </p:nvSpPr>
        <p:spPr bwMode="auto">
          <a:xfrm>
            <a:off x="7184528" y="1084860"/>
            <a:ext cx="1948618" cy="312126"/>
          </a:xfrm>
          <a:prstGeom prst="homePlate">
            <a:avLst>
              <a:gd name="adj" fmla="val 31290"/>
            </a:avLst>
          </a:prstGeom>
          <a:solidFill>
            <a:schemeClr val="bg1"/>
          </a:solidFill>
          <a:ln w="12700" algn="ctr">
            <a:solidFill>
              <a:schemeClr val="tx1"/>
            </a:solidFill>
            <a:miter lim="800000"/>
            <a:headEnd/>
            <a:tailEnd/>
          </a:ln>
        </p:spPr>
        <p:txBody>
          <a:bodyPr lIns="91440" tIns="91440" rIns="91440" bIns="91440" anchor="ctr"/>
          <a:lstStyle/>
          <a:p>
            <a:pPr marL="0" marR="0" lvl="0" indent="0" algn="ctr" defTabSz="865188" rtl="0" eaLnBrk="1" fontAlgn="auto" latinLnBrk="0" hangingPunct="1">
              <a:lnSpc>
                <a:spcPct val="95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Verdana"/>
                <a:ea typeface="ＭＳ Ｐゴシック" pitchFamily="50" charset="-128"/>
                <a:cs typeface="+mn-cs"/>
              </a:rPr>
              <a:t>R13.x2 Upgrade</a:t>
            </a:r>
            <a:endParaRPr kumimoji="0" lang="en-GB" altLang="ja-JP" sz="1000" b="1" i="0" u="none" strike="noStrike" kern="1200" cap="none" spc="0" normalizeH="0" baseline="0" noProof="0" dirty="0">
              <a:ln>
                <a:noFill/>
              </a:ln>
              <a:solidFill>
                <a:prstClr val="black"/>
              </a:solidFill>
              <a:effectLst/>
              <a:uLnTx/>
              <a:uFillTx/>
              <a:latin typeface="Verdana"/>
              <a:ea typeface="ＭＳ Ｐゴシック" pitchFamily="50" charset="-128"/>
              <a:cs typeface="+mn-cs"/>
            </a:endParaRPr>
          </a:p>
        </p:txBody>
      </p:sp>
      <p:sp>
        <p:nvSpPr>
          <p:cNvPr id="30" name="5-Point Star 114">
            <a:extLst>
              <a:ext uri="{FF2B5EF4-FFF2-40B4-BE49-F238E27FC236}">
                <a16:creationId xmlns:a16="http://schemas.microsoft.com/office/drawing/2014/main" id="{BCCA4E70-F26B-4EAE-80DE-3B8F2C83F1B9}"/>
              </a:ext>
            </a:extLst>
          </p:cNvPr>
          <p:cNvSpPr/>
          <p:nvPr/>
        </p:nvSpPr>
        <p:spPr bwMode="gray">
          <a:xfrm>
            <a:off x="9233730" y="1080103"/>
            <a:ext cx="293429" cy="297963"/>
          </a:xfrm>
          <a:prstGeom prst="star5">
            <a:avLst/>
          </a:prstGeom>
          <a:solidFill>
            <a:srgbClr val="FF0000"/>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dirty="0">
              <a:ln>
                <a:noFill/>
              </a:ln>
              <a:solidFill>
                <a:prstClr val="white"/>
              </a:solidFill>
              <a:effectLst/>
              <a:uLnTx/>
              <a:uFillTx/>
              <a:latin typeface="Verdana"/>
              <a:ea typeface="+mn-ea"/>
              <a:cs typeface="+mn-cs"/>
            </a:endParaRPr>
          </a:p>
        </p:txBody>
      </p:sp>
      <p:sp>
        <p:nvSpPr>
          <p:cNvPr id="31" name="TextBox 30">
            <a:extLst>
              <a:ext uri="{FF2B5EF4-FFF2-40B4-BE49-F238E27FC236}">
                <a16:creationId xmlns:a16="http://schemas.microsoft.com/office/drawing/2014/main" id="{4C1B6C35-A0CD-4D13-8FC1-1FE462C93886}"/>
              </a:ext>
            </a:extLst>
          </p:cNvPr>
          <p:cNvSpPr txBox="1"/>
          <p:nvPr/>
        </p:nvSpPr>
        <p:spPr>
          <a:xfrm>
            <a:off x="4393448" y="1400819"/>
            <a:ext cx="49244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Calibri Light" panose="020F0302020204030204" pitchFamily="34" charset="0"/>
                <a:ea typeface="+mn-ea"/>
                <a:cs typeface="+mn-cs"/>
              </a:rPr>
              <a:t>Oct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Calibri Light" panose="020F0302020204030204" pitchFamily="34" charset="0"/>
                <a:ea typeface="+mn-ea"/>
                <a:cs typeface="+mn-cs"/>
              </a:rPr>
              <a:t>2018</a:t>
            </a:r>
          </a:p>
        </p:txBody>
      </p:sp>
      <p:sp>
        <p:nvSpPr>
          <p:cNvPr id="32" name="TextBox 31">
            <a:extLst>
              <a:ext uri="{FF2B5EF4-FFF2-40B4-BE49-F238E27FC236}">
                <a16:creationId xmlns:a16="http://schemas.microsoft.com/office/drawing/2014/main" id="{6D93D895-4DFD-40C5-B575-10F83F465070}"/>
              </a:ext>
            </a:extLst>
          </p:cNvPr>
          <p:cNvSpPr txBox="1"/>
          <p:nvPr/>
        </p:nvSpPr>
        <p:spPr>
          <a:xfrm>
            <a:off x="6723725" y="1400819"/>
            <a:ext cx="49244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Calibri Light" panose="020F0302020204030204" pitchFamily="34" charset="0"/>
                <a:ea typeface="+mn-ea"/>
                <a:cs typeface="+mn-cs"/>
              </a:rPr>
              <a:t>Dec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Calibri Light" panose="020F0302020204030204" pitchFamily="34" charset="0"/>
                <a:ea typeface="+mn-ea"/>
                <a:cs typeface="+mn-cs"/>
              </a:rPr>
              <a:t>2018</a:t>
            </a:r>
          </a:p>
        </p:txBody>
      </p:sp>
      <p:sp>
        <p:nvSpPr>
          <p:cNvPr id="34" name="TextBox 33">
            <a:extLst>
              <a:ext uri="{FF2B5EF4-FFF2-40B4-BE49-F238E27FC236}">
                <a16:creationId xmlns:a16="http://schemas.microsoft.com/office/drawing/2014/main" id="{24715050-1148-46A8-896C-668044FCB0E2}"/>
              </a:ext>
            </a:extLst>
          </p:cNvPr>
          <p:cNvSpPr txBox="1"/>
          <p:nvPr/>
        </p:nvSpPr>
        <p:spPr>
          <a:xfrm>
            <a:off x="702931" y="2857611"/>
            <a:ext cx="859409" cy="276999"/>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200 Hours</a:t>
            </a:r>
          </a:p>
        </p:txBody>
      </p:sp>
      <p:sp>
        <p:nvSpPr>
          <p:cNvPr id="35" name="Oval 6">
            <a:extLst>
              <a:ext uri="{FF2B5EF4-FFF2-40B4-BE49-F238E27FC236}">
                <a16:creationId xmlns:a16="http://schemas.microsoft.com/office/drawing/2014/main" id="{328AAB19-1A8A-48E1-98C5-90B90CA140DE}"/>
              </a:ext>
            </a:extLst>
          </p:cNvPr>
          <p:cNvSpPr>
            <a:spLocks noChangeArrowheads="1"/>
          </p:cNvSpPr>
          <p:nvPr/>
        </p:nvSpPr>
        <p:spPr bwMode="auto">
          <a:xfrm>
            <a:off x="4573442" y="4243982"/>
            <a:ext cx="216427" cy="222888"/>
          </a:xfrm>
          <a:prstGeom prst="ellipse">
            <a:avLst/>
          </a:prstGeom>
          <a:solidFill>
            <a:srgbClr val="EDEDED"/>
          </a:solidFill>
          <a:ln w="44450" cap="flat">
            <a:solidFill>
              <a:srgbClr val="377790"/>
            </a:solidFill>
            <a:prstDash val="solid"/>
            <a:miter lim="800000"/>
            <a:headEnd/>
            <a:tailEnd/>
          </a:ln>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262626"/>
              </a:solidFill>
              <a:effectLst/>
              <a:uLnTx/>
              <a:uFillTx/>
              <a:latin typeface="Calibri Light"/>
              <a:ea typeface="+mn-ea"/>
              <a:cs typeface="+mn-cs"/>
            </a:endParaRPr>
          </a:p>
        </p:txBody>
      </p:sp>
      <p:sp>
        <p:nvSpPr>
          <p:cNvPr id="36" name="Line 29">
            <a:extLst>
              <a:ext uri="{FF2B5EF4-FFF2-40B4-BE49-F238E27FC236}">
                <a16:creationId xmlns:a16="http://schemas.microsoft.com/office/drawing/2014/main" id="{30CC8171-8114-474A-B329-57CE3172E5F0}"/>
              </a:ext>
            </a:extLst>
          </p:cNvPr>
          <p:cNvSpPr>
            <a:spLocks noChangeShapeType="1"/>
          </p:cNvSpPr>
          <p:nvPr/>
        </p:nvSpPr>
        <p:spPr bwMode="auto">
          <a:xfrm flipH="1" flipV="1">
            <a:off x="4653096" y="1813822"/>
            <a:ext cx="22071" cy="2405386"/>
          </a:xfrm>
          <a:prstGeom prst="line">
            <a:avLst/>
          </a:prstGeom>
          <a:noFill/>
          <a:ln w="44450" cap="flat">
            <a:solidFill>
              <a:srgbClr val="377790"/>
            </a:solidFill>
            <a:prstDash val="dash"/>
            <a:miter lim="800000"/>
            <a:headEnd/>
            <a:tailEnd/>
          </a:ln>
          <a:extLst>
            <a:ext uri="{909E8E84-426E-40DD-AFC4-6F175D3DCCD1}">
              <a14:hiddenFill xmlns:a14="http://schemas.microsoft.com/office/drawing/2010/main">
                <a:noFill/>
              </a14:hiddenFill>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262626"/>
              </a:solidFill>
              <a:effectLst/>
              <a:uLnTx/>
              <a:uFillTx/>
              <a:latin typeface="Calibri Light"/>
              <a:ea typeface="+mn-ea"/>
              <a:cs typeface="+mn-cs"/>
            </a:endParaRPr>
          </a:p>
        </p:txBody>
      </p:sp>
      <p:sp>
        <p:nvSpPr>
          <p:cNvPr id="38" name="Line 29">
            <a:extLst>
              <a:ext uri="{FF2B5EF4-FFF2-40B4-BE49-F238E27FC236}">
                <a16:creationId xmlns:a16="http://schemas.microsoft.com/office/drawing/2014/main" id="{C2F5918A-0E9F-4B2D-B176-D21F11087064}"/>
              </a:ext>
            </a:extLst>
          </p:cNvPr>
          <p:cNvSpPr>
            <a:spLocks noChangeShapeType="1"/>
          </p:cNvSpPr>
          <p:nvPr/>
        </p:nvSpPr>
        <p:spPr bwMode="auto">
          <a:xfrm flipH="1" flipV="1">
            <a:off x="6975263" y="1820495"/>
            <a:ext cx="15649" cy="2407029"/>
          </a:xfrm>
          <a:prstGeom prst="line">
            <a:avLst/>
          </a:prstGeom>
          <a:noFill/>
          <a:ln w="44450" cap="flat">
            <a:solidFill>
              <a:srgbClr val="377790"/>
            </a:solidFill>
            <a:prstDash val="dash"/>
            <a:miter lim="800000"/>
            <a:headEnd/>
            <a:tailEnd/>
          </a:ln>
          <a:extLst>
            <a:ext uri="{909E8E84-426E-40DD-AFC4-6F175D3DCCD1}">
              <a14:hiddenFill xmlns:a14="http://schemas.microsoft.com/office/drawing/2010/main">
                <a:noFill/>
              </a14:hiddenFill>
            </a:ext>
          </a:extLst>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262626"/>
              </a:solidFill>
              <a:effectLst/>
              <a:uLnTx/>
              <a:uFillTx/>
              <a:latin typeface="Calibri Light"/>
              <a:ea typeface="+mn-ea"/>
              <a:cs typeface="+mn-cs"/>
            </a:endParaRPr>
          </a:p>
        </p:txBody>
      </p:sp>
      <p:sp>
        <p:nvSpPr>
          <p:cNvPr id="39" name="Oval 6">
            <a:extLst>
              <a:ext uri="{FF2B5EF4-FFF2-40B4-BE49-F238E27FC236}">
                <a16:creationId xmlns:a16="http://schemas.microsoft.com/office/drawing/2014/main" id="{0503840C-C608-474B-860A-97C544C77034}"/>
              </a:ext>
            </a:extLst>
          </p:cNvPr>
          <p:cNvSpPr>
            <a:spLocks noChangeArrowheads="1"/>
          </p:cNvSpPr>
          <p:nvPr/>
        </p:nvSpPr>
        <p:spPr bwMode="auto">
          <a:xfrm>
            <a:off x="9356836" y="4243982"/>
            <a:ext cx="216427" cy="222888"/>
          </a:xfrm>
          <a:prstGeom prst="ellipse">
            <a:avLst/>
          </a:prstGeom>
          <a:solidFill>
            <a:srgbClr val="EDEDED"/>
          </a:solidFill>
          <a:ln w="44450" cap="flat">
            <a:solidFill>
              <a:srgbClr val="377790"/>
            </a:solidFill>
            <a:prstDash val="solid"/>
            <a:miter lim="800000"/>
            <a:headEnd/>
            <a:tailEnd/>
          </a:ln>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262626"/>
              </a:solidFill>
              <a:effectLst/>
              <a:uLnTx/>
              <a:uFillTx/>
              <a:latin typeface="Calibri Light"/>
              <a:ea typeface="+mn-ea"/>
              <a:cs typeface="+mn-cs"/>
            </a:endParaRPr>
          </a:p>
        </p:txBody>
      </p:sp>
      <p:sp>
        <p:nvSpPr>
          <p:cNvPr id="41" name="Title 3">
            <a:extLst>
              <a:ext uri="{FF2B5EF4-FFF2-40B4-BE49-F238E27FC236}">
                <a16:creationId xmlns:a16="http://schemas.microsoft.com/office/drawing/2014/main" id="{23476A40-46E5-43D2-8ED1-82E184045229}"/>
              </a:ext>
            </a:extLst>
          </p:cNvPr>
          <p:cNvSpPr>
            <a:spLocks noGrp="1"/>
          </p:cNvSpPr>
          <p:nvPr>
            <p:ph type="title"/>
          </p:nvPr>
        </p:nvSpPr>
        <p:spPr>
          <a:xfrm>
            <a:off x="209823" y="388136"/>
            <a:ext cx="11252200" cy="334102"/>
          </a:xfrm>
        </p:spPr>
        <p:txBody>
          <a:bodyPr vert="horz" lIns="0" tIns="0" rIns="0" bIns="0" rtlCol="0" anchor="t" anchorCtr="0">
            <a:noAutofit/>
          </a:bodyPr>
          <a:lstStyle/>
          <a:p>
            <a:pPr defTabSz="1219170"/>
            <a:r>
              <a:rPr lang="en-US" sz="3600" dirty="0">
                <a:latin typeface="+mn-lt"/>
                <a:cs typeface="Arial" panose="020B0604020202020204" pitchFamily="34" charset="0"/>
              </a:rPr>
              <a:t>Test Automation High Level Plan </a:t>
            </a:r>
            <a:r>
              <a:rPr lang="en-US" sz="3600" dirty="0">
                <a:latin typeface="+mn-lt"/>
              </a:rPr>
              <a:t>– Selenium Jenkins</a:t>
            </a:r>
            <a:endParaRPr lang="en-US" sz="3600" dirty="0">
              <a:latin typeface="+mn-lt"/>
              <a:cs typeface="Arial" panose="020B0604020202020204" pitchFamily="34" charset="0"/>
            </a:endParaRPr>
          </a:p>
        </p:txBody>
      </p:sp>
      <p:sp>
        <p:nvSpPr>
          <p:cNvPr id="49" name="Rectangle 48">
            <a:extLst>
              <a:ext uri="{FF2B5EF4-FFF2-40B4-BE49-F238E27FC236}">
                <a16:creationId xmlns:a16="http://schemas.microsoft.com/office/drawing/2014/main" id="{10C80C65-23C3-4135-A3DE-EEF73F226A30}"/>
              </a:ext>
            </a:extLst>
          </p:cNvPr>
          <p:cNvSpPr/>
          <p:nvPr/>
        </p:nvSpPr>
        <p:spPr>
          <a:xfrm>
            <a:off x="2458164" y="3046798"/>
            <a:ext cx="2017576" cy="1139833"/>
          </a:xfrm>
          <a:prstGeom prst="rect">
            <a:avLst/>
          </a:prstGeom>
          <a:solidFill>
            <a:srgbClr val="B0DA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Automate initial </a:t>
            </a:r>
            <a:r>
              <a:rPr lang="en-US" sz="1050" dirty="0">
                <a:solidFill>
                  <a:prstClr val="black"/>
                </a:solidFill>
                <a:latin typeface="Calibri Light" panose="020F0302020204030204" pitchFamily="34" charset="0"/>
              </a:rPr>
              <a:t>10%</a:t>
            </a:r>
            <a:r>
              <a:rPr kumimoji="0" lang="en-US" sz="105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 test scripts by priority chart</a:t>
            </a:r>
          </a:p>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Gather associated test data</a:t>
            </a:r>
          </a:p>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Conduct Unit/Functional Test</a:t>
            </a:r>
          </a:p>
        </p:txBody>
      </p:sp>
      <p:sp>
        <p:nvSpPr>
          <p:cNvPr id="50" name="TextBox 49">
            <a:extLst>
              <a:ext uri="{FF2B5EF4-FFF2-40B4-BE49-F238E27FC236}">
                <a16:creationId xmlns:a16="http://schemas.microsoft.com/office/drawing/2014/main" id="{B2E40C1B-CEE2-40FF-B196-D7D1FE612381}"/>
              </a:ext>
            </a:extLst>
          </p:cNvPr>
          <p:cNvSpPr txBox="1"/>
          <p:nvPr/>
        </p:nvSpPr>
        <p:spPr>
          <a:xfrm>
            <a:off x="2948024" y="2857611"/>
            <a:ext cx="945378" cy="276999"/>
          </a:xfrm>
          <a:prstGeom prst="rect">
            <a:avLst/>
          </a:prstGeom>
          <a:solidFill>
            <a:schemeClr val="bg1"/>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1200 Hours</a:t>
            </a:r>
          </a:p>
        </p:txBody>
      </p:sp>
      <p:sp>
        <p:nvSpPr>
          <p:cNvPr id="54" name="Rectangle 53">
            <a:extLst>
              <a:ext uri="{FF2B5EF4-FFF2-40B4-BE49-F238E27FC236}">
                <a16:creationId xmlns:a16="http://schemas.microsoft.com/office/drawing/2014/main" id="{69C8800D-17B0-4CEA-9931-774B6F507083}"/>
              </a:ext>
            </a:extLst>
          </p:cNvPr>
          <p:cNvSpPr/>
          <p:nvPr/>
        </p:nvSpPr>
        <p:spPr>
          <a:xfrm>
            <a:off x="4815342" y="1782047"/>
            <a:ext cx="1949197" cy="1329918"/>
          </a:xfrm>
          <a:prstGeom prst="rect">
            <a:avLst/>
          </a:prstGeom>
          <a:solidFill>
            <a:srgbClr val="B0DAF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Automate 30% test scripts by priority chart</a:t>
            </a:r>
          </a:p>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Gather associated test data</a:t>
            </a:r>
          </a:p>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rPr>
              <a:t>Conduct Unit/Functional Test</a:t>
            </a:r>
          </a:p>
          <a:p>
            <a:pPr marL="171450" marR="0" lvl="0" indent="-171450" algn="l" defTabSz="914127" rtl="0" eaLnBrk="1" fontAlgn="auto" latinLnBrk="0" hangingPunct="1">
              <a:lnSpc>
                <a:spcPct val="90000"/>
              </a:lnSpc>
              <a:spcBef>
                <a:spcPts val="200"/>
              </a:spcBef>
              <a:spcAft>
                <a:spcPts val="1000"/>
              </a:spcAft>
              <a:buClrTx/>
              <a:buSzPct val="100000"/>
              <a:buFont typeface="Arial" panose="020B0604020202020204" pitchFamily="34" charset="0"/>
              <a:buChar char="•"/>
              <a:tabLst/>
              <a:defRPr/>
            </a:pPr>
            <a:r>
              <a:rPr lang="en-US" sz="1050" dirty="0">
                <a:solidFill>
                  <a:prstClr val="black"/>
                </a:solidFill>
                <a:latin typeface="Calibri Light" panose="020F0302020204030204" pitchFamily="34" charset="0"/>
              </a:rPr>
              <a:t>Perform KT</a:t>
            </a:r>
            <a:endParaRPr kumimoji="0" lang="en-US" sz="105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mn-cs"/>
            </a:endParaRPr>
          </a:p>
        </p:txBody>
      </p:sp>
      <p:sp>
        <p:nvSpPr>
          <p:cNvPr id="55" name="TextBox 54">
            <a:extLst>
              <a:ext uri="{FF2B5EF4-FFF2-40B4-BE49-F238E27FC236}">
                <a16:creationId xmlns:a16="http://schemas.microsoft.com/office/drawing/2014/main" id="{977988A1-A171-45D2-BE45-F41591322DB4}"/>
              </a:ext>
            </a:extLst>
          </p:cNvPr>
          <p:cNvSpPr txBox="1"/>
          <p:nvPr/>
        </p:nvSpPr>
        <p:spPr>
          <a:xfrm>
            <a:off x="5348265" y="1533181"/>
            <a:ext cx="945378" cy="276999"/>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3615 Hours</a:t>
            </a:r>
          </a:p>
        </p:txBody>
      </p:sp>
      <p:sp>
        <p:nvSpPr>
          <p:cNvPr id="51" name="Oval 6">
            <a:extLst>
              <a:ext uri="{FF2B5EF4-FFF2-40B4-BE49-F238E27FC236}">
                <a16:creationId xmlns:a16="http://schemas.microsoft.com/office/drawing/2014/main" id="{21176A6B-22AA-4810-9607-B99102BCBE21}"/>
              </a:ext>
            </a:extLst>
          </p:cNvPr>
          <p:cNvSpPr>
            <a:spLocks noChangeArrowheads="1"/>
          </p:cNvSpPr>
          <p:nvPr/>
        </p:nvSpPr>
        <p:spPr bwMode="auto">
          <a:xfrm>
            <a:off x="6887082" y="4244297"/>
            <a:ext cx="216427" cy="222888"/>
          </a:xfrm>
          <a:prstGeom prst="ellipse">
            <a:avLst/>
          </a:prstGeom>
          <a:solidFill>
            <a:srgbClr val="EDEDED"/>
          </a:solidFill>
          <a:ln w="44450" cap="flat">
            <a:solidFill>
              <a:srgbClr val="377790"/>
            </a:solidFill>
            <a:prstDash val="solid"/>
            <a:miter lim="800000"/>
            <a:headEnd/>
            <a:tailEnd/>
          </a:ln>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262626"/>
              </a:solidFill>
              <a:effectLst/>
              <a:uLnTx/>
              <a:uFillTx/>
              <a:latin typeface="Calibri Light"/>
              <a:ea typeface="+mn-ea"/>
              <a:cs typeface="+mn-cs"/>
            </a:endParaRPr>
          </a:p>
        </p:txBody>
      </p:sp>
      <p:sp>
        <p:nvSpPr>
          <p:cNvPr id="60" name="Oval 6">
            <a:extLst>
              <a:ext uri="{FF2B5EF4-FFF2-40B4-BE49-F238E27FC236}">
                <a16:creationId xmlns:a16="http://schemas.microsoft.com/office/drawing/2014/main" id="{05ACADD9-6A2E-4133-A85C-4E27299FC43D}"/>
              </a:ext>
            </a:extLst>
          </p:cNvPr>
          <p:cNvSpPr>
            <a:spLocks noChangeArrowheads="1"/>
          </p:cNvSpPr>
          <p:nvPr/>
        </p:nvSpPr>
        <p:spPr bwMode="auto">
          <a:xfrm>
            <a:off x="11861755" y="4216765"/>
            <a:ext cx="216427" cy="222888"/>
          </a:xfrm>
          <a:prstGeom prst="ellipse">
            <a:avLst/>
          </a:prstGeom>
          <a:solidFill>
            <a:srgbClr val="EDEDED"/>
          </a:solidFill>
          <a:ln w="44450" cap="flat">
            <a:solidFill>
              <a:srgbClr val="377790"/>
            </a:solidFill>
            <a:prstDash val="solid"/>
            <a:miter lim="800000"/>
            <a:headEnd/>
            <a:tailEnd/>
          </a:ln>
        </p:spPr>
        <p:txBody>
          <a:bodyPr vert="horz" wrap="square" lIns="68580" tIns="34291" rIns="68580" bIns="3429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srgbClr val="262626"/>
              </a:solidFill>
              <a:effectLst/>
              <a:uLnTx/>
              <a:uFillTx/>
              <a:latin typeface="Calibri Light"/>
              <a:ea typeface="+mn-ea"/>
              <a:cs typeface="+mn-cs"/>
            </a:endParaRPr>
          </a:p>
        </p:txBody>
      </p:sp>
      <p:cxnSp>
        <p:nvCxnSpPr>
          <p:cNvPr id="24" name="Straight Connector 23">
            <a:extLst>
              <a:ext uri="{FF2B5EF4-FFF2-40B4-BE49-F238E27FC236}">
                <a16:creationId xmlns:a16="http://schemas.microsoft.com/office/drawing/2014/main" id="{D1BB40BD-FD24-48A1-8371-924E7F7DE5BA}"/>
              </a:ext>
            </a:extLst>
          </p:cNvPr>
          <p:cNvCxnSpPr/>
          <p:nvPr/>
        </p:nvCxnSpPr>
        <p:spPr>
          <a:xfrm>
            <a:off x="7306111" y="2704780"/>
            <a:ext cx="4611772"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13A30D34-1F97-4CA2-BDB5-44DECFE15218}"/>
              </a:ext>
            </a:extLst>
          </p:cNvPr>
          <p:cNvSpPr txBox="1"/>
          <p:nvPr/>
        </p:nvSpPr>
        <p:spPr>
          <a:xfrm>
            <a:off x="7441424" y="2120005"/>
            <a:ext cx="4341145" cy="584775"/>
          </a:xfrm>
          <a:prstGeom prst="rect">
            <a:avLst/>
          </a:prstGeom>
          <a:noFill/>
        </p:spPr>
        <p:txBody>
          <a:bodyPr wrap="square" rtlCol="0">
            <a:spAutoFit/>
          </a:bodyPr>
          <a:lstStyle/>
          <a:p>
            <a:pPr algn="ctr"/>
            <a:r>
              <a:rPr lang="en-US" sz="1600" dirty="0"/>
              <a:t>HGV IT TEAM will create 60% scripts and maintain going forward</a:t>
            </a:r>
          </a:p>
        </p:txBody>
      </p:sp>
    </p:spTree>
    <p:extLst>
      <p:ext uri="{BB962C8B-B14F-4D97-AF65-F5344CB8AC3E}">
        <p14:creationId xmlns:p14="http://schemas.microsoft.com/office/powerpoint/2010/main" val="2409676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 name="Group 3">
            <a:extLst>
              <a:ext uri="{FF2B5EF4-FFF2-40B4-BE49-F238E27FC236}">
                <a16:creationId xmlns:a16="http://schemas.microsoft.com/office/drawing/2014/main" id="{424AB097-49C4-4EF0-A561-5DCD6B9C99DF}"/>
              </a:ext>
            </a:extLst>
          </p:cNvPr>
          <p:cNvGraphicFramePr>
            <a:graphicFrameLocks noGrp="1"/>
          </p:cNvGraphicFramePr>
          <p:nvPr>
            <p:extLst>
              <p:ext uri="{D42A27DB-BD31-4B8C-83A1-F6EECF244321}">
                <p14:modId xmlns:p14="http://schemas.microsoft.com/office/powerpoint/2010/main" val="2644173459"/>
              </p:ext>
            </p:extLst>
          </p:nvPr>
        </p:nvGraphicFramePr>
        <p:xfrm>
          <a:off x="5770260" y="1484010"/>
          <a:ext cx="6272354" cy="2346960"/>
        </p:xfrm>
        <a:graphic>
          <a:graphicData uri="http://schemas.openxmlformats.org/drawingml/2006/table">
            <a:tbl>
              <a:tblPr/>
              <a:tblGrid>
                <a:gridCol w="1073225">
                  <a:extLst>
                    <a:ext uri="{9D8B030D-6E8A-4147-A177-3AD203B41FA5}">
                      <a16:colId xmlns:a16="http://schemas.microsoft.com/office/drawing/2014/main" val="20000"/>
                    </a:ext>
                  </a:extLst>
                </a:gridCol>
                <a:gridCol w="1016240">
                  <a:extLst>
                    <a:ext uri="{9D8B030D-6E8A-4147-A177-3AD203B41FA5}">
                      <a16:colId xmlns:a16="http://schemas.microsoft.com/office/drawing/2014/main" val="20001"/>
                    </a:ext>
                  </a:extLst>
                </a:gridCol>
                <a:gridCol w="1509841">
                  <a:extLst>
                    <a:ext uri="{9D8B030D-6E8A-4147-A177-3AD203B41FA5}">
                      <a16:colId xmlns:a16="http://schemas.microsoft.com/office/drawing/2014/main" val="1118624265"/>
                    </a:ext>
                  </a:extLst>
                </a:gridCol>
                <a:gridCol w="1209809">
                  <a:extLst>
                    <a:ext uri="{9D8B030D-6E8A-4147-A177-3AD203B41FA5}">
                      <a16:colId xmlns:a16="http://schemas.microsoft.com/office/drawing/2014/main" val="1466885288"/>
                    </a:ext>
                  </a:extLst>
                </a:gridCol>
                <a:gridCol w="1463239">
                  <a:extLst>
                    <a:ext uri="{9D8B030D-6E8A-4147-A177-3AD203B41FA5}">
                      <a16:colId xmlns:a16="http://schemas.microsoft.com/office/drawing/2014/main" val="2228816534"/>
                    </a:ext>
                  </a:extLst>
                </a:gridCol>
              </a:tblGrid>
              <a:tr h="266333">
                <a:tc>
                  <a:txBody>
                    <a:bodyPr/>
                    <a:lstStyle/>
                    <a:p>
                      <a:pPr marL="0" marR="0" lvl="0" indent="0" algn="l" defTabSz="684213" rtl="0" eaLnBrk="0" fontAlgn="base" latinLnBrk="0" hangingPunct="0">
                        <a:lnSpc>
                          <a:spcPct val="100000"/>
                        </a:lnSpc>
                        <a:spcBef>
                          <a:spcPts val="0"/>
                        </a:spcBef>
                        <a:spcAft>
                          <a:spcPts val="0"/>
                        </a:spcAft>
                        <a:buClrTx/>
                        <a:buSzPct val="25000"/>
                        <a:buFont typeface="Wingdings" pitchFamily="2" charset="2"/>
                        <a:buNone/>
                        <a:tabLst/>
                      </a:pPr>
                      <a:r>
                        <a:rPr kumimoji="0" lang="en-US" sz="1300" b="0" u="none" strike="noStrike" kern="1200" cap="none" normalizeH="0" baseline="0" dirty="0">
                          <a:ln>
                            <a:noFill/>
                          </a:ln>
                          <a:solidFill>
                            <a:schemeClr val="accent1"/>
                          </a:solidFill>
                          <a:effectLst/>
                          <a:latin typeface="+mn-lt"/>
                          <a:ea typeface="+mn-ea"/>
                          <a:cs typeface="+mn-cs"/>
                        </a:rPr>
                        <a:t>Scope</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4213" rtl="0" eaLnBrk="0" fontAlgn="base" latinLnBrk="0" hangingPunct="0">
                        <a:lnSpc>
                          <a:spcPct val="100000"/>
                        </a:lnSpc>
                        <a:spcBef>
                          <a:spcPts val="0"/>
                        </a:spcBef>
                        <a:spcAft>
                          <a:spcPts val="0"/>
                        </a:spcAft>
                        <a:buClrTx/>
                        <a:buSzPct val="65000"/>
                        <a:buFont typeface="Wingdings"/>
                        <a:buNone/>
                        <a:tabLst/>
                      </a:pPr>
                      <a:r>
                        <a:rPr kumimoji="0" lang="en-US" sz="1300" b="0" u="none" strike="noStrike" kern="1200" cap="none" normalizeH="0" baseline="0" dirty="0">
                          <a:ln>
                            <a:noFill/>
                          </a:ln>
                          <a:solidFill>
                            <a:schemeClr val="accent1"/>
                          </a:solidFill>
                          <a:effectLst/>
                          <a:latin typeface="+mn-lt"/>
                          <a:ea typeface="+mn-ea"/>
                          <a:cs typeface="+mn-cs"/>
                        </a:rPr>
                        <a:t>Total Hrs.</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4213" rtl="0" eaLnBrk="0" fontAlgn="base" latinLnBrk="0" hangingPunct="0">
                        <a:lnSpc>
                          <a:spcPct val="100000"/>
                        </a:lnSpc>
                        <a:spcBef>
                          <a:spcPts val="0"/>
                        </a:spcBef>
                        <a:spcAft>
                          <a:spcPts val="0"/>
                        </a:spcAft>
                        <a:buClrTx/>
                        <a:buSzPct val="65000"/>
                        <a:buFont typeface="Wingdings"/>
                        <a:buNone/>
                        <a:tabLst/>
                      </a:pPr>
                      <a:r>
                        <a:rPr kumimoji="0" lang="en-US" sz="1300" b="0" u="none" strike="noStrike" kern="1200" cap="none" normalizeH="0" baseline="0" dirty="0">
                          <a:ln>
                            <a:noFill/>
                          </a:ln>
                          <a:solidFill>
                            <a:schemeClr val="accent1"/>
                          </a:solidFill>
                          <a:effectLst/>
                          <a:latin typeface="+mn-lt"/>
                          <a:ea typeface="+mn-ea"/>
                          <a:cs typeface="+mn-cs"/>
                        </a:rPr>
                        <a:t>Client Fees Billed</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Bef>
                          <a:spcPts val="0"/>
                        </a:spcBef>
                        <a:spcAft>
                          <a:spcPts val="0"/>
                        </a:spcAft>
                      </a:pPr>
                      <a:r>
                        <a:rPr kumimoji="0" lang="en-US" sz="1300" b="0" u="none" strike="noStrike" kern="1200" cap="none" normalizeH="0" baseline="0" dirty="0">
                          <a:ln>
                            <a:noFill/>
                          </a:ln>
                          <a:solidFill>
                            <a:schemeClr val="accent1"/>
                          </a:solidFill>
                          <a:effectLst/>
                          <a:latin typeface="+mn-lt"/>
                          <a:ea typeface="+mn-ea"/>
                          <a:cs typeface="+mn-cs"/>
                        </a:rPr>
                        <a:t>Total Scripts</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Bef>
                          <a:spcPts val="0"/>
                        </a:spcBef>
                        <a:spcAft>
                          <a:spcPts val="0"/>
                        </a:spcAft>
                      </a:pPr>
                      <a:r>
                        <a:rPr kumimoji="0" lang="en-US" sz="1300" b="0" u="none" strike="noStrike" kern="1200" cap="none" normalizeH="0" baseline="0" dirty="0">
                          <a:ln>
                            <a:noFill/>
                          </a:ln>
                          <a:solidFill>
                            <a:schemeClr val="accent1"/>
                          </a:solidFill>
                          <a:effectLst/>
                          <a:latin typeface="+mn-lt"/>
                          <a:ea typeface="+mn-ea"/>
                          <a:cs typeface="+mn-cs"/>
                        </a:rPr>
                        <a:t>Automation Type</a:t>
                      </a:r>
                    </a:p>
                  </a:txBody>
                  <a:tcPr marT="91440" marB="9144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15479">
                <a:tc>
                  <a:txBody>
                    <a:bodyPr/>
                    <a:lstStyle/>
                    <a:p>
                      <a:pPr defTabSz="762000"/>
                      <a:r>
                        <a:rPr lang="en-US" sz="900" b="1" dirty="0"/>
                        <a:t>Process Area</a:t>
                      </a:r>
                    </a:p>
                    <a:p>
                      <a:pPr marL="171450" indent="-171450" defTabSz="762000">
                        <a:buFont typeface="Arial" panose="020B0604020202020204" pitchFamily="34" charset="0"/>
                        <a:buChar char="•"/>
                      </a:pPr>
                      <a:r>
                        <a:rPr lang="en-US" sz="900" b="0" dirty="0"/>
                        <a:t>Absence</a:t>
                      </a:r>
                    </a:p>
                    <a:p>
                      <a:pPr marL="171450" indent="-171450" defTabSz="762000">
                        <a:buFont typeface="Arial" panose="020B0604020202020204" pitchFamily="34" charset="0"/>
                        <a:buChar char="•"/>
                      </a:pPr>
                      <a:r>
                        <a:rPr lang="en-US" sz="900" b="0" dirty="0"/>
                        <a:t>AP</a:t>
                      </a:r>
                    </a:p>
                    <a:p>
                      <a:pPr marL="171450" indent="-171450" defTabSz="762000">
                        <a:buFont typeface="Arial" panose="020B0604020202020204" pitchFamily="34" charset="0"/>
                        <a:buChar char="•"/>
                      </a:pPr>
                      <a:r>
                        <a:rPr lang="en-US" sz="900" b="0" dirty="0"/>
                        <a:t>AR</a:t>
                      </a:r>
                    </a:p>
                    <a:p>
                      <a:pPr marL="171450" indent="-171450" defTabSz="762000">
                        <a:buFont typeface="Arial" panose="020B0604020202020204" pitchFamily="34" charset="0"/>
                        <a:buChar char="•"/>
                      </a:pPr>
                      <a:r>
                        <a:rPr lang="en-US" sz="900" b="0" dirty="0"/>
                        <a:t>CM</a:t>
                      </a:r>
                    </a:p>
                    <a:p>
                      <a:pPr marL="171450" indent="-171450" defTabSz="762000">
                        <a:buFont typeface="Arial" panose="020B0604020202020204" pitchFamily="34" charset="0"/>
                        <a:buChar char="•"/>
                      </a:pPr>
                      <a:r>
                        <a:rPr lang="en-US" sz="900" b="0" dirty="0"/>
                        <a:t>Core HR</a:t>
                      </a:r>
                    </a:p>
                    <a:p>
                      <a:pPr marL="171450" indent="-171450" defTabSz="762000">
                        <a:buFont typeface="Arial" panose="020B0604020202020204" pitchFamily="34" charset="0"/>
                        <a:buChar char="•"/>
                      </a:pPr>
                      <a:r>
                        <a:rPr lang="en-US" sz="900" b="0" dirty="0"/>
                        <a:t>FA</a:t>
                      </a:r>
                    </a:p>
                    <a:p>
                      <a:pPr marL="171450" indent="-171450" defTabSz="762000">
                        <a:buFont typeface="Arial" panose="020B0604020202020204" pitchFamily="34" charset="0"/>
                        <a:buChar char="•"/>
                      </a:pPr>
                      <a:r>
                        <a:rPr lang="en-US" sz="900" b="0" dirty="0"/>
                        <a:t>GL</a:t>
                      </a:r>
                    </a:p>
                    <a:p>
                      <a:pPr marL="171450" indent="-171450" defTabSz="762000">
                        <a:buFont typeface="Arial" panose="020B0604020202020204" pitchFamily="34" charset="0"/>
                        <a:buChar char="•"/>
                      </a:pPr>
                      <a:r>
                        <a:rPr lang="en-US" sz="900" b="0" dirty="0"/>
                        <a:t>Payroll</a:t>
                      </a:r>
                    </a:p>
                    <a:p>
                      <a:pPr marL="171450" indent="-171450" defTabSz="762000">
                        <a:buFont typeface="Arial" panose="020B0604020202020204" pitchFamily="34" charset="0"/>
                        <a:buChar char="•"/>
                      </a:pPr>
                      <a:r>
                        <a:rPr lang="en-US" sz="900" b="0" dirty="0"/>
                        <a:t>PPM</a:t>
                      </a:r>
                    </a:p>
                    <a:p>
                      <a:pPr marL="171450" indent="-171450" defTabSz="762000">
                        <a:buFont typeface="Arial" panose="020B0604020202020204" pitchFamily="34" charset="0"/>
                        <a:buChar char="•"/>
                      </a:pPr>
                      <a:r>
                        <a:rPr lang="en-US" sz="900" b="0" dirty="0"/>
                        <a:t>Procurement</a:t>
                      </a:r>
                    </a:p>
                    <a:p>
                      <a:pPr marL="171450" indent="-171450" defTabSz="762000">
                        <a:buFont typeface="Arial" panose="020B0604020202020204" pitchFamily="34" charset="0"/>
                        <a:buChar char="•"/>
                      </a:pPr>
                      <a:r>
                        <a:rPr lang="en-US" sz="900" b="0" dirty="0"/>
                        <a:t>Taleo</a:t>
                      </a:r>
                    </a:p>
                    <a:p>
                      <a:pPr marL="227013" indent="-114300" defTabSz="762000">
                        <a:buFont typeface="Arial" panose="020B0604020202020204" pitchFamily="34" charset="0"/>
                        <a:buChar char="•"/>
                      </a:pPr>
                      <a:endParaRPr lang="en-US" sz="900" dirty="0"/>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2388" marR="0" indent="0">
                        <a:spcBef>
                          <a:spcPts val="300"/>
                        </a:spcBef>
                        <a:spcAft>
                          <a:spcPts val="300"/>
                        </a:spcAft>
                      </a:pPr>
                      <a:r>
                        <a:rPr lang="en-US" sz="900" kern="1200" dirty="0">
                          <a:solidFill>
                            <a:srgbClr val="000000"/>
                          </a:solidFill>
                          <a:effectLst/>
                          <a:latin typeface="+mn-lt"/>
                          <a:ea typeface="Times" panose="02020603050405020304" pitchFamily="18" charset="0"/>
                          <a:cs typeface="Times New Roman" panose="02020603050405020304" pitchFamily="18" charset="0"/>
                        </a:rPr>
                        <a:t>Approx.</a:t>
                      </a:r>
                    </a:p>
                    <a:p>
                      <a:pPr marL="52388" marR="0" indent="0">
                        <a:spcBef>
                          <a:spcPts val="300"/>
                        </a:spcBef>
                        <a:spcAft>
                          <a:spcPts val="300"/>
                        </a:spcAft>
                      </a:pPr>
                      <a:r>
                        <a:rPr lang="en-US" sz="900" kern="1200" dirty="0">
                          <a:solidFill>
                            <a:srgbClr val="000000"/>
                          </a:solidFill>
                          <a:effectLst/>
                          <a:latin typeface="+mn-lt"/>
                          <a:ea typeface="Times" panose="02020603050405020304" pitchFamily="18" charset="0"/>
                          <a:cs typeface="Times New Roman" panose="02020603050405020304" pitchFamily="18" charset="0"/>
                        </a:rPr>
                        <a:t>4,815</a:t>
                      </a:r>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Approx.</a:t>
                      </a:r>
                    </a:p>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 $235,492</a:t>
                      </a:r>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156</a:t>
                      </a:r>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tc>
                  <a:txBody>
                    <a:bodyPr/>
                    <a:lstStyle/>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Full Automation with (One time cost) – include onsite tech lead role for 8 weeks</a:t>
                      </a:r>
                    </a:p>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 Effort = 215,492</a:t>
                      </a:r>
                    </a:p>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a:t>
                      </a:r>
                    </a:p>
                    <a:p>
                      <a:pPr marL="52388" marR="0" lvl="0" indent="0" algn="l" defTabSz="1219170" rtl="0" eaLnBrk="1" fontAlgn="auto" latinLnBrk="0" hangingPunct="1">
                        <a:lnSpc>
                          <a:spcPct val="100000"/>
                        </a:lnSpc>
                        <a:spcBef>
                          <a:spcPts val="300"/>
                        </a:spcBef>
                        <a:spcAft>
                          <a:spcPts val="300"/>
                        </a:spcAft>
                        <a:buClrTx/>
                        <a:buSzTx/>
                        <a:buFontTx/>
                        <a:buNone/>
                        <a:tabLst/>
                        <a:defRPr/>
                      </a:pPr>
                      <a:r>
                        <a:rPr lang="en-US" sz="900" dirty="0"/>
                        <a:t>Selenium Deloitte Framework - $20,000</a:t>
                      </a:r>
                    </a:p>
                    <a:p>
                      <a:pPr marL="52388" marR="0" lvl="0" indent="0" algn="l" defTabSz="1219170" rtl="0" eaLnBrk="1" fontAlgn="auto" latinLnBrk="0" hangingPunct="1">
                        <a:lnSpc>
                          <a:spcPct val="100000"/>
                        </a:lnSpc>
                        <a:spcBef>
                          <a:spcPts val="300"/>
                        </a:spcBef>
                        <a:spcAft>
                          <a:spcPts val="300"/>
                        </a:spcAft>
                        <a:buClrTx/>
                        <a:buSzTx/>
                        <a:buFontTx/>
                        <a:buNone/>
                        <a:tabLst/>
                        <a:defRPr/>
                      </a:pPr>
                      <a:endParaRPr lang="en-US" sz="900" dirty="0"/>
                    </a:p>
                  </a:txBody>
                  <a:tcPr marT="91440" marB="9144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graphicFrame>
        <p:nvGraphicFramePr>
          <p:cNvPr id="46" name="Group 3">
            <a:extLst>
              <a:ext uri="{FF2B5EF4-FFF2-40B4-BE49-F238E27FC236}">
                <a16:creationId xmlns:a16="http://schemas.microsoft.com/office/drawing/2014/main" id="{C192C9E9-443C-466A-9A59-472C90B4D704}"/>
              </a:ext>
            </a:extLst>
          </p:cNvPr>
          <p:cNvGraphicFramePr>
            <a:graphicFrameLocks noGrp="1"/>
          </p:cNvGraphicFramePr>
          <p:nvPr/>
        </p:nvGraphicFramePr>
        <p:xfrm>
          <a:off x="454548" y="1484010"/>
          <a:ext cx="4164586" cy="723900"/>
        </p:xfrm>
        <a:graphic>
          <a:graphicData uri="http://schemas.openxmlformats.org/drawingml/2006/table">
            <a:tbl>
              <a:tblPr/>
              <a:tblGrid>
                <a:gridCol w="4164586">
                  <a:extLst>
                    <a:ext uri="{9D8B030D-6E8A-4147-A177-3AD203B41FA5}">
                      <a16:colId xmlns:a16="http://schemas.microsoft.com/office/drawing/2014/main" val="20000"/>
                    </a:ext>
                  </a:extLst>
                </a:gridCol>
              </a:tblGrid>
              <a:tr h="287126">
                <a:tc>
                  <a:txBody>
                    <a:bodyPr/>
                    <a:lstStyle/>
                    <a:p>
                      <a:pPr marL="0" marR="0" lvl="0" indent="0" algn="l" defTabSz="684213" rtl="0" eaLnBrk="0" fontAlgn="base" latinLnBrk="0" hangingPunct="0">
                        <a:lnSpc>
                          <a:spcPct val="100000"/>
                        </a:lnSpc>
                        <a:spcBef>
                          <a:spcPts val="400"/>
                        </a:spcBef>
                        <a:spcAft>
                          <a:spcPct val="0"/>
                        </a:spcAft>
                        <a:buClrTx/>
                        <a:buSzPct val="25000"/>
                        <a:buFont typeface="Wingdings" pitchFamily="2" charset="2"/>
                        <a:buNone/>
                        <a:tabLst/>
                      </a:pPr>
                      <a:r>
                        <a:rPr kumimoji="0" lang="en-US" sz="1300" b="0" u="none" strike="noStrike" kern="1200" cap="none" normalizeH="0" baseline="0" dirty="0">
                          <a:ln>
                            <a:noFill/>
                          </a:ln>
                          <a:solidFill>
                            <a:schemeClr val="accent1"/>
                          </a:solidFill>
                          <a:effectLst/>
                          <a:latin typeface="+mn-lt"/>
                          <a:ea typeface="+mn-ea"/>
                          <a:cs typeface="+mn-cs"/>
                        </a:rPr>
                        <a:t>Yearly Licensing Cost</a:t>
                      </a:r>
                    </a:p>
                  </a:txBody>
                  <a:tcPr marT="91440" marB="91440"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38100" cap="flat" cmpd="sng" algn="ctr">
                      <a:solidFill>
                        <a:schemeClr val="accent1"/>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14962">
                <a:tc>
                  <a:txBody>
                    <a:bodyPr/>
                    <a:lstStyle/>
                    <a:p>
                      <a:pPr defTabSz="762000"/>
                      <a:r>
                        <a:rPr lang="en-US" sz="1050" b="1" dirty="0"/>
                        <a:t>No Licensing Cost</a:t>
                      </a:r>
                      <a:endParaRPr lang="en-US" sz="1050" dirty="0"/>
                    </a:p>
                  </a:txBody>
                  <a:tcPr marT="91440" marB="9144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accent6"/>
                      </a:solidFill>
                      <a:prstDash val="solid"/>
                      <a:round/>
                      <a:headEnd type="none" w="med" len="med"/>
                      <a:tailEnd type="none" w="med" len="med"/>
                    </a:lnT>
                    <a:lnB w="3175"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50" name="Title 2">
            <a:extLst>
              <a:ext uri="{FF2B5EF4-FFF2-40B4-BE49-F238E27FC236}">
                <a16:creationId xmlns:a16="http://schemas.microsoft.com/office/drawing/2014/main" id="{91C6FFEE-4E8F-4467-8F42-A1B25181F2E5}"/>
              </a:ext>
            </a:extLst>
          </p:cNvPr>
          <p:cNvSpPr>
            <a:spLocks noGrp="1"/>
          </p:cNvSpPr>
          <p:nvPr>
            <p:ph type="title"/>
          </p:nvPr>
        </p:nvSpPr>
        <p:spPr>
          <a:xfrm>
            <a:off x="149386" y="230042"/>
            <a:ext cx="11252200" cy="334102"/>
          </a:xfrm>
        </p:spPr>
        <p:txBody>
          <a:bodyPr/>
          <a:lstStyle/>
          <a:p>
            <a:r>
              <a:rPr lang="en-US" sz="3600" b="0" dirty="0">
                <a:solidFill>
                  <a:schemeClr val="tx1"/>
                </a:solidFill>
                <a:latin typeface="+mn-lt"/>
                <a:cs typeface="Arial" panose="020B0604020202020204" pitchFamily="34" charset="0"/>
              </a:rPr>
              <a:t>Cost &amp; Estimation : Program Cost</a:t>
            </a:r>
          </a:p>
        </p:txBody>
      </p:sp>
      <p:sp>
        <p:nvSpPr>
          <p:cNvPr id="51" name="Text Placeholder 1">
            <a:extLst>
              <a:ext uri="{FF2B5EF4-FFF2-40B4-BE49-F238E27FC236}">
                <a16:creationId xmlns:a16="http://schemas.microsoft.com/office/drawing/2014/main" id="{1C5AE5CD-F280-4F38-8AB5-6C58D512DE33}"/>
              </a:ext>
            </a:extLst>
          </p:cNvPr>
          <p:cNvSpPr txBox="1">
            <a:spLocks/>
          </p:cNvSpPr>
          <p:nvPr/>
        </p:nvSpPr>
        <p:spPr>
          <a:xfrm>
            <a:off x="149386" y="1030805"/>
            <a:ext cx="11252200" cy="313634"/>
          </a:xfrm>
          <a:prstGeom prst="rect">
            <a:avLst/>
          </a:prstGeom>
        </p:spPr>
        <p:txBody>
          <a:bodyPr/>
          <a:lstStyle>
            <a:lvl1pPr marL="0" indent="0" algn="l" defTabSz="1219170" rtl="0" eaLnBrk="1" latinLnBrk="0" hangingPunct="1">
              <a:spcBef>
                <a:spcPts val="0"/>
              </a:spcBef>
              <a:spcAft>
                <a:spcPts val="1000"/>
              </a:spcAft>
              <a:buSzPct val="100000"/>
              <a:buFontTx/>
              <a:buNone/>
              <a:defRPr sz="1600" b="0" kern="1200">
                <a:solidFill>
                  <a:srgbClr val="53565A"/>
                </a:solidFill>
                <a:latin typeface="+mn-lt"/>
                <a:ea typeface="+mn-ea"/>
                <a:cs typeface="+mn-cs"/>
              </a:defRPr>
            </a:lvl1pPr>
            <a:lvl2pPr marL="127000" indent="-127000" algn="l" defTabSz="1219170" rtl="0" eaLnBrk="1" latinLnBrk="0" hangingPunct="1">
              <a:spcBef>
                <a:spcPts val="0"/>
              </a:spcBef>
              <a:spcAft>
                <a:spcPts val="1000"/>
              </a:spcAft>
              <a:buClrTx/>
              <a:buSzPct val="100000"/>
              <a:buFont typeface="Arial" panose="020B0604020202020204" pitchFamily="34" charset="0"/>
              <a:buChar char="•"/>
              <a:defRPr lang="en-US" sz="1600" b="0" kern="1200" dirty="0" smtClean="0">
                <a:solidFill>
                  <a:srgbClr val="53565A"/>
                </a:solidFill>
                <a:latin typeface="+mn-lt"/>
                <a:ea typeface="+mn-ea"/>
                <a:cs typeface="+mn-cs"/>
              </a:defRPr>
            </a:lvl2pPr>
            <a:lvl3pPr marL="2794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dirty="0" smtClean="0">
                <a:solidFill>
                  <a:srgbClr val="53565A"/>
                </a:solidFill>
                <a:latin typeface="+mn-lt"/>
                <a:ea typeface="+mn-ea"/>
                <a:cs typeface="+mn-cs"/>
              </a:defRPr>
            </a:lvl3pPr>
            <a:lvl4pPr marL="4318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baseline="0" dirty="0" smtClean="0">
                <a:solidFill>
                  <a:srgbClr val="53565A"/>
                </a:solidFill>
                <a:latin typeface="+mn-lt"/>
                <a:ea typeface="+mn-ea"/>
                <a:cs typeface="+mn-cs"/>
              </a:defRPr>
            </a:lvl4pPr>
            <a:lvl5pPr marL="584200" indent="-127000" algn="l" defTabSz="1064657" rtl="0" eaLnBrk="1" latinLnBrk="0" hangingPunct="1">
              <a:spcBef>
                <a:spcPts val="0"/>
              </a:spcBef>
              <a:spcAft>
                <a:spcPts val="1000"/>
              </a:spcAft>
              <a:buClrTx/>
              <a:buSzPct val="100000"/>
              <a:buFont typeface="Arial" panose="020B0604020202020204" pitchFamily="34" charset="0"/>
              <a:buChar char="−"/>
              <a:tabLst/>
              <a:defRPr lang="en-US" sz="1600" kern="1200" baseline="0" dirty="0" smtClean="0">
                <a:solidFill>
                  <a:srgbClr val="53565A"/>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GB" sz="2400" b="1" dirty="0">
                <a:cs typeface="Calibri" panose="020F0502020204030204" pitchFamily="34" charset="0"/>
              </a:rPr>
              <a:t>Selenium</a:t>
            </a:r>
            <a:endParaRPr lang="en-GB" sz="2000" b="1" dirty="0">
              <a:cs typeface="Calibri" panose="020F0502020204030204" pitchFamily="34" charset="0"/>
            </a:endParaRPr>
          </a:p>
        </p:txBody>
      </p:sp>
    </p:spTree>
    <p:extLst>
      <p:ext uri="{BB962C8B-B14F-4D97-AF65-F5344CB8AC3E}">
        <p14:creationId xmlns:p14="http://schemas.microsoft.com/office/powerpoint/2010/main" val="69623695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F0211-4FB9-4B1B-9F82-2E4B0BDAA621}"/>
              </a:ext>
            </a:extLst>
          </p:cNvPr>
          <p:cNvSpPr>
            <a:spLocks noGrp="1"/>
          </p:cNvSpPr>
          <p:nvPr>
            <p:ph type="title"/>
          </p:nvPr>
        </p:nvSpPr>
        <p:spPr/>
        <p:txBody>
          <a:bodyPr/>
          <a:lstStyle/>
          <a:p>
            <a:r>
              <a:rPr lang="en-US" dirty="0"/>
              <a:t>Risk associated with Selenium Jenkins</a:t>
            </a:r>
          </a:p>
        </p:txBody>
      </p:sp>
      <p:sp>
        <p:nvSpPr>
          <p:cNvPr id="4" name="Text Placeholder 8">
            <a:extLst>
              <a:ext uri="{FF2B5EF4-FFF2-40B4-BE49-F238E27FC236}">
                <a16:creationId xmlns:a16="http://schemas.microsoft.com/office/drawing/2014/main" id="{A6DA201E-3B2A-4E6E-B12F-33B85B93628E}"/>
              </a:ext>
            </a:extLst>
          </p:cNvPr>
          <p:cNvSpPr txBox="1">
            <a:spLocks/>
          </p:cNvSpPr>
          <p:nvPr/>
        </p:nvSpPr>
        <p:spPr>
          <a:xfrm>
            <a:off x="546755" y="1159497"/>
            <a:ext cx="11107882" cy="1593130"/>
          </a:xfrm>
          <a:prstGeom prst="rect">
            <a:avLst/>
          </a:prstGeom>
        </p:spPr>
        <p:txBody>
          <a:bodyPr vert="horz" lIns="0" tIns="0" rIns="0" bIns="0" rtlCol="0">
            <a:noAutofit/>
          </a:bodyPr>
          <a:lstStyle>
            <a:lvl1pPr marL="0" indent="0" algn="l" defTabSz="1219170" rtl="0" eaLnBrk="1" latinLnBrk="0" hangingPunct="1">
              <a:spcBef>
                <a:spcPts val="0"/>
              </a:spcBef>
              <a:spcAft>
                <a:spcPts val="1000"/>
              </a:spcAft>
              <a:buSzPct val="100000"/>
              <a:buFontTx/>
              <a:buNone/>
              <a:defRPr sz="1400" b="0" kern="1200">
                <a:solidFill>
                  <a:srgbClr val="53565A"/>
                </a:solidFill>
                <a:latin typeface="+mn-lt"/>
                <a:ea typeface="+mn-ea"/>
                <a:cs typeface="+mn-cs"/>
              </a:defRPr>
            </a:lvl1pPr>
            <a:lvl2pPr marL="127000" indent="-127000" algn="l" defTabSz="1219170" rtl="0" eaLnBrk="1" latinLnBrk="0" hangingPunct="1">
              <a:spcBef>
                <a:spcPts val="0"/>
              </a:spcBef>
              <a:spcAft>
                <a:spcPts val="1000"/>
              </a:spcAft>
              <a:buClrTx/>
              <a:buSzPct val="100000"/>
              <a:buFont typeface="Arial" panose="020B0604020202020204" pitchFamily="34" charset="0"/>
              <a:buChar char="•"/>
              <a:defRPr lang="en-US" sz="1600" b="0" kern="1200" dirty="0" smtClean="0">
                <a:solidFill>
                  <a:srgbClr val="53565A"/>
                </a:solidFill>
                <a:latin typeface="+mn-lt"/>
                <a:ea typeface="+mn-ea"/>
                <a:cs typeface="+mn-cs"/>
              </a:defRPr>
            </a:lvl2pPr>
            <a:lvl3pPr marL="2794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dirty="0" smtClean="0">
                <a:solidFill>
                  <a:srgbClr val="53565A"/>
                </a:solidFill>
                <a:latin typeface="+mn-lt"/>
                <a:ea typeface="+mn-ea"/>
                <a:cs typeface="+mn-cs"/>
              </a:defRPr>
            </a:lvl3pPr>
            <a:lvl4pPr marL="4318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baseline="0" dirty="0" smtClean="0">
                <a:solidFill>
                  <a:srgbClr val="53565A"/>
                </a:solidFill>
                <a:latin typeface="+mn-lt"/>
                <a:ea typeface="+mn-ea"/>
                <a:cs typeface="+mn-cs"/>
              </a:defRPr>
            </a:lvl4pPr>
            <a:lvl5pPr marL="584200" indent="-127000" algn="l" defTabSz="1064657" rtl="0" eaLnBrk="1" latinLnBrk="0" hangingPunct="1">
              <a:spcBef>
                <a:spcPts val="0"/>
              </a:spcBef>
              <a:spcAft>
                <a:spcPts val="1000"/>
              </a:spcAft>
              <a:buClrTx/>
              <a:buSzPct val="100000"/>
              <a:buFont typeface="Arial" panose="020B0604020202020204" pitchFamily="34" charset="0"/>
              <a:buChar char="−"/>
              <a:tabLst/>
              <a:defRPr lang="en-US" sz="1600" kern="1200" baseline="0" dirty="0" smtClean="0">
                <a:solidFill>
                  <a:srgbClr val="53565A"/>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285750" indent="-285750">
              <a:buFont typeface="Arial" panose="020B0604020202020204" pitchFamily="34" charset="0"/>
              <a:buChar char="•"/>
              <a:defRPr/>
            </a:pPr>
            <a:r>
              <a:rPr lang="en-US" sz="1800" dirty="0">
                <a:solidFill>
                  <a:schemeClr val="tx1"/>
                </a:solidFill>
              </a:rPr>
              <a:t>Supports limited unattended Automation</a:t>
            </a:r>
          </a:p>
          <a:p>
            <a:pPr marL="285750" indent="-285750">
              <a:buFont typeface="Arial" panose="020B0604020202020204" pitchFamily="34" charset="0"/>
              <a:buChar char="•"/>
              <a:defRPr/>
            </a:pPr>
            <a:r>
              <a:rPr lang="en-US" sz="1800" dirty="0">
                <a:solidFill>
                  <a:schemeClr val="tx1"/>
                </a:solidFill>
              </a:rPr>
              <a:t>Efforts required to customize existing test scripts is higher compared to </a:t>
            </a:r>
            <a:r>
              <a:rPr lang="en-US" sz="1800" dirty="0" err="1">
                <a:solidFill>
                  <a:schemeClr val="tx1"/>
                </a:solidFill>
              </a:rPr>
              <a:t>UiPath</a:t>
            </a:r>
            <a:endParaRPr lang="en-US" sz="1800" dirty="0">
              <a:solidFill>
                <a:schemeClr val="tx1"/>
              </a:solidFill>
            </a:endParaRPr>
          </a:p>
          <a:p>
            <a:pPr marL="285750" indent="-285750">
              <a:buFont typeface="Arial" panose="020B0604020202020204" pitchFamily="34" charset="0"/>
              <a:buChar char="•"/>
              <a:defRPr/>
            </a:pPr>
            <a:r>
              <a:rPr lang="en-US" sz="1800" dirty="0">
                <a:solidFill>
                  <a:schemeClr val="tx1"/>
                </a:solidFill>
              </a:rPr>
              <a:t>Requires competency in JAVA to develop new test scripts either external or internal to HGV</a:t>
            </a:r>
          </a:p>
          <a:p>
            <a:pPr marL="285750" indent="-285750">
              <a:buFont typeface="Arial" panose="020B0604020202020204" pitchFamily="34" charset="0"/>
              <a:buChar char="•"/>
              <a:defRPr/>
            </a:pPr>
            <a:r>
              <a:rPr lang="en-US" sz="1800" dirty="0">
                <a:solidFill>
                  <a:schemeClr val="tx1"/>
                </a:solidFill>
              </a:rPr>
              <a:t>Being Open source product, dedicated support is not available as a result future releases can have bugs and new features which will require learning of the new toolset.</a:t>
            </a:r>
          </a:p>
          <a:p>
            <a:pPr marL="285750" lvl="0" indent="-285750">
              <a:buFont typeface="Arial" panose="020B0604020202020204" pitchFamily="34" charset="0"/>
              <a:buChar char="•"/>
              <a:defRPr/>
            </a:pPr>
            <a:endParaRPr kumimoji="0" lang="en-US" sz="1800" b="0" i="0" u="none" strike="noStrike" kern="1200" cap="none" spc="0" normalizeH="0" baseline="0" noProof="0" dirty="0">
              <a:ln>
                <a:noFill/>
              </a:ln>
              <a:solidFill>
                <a:schemeClr val="tx1"/>
              </a:solidFill>
              <a:effectLst/>
              <a:uLnTx/>
              <a:uFillTx/>
              <a:latin typeface="Arial" panose="020B0604020202020204"/>
              <a:ea typeface="+mn-ea"/>
              <a:cs typeface="+mn-cs"/>
            </a:endParaRPr>
          </a:p>
        </p:txBody>
      </p:sp>
    </p:spTree>
    <p:extLst>
      <p:ext uri="{BB962C8B-B14F-4D97-AF65-F5344CB8AC3E}">
        <p14:creationId xmlns:p14="http://schemas.microsoft.com/office/powerpoint/2010/main" val="4889698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695A5906-F1F6-4D43-89A4-89D9F91830D4}"/>
              </a:ext>
            </a:extLst>
          </p:cNvPr>
          <p:cNvSpPr txBox="1">
            <a:spLocks/>
          </p:cNvSpPr>
          <p:nvPr/>
        </p:nvSpPr>
        <p:spPr>
          <a:xfrm>
            <a:off x="469900" y="247489"/>
            <a:ext cx="11252200" cy="334102"/>
          </a:xfrm>
        </p:spPr>
        <p:txBody>
          <a:bodyPr>
            <a:noAutofit/>
          </a:bodyPr>
          <a:lstStyle>
            <a:lvl1pPr algn="l" defTabSz="1214962" rtl="0" eaLnBrk="1" latinLnBrk="0" hangingPunct="1">
              <a:lnSpc>
                <a:spcPct val="100000"/>
              </a:lnSpc>
              <a:spcBef>
                <a:spcPct val="0"/>
              </a:spcBef>
              <a:buNone/>
              <a:defRPr lang="en-US" sz="3208" b="0" kern="1200" dirty="0">
                <a:solidFill>
                  <a:schemeClr val="tx1"/>
                </a:solidFill>
                <a:latin typeface="+mj-lt"/>
                <a:ea typeface="+mj-ea"/>
                <a:cs typeface="Arial" panose="020B0604020202020204" pitchFamily="34" charset="0"/>
              </a:defRPr>
            </a:lvl1pPr>
          </a:lstStyle>
          <a:p>
            <a:pPr marL="0" marR="0" lvl="0" indent="0" algn="l" defTabSz="1214962"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ea typeface="+mj-ea"/>
                <a:cs typeface="Arial" panose="020B0604020202020204" pitchFamily="34" charset="0"/>
              </a:rPr>
              <a:t>Exit Criteria</a:t>
            </a:r>
          </a:p>
        </p:txBody>
      </p:sp>
      <p:sp>
        <p:nvSpPr>
          <p:cNvPr id="7" name="TextBox 6">
            <a:extLst>
              <a:ext uri="{FF2B5EF4-FFF2-40B4-BE49-F238E27FC236}">
                <a16:creationId xmlns:a16="http://schemas.microsoft.com/office/drawing/2014/main" id="{0BE76089-E8D9-4129-B427-0EA767331161}"/>
              </a:ext>
            </a:extLst>
          </p:cNvPr>
          <p:cNvSpPr txBox="1"/>
          <p:nvPr/>
        </p:nvSpPr>
        <p:spPr>
          <a:xfrm>
            <a:off x="449636" y="3088525"/>
            <a:ext cx="7901265" cy="307777"/>
          </a:xfrm>
          <a:prstGeom prst="rect">
            <a:avLst/>
          </a:prstGeom>
          <a:noFill/>
        </p:spPr>
        <p:txBody>
          <a:bodyPr wrap="square" rtlCol="0">
            <a:spAutoFit/>
          </a:bodyPr>
          <a:lstStyle/>
          <a:p>
            <a:pPr marL="171450" indent="-171450">
              <a:buFont typeface="Arial" panose="020B0604020202020204" pitchFamily="34" charset="0"/>
              <a:buChar char="•"/>
            </a:pPr>
            <a:r>
              <a:rPr lang="en-US" sz="1400" b="1" dirty="0"/>
              <a:t>Exceptions to any of the above must be signed off by Leadership/PMO</a:t>
            </a:r>
            <a:endParaRPr lang="en-US" sz="1050" b="1" dirty="0"/>
          </a:p>
        </p:txBody>
      </p:sp>
      <p:sp>
        <p:nvSpPr>
          <p:cNvPr id="5" name="Text Placeholder 8">
            <a:extLst>
              <a:ext uri="{FF2B5EF4-FFF2-40B4-BE49-F238E27FC236}">
                <a16:creationId xmlns:a16="http://schemas.microsoft.com/office/drawing/2014/main" id="{0FB59EC6-2594-48DE-8E3D-9B4B929EC603}"/>
              </a:ext>
            </a:extLst>
          </p:cNvPr>
          <p:cNvSpPr txBox="1">
            <a:spLocks/>
          </p:cNvSpPr>
          <p:nvPr/>
        </p:nvSpPr>
        <p:spPr>
          <a:xfrm>
            <a:off x="546755" y="1159498"/>
            <a:ext cx="11107882" cy="1445390"/>
          </a:xfrm>
          <a:prstGeom prst="rect">
            <a:avLst/>
          </a:prstGeom>
        </p:spPr>
        <p:txBody>
          <a:bodyPr vert="horz" lIns="0" tIns="0" rIns="0" bIns="0" rtlCol="0">
            <a:noAutofit/>
          </a:bodyPr>
          <a:lstStyle>
            <a:lvl1pPr marL="0" indent="0" algn="l" defTabSz="1219170" rtl="0" eaLnBrk="1" latinLnBrk="0" hangingPunct="1">
              <a:spcBef>
                <a:spcPts val="0"/>
              </a:spcBef>
              <a:spcAft>
                <a:spcPts val="1000"/>
              </a:spcAft>
              <a:buSzPct val="100000"/>
              <a:buFontTx/>
              <a:buNone/>
              <a:defRPr sz="1400" b="0" kern="1200">
                <a:solidFill>
                  <a:srgbClr val="53565A"/>
                </a:solidFill>
                <a:latin typeface="+mn-lt"/>
                <a:ea typeface="+mn-ea"/>
                <a:cs typeface="+mn-cs"/>
              </a:defRPr>
            </a:lvl1pPr>
            <a:lvl2pPr marL="127000" indent="-127000" algn="l" defTabSz="1219170" rtl="0" eaLnBrk="1" latinLnBrk="0" hangingPunct="1">
              <a:spcBef>
                <a:spcPts val="0"/>
              </a:spcBef>
              <a:spcAft>
                <a:spcPts val="1000"/>
              </a:spcAft>
              <a:buClrTx/>
              <a:buSzPct val="100000"/>
              <a:buFont typeface="Arial" panose="020B0604020202020204" pitchFamily="34" charset="0"/>
              <a:buChar char="•"/>
              <a:defRPr lang="en-US" sz="1600" b="0" kern="1200" dirty="0" smtClean="0">
                <a:solidFill>
                  <a:srgbClr val="53565A"/>
                </a:solidFill>
                <a:latin typeface="+mn-lt"/>
                <a:ea typeface="+mn-ea"/>
                <a:cs typeface="+mn-cs"/>
              </a:defRPr>
            </a:lvl2pPr>
            <a:lvl3pPr marL="2794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dirty="0" smtClean="0">
                <a:solidFill>
                  <a:srgbClr val="53565A"/>
                </a:solidFill>
                <a:latin typeface="+mn-lt"/>
                <a:ea typeface="+mn-ea"/>
                <a:cs typeface="+mn-cs"/>
              </a:defRPr>
            </a:lvl3pPr>
            <a:lvl4pPr marL="4318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baseline="0" dirty="0" smtClean="0">
                <a:solidFill>
                  <a:srgbClr val="53565A"/>
                </a:solidFill>
                <a:latin typeface="+mn-lt"/>
                <a:ea typeface="+mn-ea"/>
                <a:cs typeface="+mn-cs"/>
              </a:defRPr>
            </a:lvl4pPr>
            <a:lvl5pPr marL="584200" indent="-127000" algn="l" defTabSz="1064657" rtl="0" eaLnBrk="1" latinLnBrk="0" hangingPunct="1">
              <a:spcBef>
                <a:spcPts val="0"/>
              </a:spcBef>
              <a:spcAft>
                <a:spcPts val="1000"/>
              </a:spcAft>
              <a:buClrTx/>
              <a:buSzPct val="100000"/>
              <a:buFont typeface="Arial" panose="020B0604020202020204" pitchFamily="34" charset="0"/>
              <a:buChar char="−"/>
              <a:tabLst/>
              <a:defRPr lang="en-US" sz="1600" kern="1200" baseline="0" dirty="0" smtClean="0">
                <a:solidFill>
                  <a:srgbClr val="53565A"/>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285750" marR="0" lvl="0" indent="-285750" algn="l" defTabSz="1219170" rtl="0" eaLnBrk="1" fontAlgn="auto" latinLnBrk="0" hangingPunct="1">
              <a:lnSpc>
                <a:spcPct val="100000"/>
              </a:lnSpc>
              <a:spcBef>
                <a:spcPts val="0"/>
              </a:spcBef>
              <a:spcAft>
                <a:spcPts val="1000"/>
              </a:spcAft>
              <a:buClrTx/>
              <a:buSzPct val="100000"/>
              <a:buFont typeface="Wingdings" panose="05000000000000000000" pitchFamily="2" charset="2"/>
              <a:buChar char="ü"/>
              <a:tabLst/>
              <a:defRPr/>
            </a:pPr>
            <a:r>
              <a:rPr kumimoji="0" lang="en-US" sz="1800" b="0" i="0" u="none" strike="noStrike" kern="1200" cap="none" spc="0" normalizeH="0" baseline="0" noProof="0" dirty="0">
                <a:ln>
                  <a:noFill/>
                </a:ln>
                <a:solidFill>
                  <a:schemeClr val="tx1"/>
                </a:solidFill>
                <a:effectLst/>
                <a:uLnTx/>
                <a:uFillTx/>
                <a:latin typeface="Calibri"/>
                <a:ea typeface="+mn-ea"/>
                <a:cs typeface="+mn-cs"/>
              </a:rPr>
              <a:t>All available integration with Boundary systems tested</a:t>
            </a:r>
          </a:p>
          <a:p>
            <a:pPr marL="285750" marR="0" lvl="0" indent="-285750" algn="l" defTabSz="1219170" rtl="0" eaLnBrk="1" fontAlgn="auto" latinLnBrk="0" hangingPunct="1">
              <a:lnSpc>
                <a:spcPct val="100000"/>
              </a:lnSpc>
              <a:spcBef>
                <a:spcPts val="0"/>
              </a:spcBef>
              <a:spcAft>
                <a:spcPts val="1000"/>
              </a:spcAft>
              <a:buClrTx/>
              <a:buSzPct val="100000"/>
              <a:buFont typeface="Wingdings" panose="05000000000000000000" pitchFamily="2" charset="2"/>
              <a:buChar char="ü"/>
              <a:tabLst/>
              <a:defRPr/>
            </a:pPr>
            <a:r>
              <a:rPr kumimoji="0" lang="en-US" sz="1800" b="0" i="0" u="none" strike="noStrike" kern="1200" cap="none" spc="0" normalizeH="0" baseline="0" noProof="0" dirty="0">
                <a:ln>
                  <a:noFill/>
                </a:ln>
                <a:solidFill>
                  <a:schemeClr val="tx1"/>
                </a:solidFill>
                <a:effectLst/>
                <a:uLnTx/>
                <a:uFillTx/>
                <a:latin typeface="Calibri"/>
                <a:ea typeface="+mn-ea"/>
                <a:cs typeface="+mn-cs"/>
              </a:rPr>
              <a:t>90% pass rate for executed automated test scripts</a:t>
            </a:r>
          </a:p>
          <a:p>
            <a:pPr marL="285750" marR="0" lvl="0" indent="-285750" algn="l" defTabSz="1219170" rtl="0" eaLnBrk="1" fontAlgn="auto" latinLnBrk="0" hangingPunct="1">
              <a:lnSpc>
                <a:spcPct val="100000"/>
              </a:lnSpc>
              <a:spcBef>
                <a:spcPts val="0"/>
              </a:spcBef>
              <a:spcAft>
                <a:spcPts val="1000"/>
              </a:spcAft>
              <a:buClrTx/>
              <a:buSzPct val="100000"/>
              <a:buFont typeface="Wingdings" panose="05000000000000000000" pitchFamily="2" charset="2"/>
              <a:buChar char="ü"/>
              <a:tabLst/>
              <a:defRPr/>
            </a:pPr>
            <a:r>
              <a:rPr kumimoji="0" lang="en-US" sz="1800" b="0" i="0" u="none" strike="noStrike" kern="1200" cap="none" spc="0" normalizeH="0" baseline="0" noProof="0" dirty="0">
                <a:ln>
                  <a:noFill/>
                </a:ln>
                <a:solidFill>
                  <a:schemeClr val="tx1"/>
                </a:solidFill>
                <a:effectLst/>
                <a:uLnTx/>
                <a:uFillTx/>
                <a:latin typeface="Calibri"/>
                <a:ea typeface="+mn-ea"/>
                <a:cs typeface="+mn-cs"/>
              </a:rPr>
              <a:t>End to End transaction testing is successful that includes integrations</a:t>
            </a:r>
          </a:p>
          <a:p>
            <a:pPr marL="285750" indent="-285750">
              <a:buFont typeface="Wingdings" panose="05000000000000000000" pitchFamily="2" charset="2"/>
              <a:buChar char="ü"/>
              <a:defRPr/>
            </a:pPr>
            <a:r>
              <a:rPr lang="en-US" sz="1800" dirty="0">
                <a:solidFill>
                  <a:schemeClr val="tx1"/>
                </a:solidFill>
              </a:rPr>
              <a:t>Automation bot test execution outcomes and associated impacts are shared with client stakeholders for review and final approval</a:t>
            </a:r>
            <a:endParaRPr kumimoji="0" lang="en-US" sz="1800" b="0" i="0" u="none" strike="noStrike" kern="1200" cap="none" spc="0" normalizeH="0" baseline="0" noProof="0" dirty="0">
              <a:ln>
                <a:noFill/>
              </a:ln>
              <a:solidFill>
                <a:schemeClr val="tx1"/>
              </a:solidFill>
              <a:effectLst/>
              <a:uLnTx/>
              <a:uFillTx/>
              <a:latin typeface="Arial" panose="020B0604020202020204"/>
            </a:endParaRPr>
          </a:p>
        </p:txBody>
      </p:sp>
    </p:spTree>
    <p:extLst>
      <p:ext uri="{BB962C8B-B14F-4D97-AF65-F5344CB8AC3E}">
        <p14:creationId xmlns:p14="http://schemas.microsoft.com/office/powerpoint/2010/main" val="25752525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695A5906-F1F6-4D43-89A4-89D9F91830D4}"/>
              </a:ext>
            </a:extLst>
          </p:cNvPr>
          <p:cNvSpPr txBox="1">
            <a:spLocks/>
          </p:cNvSpPr>
          <p:nvPr/>
        </p:nvSpPr>
        <p:spPr>
          <a:xfrm>
            <a:off x="469900" y="247489"/>
            <a:ext cx="11252200" cy="334102"/>
          </a:xfrm>
        </p:spPr>
        <p:txBody>
          <a:bodyPr>
            <a:noAutofit/>
          </a:bodyPr>
          <a:lstStyle>
            <a:lvl1pPr algn="l" defTabSz="1214962" rtl="0" eaLnBrk="1" latinLnBrk="0" hangingPunct="1">
              <a:lnSpc>
                <a:spcPct val="100000"/>
              </a:lnSpc>
              <a:spcBef>
                <a:spcPct val="0"/>
              </a:spcBef>
              <a:buNone/>
              <a:defRPr lang="en-US" sz="3208" b="0" kern="1200" dirty="0">
                <a:solidFill>
                  <a:schemeClr val="tx1"/>
                </a:solidFill>
                <a:latin typeface="+mj-lt"/>
                <a:ea typeface="+mj-ea"/>
                <a:cs typeface="Arial" panose="020B0604020202020204" pitchFamily="34" charset="0"/>
              </a:defRPr>
            </a:lvl1pPr>
          </a:lstStyle>
          <a:p>
            <a:pPr marL="0" marR="0" lvl="0" indent="0" algn="l" defTabSz="1214962"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ea typeface="+mj-ea"/>
                <a:cs typeface="Arial" panose="020B0604020202020204" pitchFamily="34" charset="0"/>
              </a:rPr>
              <a:t>Assumptions</a:t>
            </a:r>
          </a:p>
        </p:txBody>
      </p:sp>
      <p:sp>
        <p:nvSpPr>
          <p:cNvPr id="4" name="Text Placeholder 8">
            <a:extLst>
              <a:ext uri="{FF2B5EF4-FFF2-40B4-BE49-F238E27FC236}">
                <a16:creationId xmlns:a16="http://schemas.microsoft.com/office/drawing/2014/main" id="{342C7156-FA6A-492E-A7B1-FD02CED77778}"/>
              </a:ext>
            </a:extLst>
          </p:cNvPr>
          <p:cNvSpPr txBox="1">
            <a:spLocks/>
          </p:cNvSpPr>
          <p:nvPr/>
        </p:nvSpPr>
        <p:spPr>
          <a:xfrm>
            <a:off x="498181" y="1074655"/>
            <a:ext cx="11107882" cy="3888913"/>
          </a:xfrm>
          <a:prstGeom prst="rect">
            <a:avLst/>
          </a:prstGeom>
        </p:spPr>
        <p:txBody>
          <a:bodyPr vert="horz" lIns="0" tIns="0" rIns="0" bIns="0" rtlCol="0">
            <a:noAutofit/>
          </a:bodyPr>
          <a:lstStyle>
            <a:lvl1pPr marL="0" indent="0" algn="l" defTabSz="1219170" rtl="0" eaLnBrk="1" latinLnBrk="0" hangingPunct="1">
              <a:spcBef>
                <a:spcPts val="0"/>
              </a:spcBef>
              <a:spcAft>
                <a:spcPts val="1000"/>
              </a:spcAft>
              <a:buSzPct val="100000"/>
              <a:buFontTx/>
              <a:buNone/>
              <a:defRPr sz="1400" b="0" kern="1200">
                <a:solidFill>
                  <a:srgbClr val="53565A"/>
                </a:solidFill>
                <a:latin typeface="+mn-lt"/>
                <a:ea typeface="+mn-ea"/>
                <a:cs typeface="+mn-cs"/>
              </a:defRPr>
            </a:lvl1pPr>
            <a:lvl2pPr marL="127000" indent="-127000" algn="l" defTabSz="1219170" rtl="0" eaLnBrk="1" latinLnBrk="0" hangingPunct="1">
              <a:spcBef>
                <a:spcPts val="0"/>
              </a:spcBef>
              <a:spcAft>
                <a:spcPts val="1000"/>
              </a:spcAft>
              <a:buClrTx/>
              <a:buSzPct val="100000"/>
              <a:buFont typeface="Arial" panose="020B0604020202020204" pitchFamily="34" charset="0"/>
              <a:buChar char="•"/>
              <a:defRPr lang="en-US" sz="1600" b="0" kern="1200" dirty="0" smtClean="0">
                <a:solidFill>
                  <a:srgbClr val="53565A"/>
                </a:solidFill>
                <a:latin typeface="+mn-lt"/>
                <a:ea typeface="+mn-ea"/>
                <a:cs typeface="+mn-cs"/>
              </a:defRPr>
            </a:lvl2pPr>
            <a:lvl3pPr marL="2794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dirty="0" smtClean="0">
                <a:solidFill>
                  <a:srgbClr val="53565A"/>
                </a:solidFill>
                <a:latin typeface="+mn-lt"/>
                <a:ea typeface="+mn-ea"/>
                <a:cs typeface="+mn-cs"/>
              </a:defRPr>
            </a:lvl3pPr>
            <a:lvl4pPr marL="4318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baseline="0" dirty="0" smtClean="0">
                <a:solidFill>
                  <a:srgbClr val="53565A"/>
                </a:solidFill>
                <a:latin typeface="+mn-lt"/>
                <a:ea typeface="+mn-ea"/>
                <a:cs typeface="+mn-cs"/>
              </a:defRPr>
            </a:lvl4pPr>
            <a:lvl5pPr marL="584200" indent="-127000" algn="l" defTabSz="1064657" rtl="0" eaLnBrk="1" latinLnBrk="0" hangingPunct="1">
              <a:spcBef>
                <a:spcPts val="0"/>
              </a:spcBef>
              <a:spcAft>
                <a:spcPts val="1000"/>
              </a:spcAft>
              <a:buClrTx/>
              <a:buSzPct val="100000"/>
              <a:buFont typeface="Arial" panose="020B0604020202020204" pitchFamily="34" charset="0"/>
              <a:buChar char="−"/>
              <a:tabLst/>
              <a:defRPr lang="en-US" sz="1600" kern="1200" baseline="0" dirty="0" smtClean="0">
                <a:solidFill>
                  <a:srgbClr val="53565A"/>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285750" marR="0" lvl="0" indent="-285750" algn="l" defTabSz="1219170" rtl="0" eaLnBrk="1" fontAlgn="auto" latinLnBrk="0" hangingPunct="1">
              <a:lnSpc>
                <a:spcPct val="100000"/>
              </a:lnSpc>
              <a:spcBef>
                <a:spcPts val="0"/>
              </a:spcBef>
              <a:spcAft>
                <a:spcPts val="1000"/>
              </a:spcAft>
              <a:buClrTx/>
              <a:buSzPct val="100000"/>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Calibri"/>
                <a:ea typeface="+mn-ea"/>
                <a:cs typeface="+mn-cs"/>
              </a:rPr>
              <a:t>Deloitte AMS team and Automation team review patch/release upgrade documents, assesses impacted modules and processes</a:t>
            </a:r>
          </a:p>
          <a:p>
            <a:pPr marL="285750" marR="0" lvl="0" indent="-285750" algn="l" defTabSz="1219170" rtl="0" eaLnBrk="1" fontAlgn="auto" latinLnBrk="0" hangingPunct="1">
              <a:lnSpc>
                <a:spcPct val="100000"/>
              </a:lnSpc>
              <a:spcBef>
                <a:spcPts val="0"/>
              </a:spcBef>
              <a:spcAft>
                <a:spcPts val="1000"/>
              </a:spcAft>
              <a:buClrTx/>
              <a:buSzPct val="100000"/>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Calibri"/>
                <a:ea typeface="+mn-ea"/>
                <a:cs typeface="+mn-cs"/>
              </a:rPr>
              <a:t>Deloitte Automation team support shares automation execution plan for the impacted scripts with client’s IT/Business leads</a:t>
            </a:r>
          </a:p>
          <a:p>
            <a:pPr marL="285750" marR="0" lvl="0" indent="-285750" algn="l" defTabSz="1219170" rtl="0" eaLnBrk="1" fontAlgn="auto" latinLnBrk="0" hangingPunct="1">
              <a:lnSpc>
                <a:spcPct val="100000"/>
              </a:lnSpc>
              <a:spcBef>
                <a:spcPts val="0"/>
              </a:spcBef>
              <a:spcAft>
                <a:spcPts val="1000"/>
              </a:spcAft>
              <a:buClrTx/>
              <a:buSzPct val="100000"/>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Calibri"/>
                <a:ea typeface="+mn-ea"/>
                <a:cs typeface="+mn-cs"/>
              </a:rPr>
              <a:t>Plan is reviewed, modified as applicable and approved by client</a:t>
            </a:r>
          </a:p>
          <a:p>
            <a:pPr marL="285750" marR="0" lvl="0" indent="-285750" algn="l" defTabSz="1219170" rtl="0" eaLnBrk="1" fontAlgn="auto" latinLnBrk="0" hangingPunct="1">
              <a:lnSpc>
                <a:spcPct val="100000"/>
              </a:lnSpc>
              <a:spcBef>
                <a:spcPts val="0"/>
              </a:spcBef>
              <a:spcAft>
                <a:spcPts val="1000"/>
              </a:spcAft>
              <a:buClrTx/>
              <a:buSzPct val="100000"/>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Calibri"/>
                <a:ea typeface="+mn-ea"/>
                <a:cs typeface="+mn-cs"/>
              </a:rPr>
              <a:t>Post approval from client, Automation bots  will execute testing scripts in patched/ upgraded testing environments as per plan</a:t>
            </a:r>
          </a:p>
          <a:p>
            <a:pPr marL="285750" marR="0" lvl="0" indent="-285750" algn="l" defTabSz="1219170" rtl="0" eaLnBrk="1" fontAlgn="auto" latinLnBrk="0" hangingPunct="1">
              <a:lnSpc>
                <a:spcPct val="100000"/>
              </a:lnSpc>
              <a:spcBef>
                <a:spcPts val="0"/>
              </a:spcBef>
              <a:spcAft>
                <a:spcPts val="1000"/>
              </a:spcAft>
              <a:buClrTx/>
              <a:buSzPct val="100000"/>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Calibri"/>
                <a:ea typeface="+mn-ea"/>
                <a:cs typeface="+mn-cs"/>
              </a:rPr>
              <a:t>Post analysis, any changes required to existing configurations are performed and testing is re-executed</a:t>
            </a:r>
          </a:p>
          <a:p>
            <a:pPr marL="285750" marR="0" lvl="0" indent="-285750" algn="l" defTabSz="1219170" rtl="0" eaLnBrk="1" fontAlgn="auto" latinLnBrk="0" hangingPunct="1">
              <a:lnSpc>
                <a:spcPct val="100000"/>
              </a:lnSpc>
              <a:spcBef>
                <a:spcPts val="0"/>
              </a:spcBef>
              <a:spcAft>
                <a:spcPts val="1000"/>
              </a:spcAft>
              <a:buClrTx/>
              <a:buSzPct val="100000"/>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Calibri"/>
                <a:ea typeface="+mn-ea"/>
                <a:cs typeface="+mn-cs"/>
              </a:rPr>
              <a:t>For scripts that require enhancements as a result of UX/Patch impact are updated by automation support team within specified script scope </a:t>
            </a:r>
          </a:p>
          <a:p>
            <a:pPr marL="285750" marR="0" lvl="0" indent="-285750" algn="l" defTabSz="1219170" rtl="0" eaLnBrk="1" fontAlgn="auto" latinLnBrk="0" hangingPunct="1">
              <a:lnSpc>
                <a:spcPct val="100000"/>
              </a:lnSpc>
              <a:spcBef>
                <a:spcPts val="0"/>
              </a:spcBef>
              <a:spcAft>
                <a:spcPts val="1000"/>
              </a:spcAft>
              <a:buClrTx/>
              <a:buSzPct val="100000"/>
              <a:buFont typeface="Arial" panose="020B0604020202020204" pitchFamily="34" charset="0"/>
              <a:buChar char="•"/>
              <a:tabLst/>
              <a:defRPr/>
            </a:pPr>
            <a:r>
              <a:rPr kumimoji="0" lang="en-US" sz="1600" b="0" i="0" u="none" strike="noStrike" kern="1200" cap="none" spc="0" normalizeH="0" baseline="0" noProof="0" dirty="0">
                <a:ln>
                  <a:noFill/>
                </a:ln>
                <a:solidFill>
                  <a:schemeClr val="tx1"/>
                </a:solidFill>
                <a:effectLst/>
                <a:uLnTx/>
                <a:uFillTx/>
                <a:latin typeface="Calibri"/>
                <a:ea typeface="+mn-ea"/>
                <a:cs typeface="+mn-cs"/>
              </a:rPr>
              <a:t>Scripts fine tuned and enhanced are approved by client and tested in the patched / upgraded testing environments</a:t>
            </a:r>
          </a:p>
          <a:p>
            <a:pPr marL="285750" lvl="0" indent="-285750">
              <a:buFont typeface="Arial" panose="020B0604020202020204" pitchFamily="34" charset="0"/>
              <a:buChar char="•"/>
              <a:defRPr/>
            </a:pPr>
            <a:r>
              <a:rPr lang="en-US" sz="1600" dirty="0">
                <a:solidFill>
                  <a:schemeClr val="tx1"/>
                </a:solidFill>
              </a:rPr>
              <a:t>Automation team will not be testing changes applied to security roles and duties</a:t>
            </a:r>
          </a:p>
          <a:p>
            <a:pPr marL="285750" lvl="0" indent="-285750">
              <a:buFont typeface="Arial" panose="020B0604020202020204" pitchFamily="34" charset="0"/>
              <a:buChar char="•"/>
              <a:defRPr/>
            </a:pPr>
            <a:r>
              <a:rPr kumimoji="0" lang="en-US" sz="1600" b="0" i="0" u="none" strike="noStrike" kern="1200" cap="none" spc="0" normalizeH="0" baseline="0" noProof="0" dirty="0">
                <a:ln>
                  <a:noFill/>
                </a:ln>
                <a:solidFill>
                  <a:schemeClr val="tx1"/>
                </a:solidFill>
                <a:effectLst/>
                <a:uLnTx/>
                <a:uFillTx/>
                <a:latin typeface="Calibri"/>
                <a:ea typeface="+mn-ea"/>
                <a:cs typeface="+mn-cs"/>
              </a:rPr>
              <a:t>990 hour</a:t>
            </a:r>
            <a:r>
              <a:rPr lang="en-US" sz="1600" dirty="0">
                <a:solidFill>
                  <a:schemeClr val="tx1"/>
                </a:solidFill>
                <a:latin typeface="Calibri"/>
              </a:rPr>
              <a:t>s for each release upgrade is split across execution of bots and creation/updating of ~70 scripts for </a:t>
            </a:r>
            <a:r>
              <a:rPr lang="en-US" sz="1600" dirty="0" err="1">
                <a:solidFill>
                  <a:schemeClr val="tx1"/>
                </a:solidFill>
                <a:latin typeface="Calibri"/>
              </a:rPr>
              <a:t>UiPath</a:t>
            </a:r>
            <a:r>
              <a:rPr lang="en-US" sz="1600" dirty="0">
                <a:solidFill>
                  <a:schemeClr val="tx1"/>
                </a:solidFill>
                <a:latin typeface="Calibri"/>
              </a:rPr>
              <a:t> and ~35 scripts for Selenium. The hours for each of the release upgrade will </a:t>
            </a:r>
            <a:r>
              <a:rPr lang="en-US" sz="1600" b="1" dirty="0">
                <a:solidFill>
                  <a:schemeClr val="tx1"/>
                </a:solidFill>
                <a:latin typeface="Calibri"/>
              </a:rPr>
              <a:t>not</a:t>
            </a:r>
            <a:r>
              <a:rPr lang="en-US" sz="1600" dirty="0">
                <a:solidFill>
                  <a:schemeClr val="tx1"/>
                </a:solidFill>
                <a:latin typeface="Calibri"/>
              </a:rPr>
              <a:t> carry forward to the next quarter release for an year. </a:t>
            </a:r>
          </a:p>
          <a:p>
            <a:pPr marL="285750" lvl="0" indent="-285750">
              <a:buFont typeface="Arial" panose="020B0604020202020204" pitchFamily="34" charset="0"/>
              <a:buChar char="•"/>
              <a:defRPr/>
            </a:pPr>
            <a:r>
              <a:rPr lang="en-US" sz="1600" dirty="0">
                <a:solidFill>
                  <a:schemeClr val="tx1"/>
                </a:solidFill>
                <a:latin typeface="Calibri"/>
              </a:rPr>
              <a:t>Additional scripts over and above 70 for </a:t>
            </a:r>
            <a:r>
              <a:rPr lang="en-US" sz="1600" dirty="0" err="1">
                <a:solidFill>
                  <a:schemeClr val="tx1"/>
                </a:solidFill>
                <a:latin typeface="Calibri"/>
              </a:rPr>
              <a:t>UiPath</a:t>
            </a:r>
            <a:r>
              <a:rPr lang="en-US" sz="1600" dirty="0">
                <a:solidFill>
                  <a:schemeClr val="tx1"/>
                </a:solidFill>
                <a:latin typeface="Calibri"/>
              </a:rPr>
              <a:t> and 35 for Selenium Jenkins will be charged as part of separate change order</a:t>
            </a:r>
          </a:p>
          <a:p>
            <a:pPr marL="285750" indent="-285750">
              <a:buFont typeface="Arial" panose="020B0604020202020204" pitchFamily="34" charset="0"/>
              <a:buChar char="•"/>
              <a:defRPr/>
            </a:pPr>
            <a:r>
              <a:rPr lang="en-US" sz="1600" dirty="0">
                <a:solidFill>
                  <a:schemeClr val="tx1"/>
                </a:solidFill>
              </a:rPr>
              <a:t>New Scripts will be analyzed in current Release and will be delivered in Release +1</a:t>
            </a:r>
          </a:p>
          <a:p>
            <a:pPr marL="285750" lvl="0" indent="-285750">
              <a:buFont typeface="Arial" panose="020B0604020202020204" pitchFamily="34" charset="0"/>
              <a:buChar char="•"/>
              <a:defRPr/>
            </a:pPr>
            <a:endParaRPr kumimoji="0" lang="en-US" sz="1600" b="0" i="0" u="none" strike="noStrike" kern="1200" cap="none" spc="0" normalizeH="0" baseline="0" noProof="0" dirty="0">
              <a:ln>
                <a:noFill/>
              </a:ln>
              <a:solidFill>
                <a:schemeClr val="tx1"/>
              </a:solidFill>
              <a:effectLst/>
              <a:uLnTx/>
              <a:uFillTx/>
              <a:latin typeface="Calibri"/>
              <a:ea typeface="+mn-ea"/>
              <a:cs typeface="+mn-cs"/>
            </a:endParaRPr>
          </a:p>
          <a:p>
            <a:pPr marL="285750" marR="0" lvl="0" indent="-285750" algn="l" defTabSz="1219170" rtl="0" eaLnBrk="1" fontAlgn="auto" latinLnBrk="0" hangingPunct="1">
              <a:lnSpc>
                <a:spcPct val="100000"/>
              </a:lnSpc>
              <a:spcBef>
                <a:spcPts val="0"/>
              </a:spcBef>
              <a:spcAft>
                <a:spcPts val="1000"/>
              </a:spcAft>
              <a:buClrTx/>
              <a:buSzPct val="100000"/>
              <a:buFont typeface="Arial" panose="020B0604020202020204" pitchFamily="34" charset="0"/>
              <a:buChar char="•"/>
              <a:tabLst/>
              <a:defRPr/>
            </a:pPr>
            <a:endParaRPr kumimoji="0" lang="en-US" sz="1600" b="0" i="0" u="none" strike="noStrike" kern="1200" cap="none" spc="0" normalizeH="0" baseline="0" noProof="0" dirty="0">
              <a:ln>
                <a:noFill/>
              </a:ln>
              <a:solidFill>
                <a:schemeClr val="tx1"/>
              </a:solidFill>
              <a:effectLst/>
              <a:uLnTx/>
              <a:uFillTx/>
              <a:latin typeface="Arial" panose="020B0604020202020204"/>
              <a:ea typeface="+mn-ea"/>
              <a:cs typeface="+mn-cs"/>
            </a:endParaRPr>
          </a:p>
        </p:txBody>
      </p:sp>
    </p:spTree>
    <p:extLst>
      <p:ext uri="{BB962C8B-B14F-4D97-AF65-F5344CB8AC3E}">
        <p14:creationId xmlns:p14="http://schemas.microsoft.com/office/powerpoint/2010/main" val="33835351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ja-JP" dirty="0"/>
              <a:t>Appendix</a:t>
            </a:r>
            <a:endParaRPr lang="en-US" dirty="0"/>
          </a:p>
        </p:txBody>
      </p:sp>
      <p:sp>
        <p:nvSpPr>
          <p:cNvPr id="8" name="Title 1"/>
          <p:cNvSpPr txBox="1">
            <a:spLocks/>
          </p:cNvSpPr>
          <p:nvPr/>
        </p:nvSpPr>
        <p:spPr>
          <a:xfrm>
            <a:off x="698650" y="2871957"/>
            <a:ext cx="10960608" cy="753369"/>
          </a:xfrm>
          <a:prstGeom prst="rect">
            <a:avLst/>
          </a:prstGeom>
        </p:spPr>
        <p:txBody>
          <a:bodyPr/>
          <a:lstStyle>
            <a:lvl1pPr algn="l" defTabSz="914265" rtl="0" eaLnBrk="1" latinLnBrk="0" hangingPunct="1">
              <a:spcBef>
                <a:spcPct val="0"/>
              </a:spcBef>
              <a:buNone/>
              <a:defRPr sz="2000" b="1" kern="1200">
                <a:solidFill>
                  <a:srgbClr val="002060"/>
                </a:solidFill>
                <a:latin typeface="+mn-lt"/>
                <a:ea typeface="+mj-ea"/>
                <a:cs typeface="Arial"/>
              </a:defRPr>
            </a:lvl1pPr>
          </a:lstStyle>
          <a:p>
            <a:pPr algn="ctr"/>
            <a:endParaRPr lang="en-US" sz="4000" dirty="0"/>
          </a:p>
        </p:txBody>
      </p:sp>
    </p:spTree>
    <p:extLst>
      <p:ext uri="{BB962C8B-B14F-4D97-AF65-F5344CB8AC3E}">
        <p14:creationId xmlns:p14="http://schemas.microsoft.com/office/powerpoint/2010/main" val="12485750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EF58362-FC8F-4405-BCD7-68E5321FA7D3}"/>
              </a:ext>
            </a:extLst>
          </p:cNvPr>
          <p:cNvSpPr txBox="1">
            <a:spLocks/>
          </p:cNvSpPr>
          <p:nvPr/>
        </p:nvSpPr>
        <p:spPr bwMode="gray">
          <a:xfrm>
            <a:off x="286657" y="254524"/>
            <a:ext cx="11252200" cy="332352"/>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rgbClr val="005587"/>
                </a:solidFill>
                <a:latin typeface="+mj-lt"/>
                <a:ea typeface="+mj-ea"/>
                <a:cs typeface="+mj-cs"/>
              </a:defRPr>
            </a:lvl1pPr>
          </a:lstStyle>
          <a:p>
            <a:pPr marL="0" marR="0" lvl="0" indent="0" algn="l" defTabSz="1214962"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a:ln>
                  <a:noFill/>
                </a:ln>
                <a:solidFill>
                  <a:sysClr val="windowText" lastClr="000000"/>
                </a:solidFill>
                <a:effectLst/>
                <a:uLnTx/>
                <a:uFillTx/>
                <a:latin typeface="Calibri" panose="020F0502020204030204" pitchFamily="34" charset="0"/>
                <a:ea typeface="+mj-ea"/>
                <a:cs typeface="Calibri" panose="020F0502020204030204" pitchFamily="34" charset="0"/>
              </a:rPr>
              <a:t>HGV Script Automation Effort Estimation - UIPATH</a:t>
            </a:r>
          </a:p>
        </p:txBody>
      </p:sp>
      <p:graphicFrame>
        <p:nvGraphicFramePr>
          <p:cNvPr id="5" name="Table 4">
            <a:extLst>
              <a:ext uri="{FF2B5EF4-FFF2-40B4-BE49-F238E27FC236}">
                <a16:creationId xmlns:a16="http://schemas.microsoft.com/office/drawing/2014/main" id="{CED9208E-BAED-48C7-A532-33464FCBB4F6}"/>
              </a:ext>
            </a:extLst>
          </p:cNvPr>
          <p:cNvGraphicFramePr>
            <a:graphicFrameLocks noGrp="1"/>
          </p:cNvGraphicFramePr>
          <p:nvPr>
            <p:extLst>
              <p:ext uri="{D42A27DB-BD31-4B8C-83A1-F6EECF244321}">
                <p14:modId xmlns:p14="http://schemas.microsoft.com/office/powerpoint/2010/main" val="2603431185"/>
              </p:ext>
            </p:extLst>
          </p:nvPr>
        </p:nvGraphicFramePr>
        <p:xfrm>
          <a:off x="937106" y="1581208"/>
          <a:ext cx="10820397" cy="2940521"/>
        </p:xfrm>
        <a:graphic>
          <a:graphicData uri="http://schemas.openxmlformats.org/drawingml/2006/table">
            <a:tbl>
              <a:tblPr/>
              <a:tblGrid>
                <a:gridCol w="1437213">
                  <a:extLst>
                    <a:ext uri="{9D8B030D-6E8A-4147-A177-3AD203B41FA5}">
                      <a16:colId xmlns:a16="http://schemas.microsoft.com/office/drawing/2014/main" val="2538401434"/>
                    </a:ext>
                  </a:extLst>
                </a:gridCol>
                <a:gridCol w="1205938">
                  <a:extLst>
                    <a:ext uri="{9D8B030D-6E8A-4147-A177-3AD203B41FA5}">
                      <a16:colId xmlns:a16="http://schemas.microsoft.com/office/drawing/2014/main" val="3177155476"/>
                    </a:ext>
                  </a:extLst>
                </a:gridCol>
                <a:gridCol w="1668489">
                  <a:extLst>
                    <a:ext uri="{9D8B030D-6E8A-4147-A177-3AD203B41FA5}">
                      <a16:colId xmlns:a16="http://schemas.microsoft.com/office/drawing/2014/main" val="2062615732"/>
                    </a:ext>
                  </a:extLst>
                </a:gridCol>
                <a:gridCol w="528630">
                  <a:extLst>
                    <a:ext uri="{9D8B030D-6E8A-4147-A177-3AD203B41FA5}">
                      <a16:colId xmlns:a16="http://schemas.microsoft.com/office/drawing/2014/main" val="477070193"/>
                    </a:ext>
                  </a:extLst>
                </a:gridCol>
                <a:gridCol w="528630">
                  <a:extLst>
                    <a:ext uri="{9D8B030D-6E8A-4147-A177-3AD203B41FA5}">
                      <a16:colId xmlns:a16="http://schemas.microsoft.com/office/drawing/2014/main" val="875207099"/>
                    </a:ext>
                  </a:extLst>
                </a:gridCol>
                <a:gridCol w="528630">
                  <a:extLst>
                    <a:ext uri="{9D8B030D-6E8A-4147-A177-3AD203B41FA5}">
                      <a16:colId xmlns:a16="http://schemas.microsoft.com/office/drawing/2014/main" val="2567008318"/>
                    </a:ext>
                  </a:extLst>
                </a:gridCol>
                <a:gridCol w="528630">
                  <a:extLst>
                    <a:ext uri="{9D8B030D-6E8A-4147-A177-3AD203B41FA5}">
                      <a16:colId xmlns:a16="http://schemas.microsoft.com/office/drawing/2014/main" val="3730954450"/>
                    </a:ext>
                  </a:extLst>
                </a:gridCol>
                <a:gridCol w="528630">
                  <a:extLst>
                    <a:ext uri="{9D8B030D-6E8A-4147-A177-3AD203B41FA5}">
                      <a16:colId xmlns:a16="http://schemas.microsoft.com/office/drawing/2014/main" val="3517951640"/>
                    </a:ext>
                  </a:extLst>
                </a:gridCol>
                <a:gridCol w="528630">
                  <a:extLst>
                    <a:ext uri="{9D8B030D-6E8A-4147-A177-3AD203B41FA5}">
                      <a16:colId xmlns:a16="http://schemas.microsoft.com/office/drawing/2014/main" val="3980805601"/>
                    </a:ext>
                  </a:extLst>
                </a:gridCol>
                <a:gridCol w="528630">
                  <a:extLst>
                    <a:ext uri="{9D8B030D-6E8A-4147-A177-3AD203B41FA5}">
                      <a16:colId xmlns:a16="http://schemas.microsoft.com/office/drawing/2014/main" val="1963223305"/>
                    </a:ext>
                  </a:extLst>
                </a:gridCol>
                <a:gridCol w="528630">
                  <a:extLst>
                    <a:ext uri="{9D8B030D-6E8A-4147-A177-3AD203B41FA5}">
                      <a16:colId xmlns:a16="http://schemas.microsoft.com/office/drawing/2014/main" val="3647200782"/>
                    </a:ext>
                  </a:extLst>
                </a:gridCol>
                <a:gridCol w="693827">
                  <a:extLst>
                    <a:ext uri="{9D8B030D-6E8A-4147-A177-3AD203B41FA5}">
                      <a16:colId xmlns:a16="http://schemas.microsoft.com/office/drawing/2014/main" val="1232498558"/>
                    </a:ext>
                  </a:extLst>
                </a:gridCol>
                <a:gridCol w="528630">
                  <a:extLst>
                    <a:ext uri="{9D8B030D-6E8A-4147-A177-3AD203B41FA5}">
                      <a16:colId xmlns:a16="http://schemas.microsoft.com/office/drawing/2014/main" val="3147808267"/>
                    </a:ext>
                  </a:extLst>
                </a:gridCol>
                <a:gridCol w="528630">
                  <a:extLst>
                    <a:ext uri="{9D8B030D-6E8A-4147-A177-3AD203B41FA5}">
                      <a16:colId xmlns:a16="http://schemas.microsoft.com/office/drawing/2014/main" val="2642192970"/>
                    </a:ext>
                  </a:extLst>
                </a:gridCol>
                <a:gridCol w="528630">
                  <a:extLst>
                    <a:ext uri="{9D8B030D-6E8A-4147-A177-3AD203B41FA5}">
                      <a16:colId xmlns:a16="http://schemas.microsoft.com/office/drawing/2014/main" val="4195240687"/>
                    </a:ext>
                  </a:extLst>
                </a:gridCol>
              </a:tblGrid>
              <a:tr h="381000">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ctr"/>
                      <a:r>
                        <a:rPr lang="en-US" sz="1100" b="1" i="0" u="none" strike="noStrike" dirty="0">
                          <a:solidFill>
                            <a:srgbClr val="000000"/>
                          </a:solidFill>
                          <a:effectLst/>
                          <a:latin typeface="Calibri" panose="020F0502020204030204" pitchFamily="34" charset="0"/>
                        </a:rPr>
                        <a:t>HGV Module Scope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ctr"/>
                      <a:r>
                        <a:rPr lang="en-US" sz="1100" b="1" i="0" u="none" strike="noStrike" dirty="0">
                          <a:solidFill>
                            <a:srgbClr val="000000"/>
                          </a:solidFill>
                          <a:effectLst/>
                          <a:latin typeface="Calibri" panose="020F0502020204030204" pitchFamily="34" charset="0"/>
                        </a:rPr>
                        <a:t>Total Scripts </a:t>
                      </a:r>
                      <a:br>
                        <a:rPr lang="en-US" sz="1100" b="1" i="0" u="none" strike="noStrike" dirty="0">
                          <a:solidFill>
                            <a:srgbClr val="000000"/>
                          </a:solidFill>
                          <a:effectLst/>
                          <a:latin typeface="Calibri" panose="020F0502020204030204" pitchFamily="34" charset="0"/>
                        </a:rPr>
                      </a:br>
                      <a:r>
                        <a:rPr lang="en-US" sz="1100" b="1" i="0" u="none" strike="noStrike" dirty="0">
                          <a:solidFill>
                            <a:srgbClr val="000000"/>
                          </a:solidFill>
                          <a:effectLst/>
                          <a:latin typeface="Calibri" panose="020F0502020204030204" pitchFamily="34" charset="0"/>
                        </a:rPr>
                        <a:t>in HGV</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ctr"/>
                      <a:r>
                        <a:rPr lang="en-US" sz="1100" b="1" i="0" u="none" strike="noStrike" dirty="0">
                          <a:solidFill>
                            <a:srgbClr val="000000"/>
                          </a:solidFill>
                          <a:effectLst/>
                          <a:latin typeface="Calibri" panose="020F0502020204030204" pitchFamily="34" charset="0"/>
                        </a:rPr>
                        <a:t>Automated scripts in Deloitte Repository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ctr"/>
                      <a:r>
                        <a:rPr lang="en-US" sz="1100" b="1" i="0" u="none" strike="noStrike" dirty="0">
                          <a:solidFill>
                            <a:srgbClr val="000000"/>
                          </a:solidFill>
                          <a:effectLst/>
                          <a:latin typeface="Calibri" panose="020F0502020204030204" pitchFamily="34" charset="0"/>
                        </a:rPr>
                        <a:t>Total Scripts to be newly developed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endParaRPr lang="en-US"/>
                    </a:p>
                  </a:txBody>
                  <a:tcPr/>
                </a:tc>
                <a:tc hMerge="1">
                  <a:txBody>
                    <a:bodyPr/>
                    <a:lstStyle/>
                    <a:p>
                      <a:endParaRPr lang="en-US"/>
                    </a:p>
                  </a:txBody>
                  <a:tcPr/>
                </a:tc>
                <a:tc gridSpan="3">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ctr"/>
                      <a:r>
                        <a:rPr lang="en-US" sz="1100" b="1" i="0" u="none" strike="noStrike" dirty="0">
                          <a:solidFill>
                            <a:srgbClr val="000000"/>
                          </a:solidFill>
                          <a:effectLst/>
                          <a:latin typeface="Calibri" panose="020F0502020204030204" pitchFamily="34" charset="0"/>
                        </a:rPr>
                        <a:t>Total Scripts to be </a:t>
                      </a:r>
                      <a:br>
                        <a:rPr lang="en-US" sz="1100" b="1" i="0" u="none" strike="noStrike" dirty="0">
                          <a:solidFill>
                            <a:srgbClr val="000000"/>
                          </a:solidFill>
                          <a:effectLst/>
                          <a:latin typeface="Calibri" panose="020F0502020204030204" pitchFamily="34" charset="0"/>
                        </a:rPr>
                      </a:br>
                      <a:r>
                        <a:rPr lang="en-US" sz="1100" b="1" i="0" u="none" strike="noStrike" dirty="0">
                          <a:solidFill>
                            <a:srgbClr val="000000"/>
                          </a:solidFill>
                          <a:effectLst/>
                          <a:latin typeface="Calibri" panose="020F0502020204030204" pitchFamily="34" charset="0"/>
                        </a:rPr>
                        <a:t>refactored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endParaRPr lang="en-US"/>
                    </a:p>
                  </a:txBody>
                  <a:tcPr/>
                </a:tc>
                <a:tc hMerge="1">
                  <a:txBody>
                    <a:bodyPr/>
                    <a:lstStyle/>
                    <a:p>
                      <a:endParaRPr lang="en-US"/>
                    </a:p>
                  </a:txBody>
                  <a:tcPr/>
                </a:tc>
                <a:tc gridSpan="3">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ctr"/>
                      <a:r>
                        <a:rPr lang="en-US" sz="1100" b="1" i="0" u="none" strike="noStrike" dirty="0">
                          <a:solidFill>
                            <a:srgbClr val="000000"/>
                          </a:solidFill>
                          <a:effectLst/>
                          <a:latin typeface="Calibri" panose="020F0502020204030204" pitchFamily="34" charset="0"/>
                        </a:rPr>
                        <a:t>Effort Estimate for New Development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endParaRPr lang="en-US"/>
                    </a:p>
                  </a:txBody>
                  <a:tcPr/>
                </a:tc>
                <a:tc hMerge="1">
                  <a:txBody>
                    <a:bodyPr/>
                    <a:lstStyle/>
                    <a:p>
                      <a:endParaRPr lang="en-US"/>
                    </a:p>
                  </a:txBody>
                  <a:tcPr/>
                </a:tc>
                <a:tc gridSpan="3">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ctr"/>
                      <a:r>
                        <a:rPr lang="en-US" sz="1100" b="1" i="0" u="none" strike="noStrike" dirty="0">
                          <a:solidFill>
                            <a:srgbClr val="000000"/>
                          </a:solidFill>
                          <a:effectLst/>
                          <a:latin typeface="Calibri" panose="020F0502020204030204" pitchFamily="34" charset="0"/>
                        </a:rPr>
                        <a:t>Effort Estimate for scripts to be refactored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659120561"/>
                  </a:ext>
                </a:extLst>
              </a:tr>
              <a:tr h="184150">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Simple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Medium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Complex</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Simple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a:solidFill>
                            <a:srgbClr val="000000"/>
                          </a:solidFill>
                          <a:effectLst/>
                          <a:latin typeface="Calibri" panose="020F0502020204030204" pitchFamily="34" charset="0"/>
                        </a:rPr>
                        <a:t>Medium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a:solidFill>
                            <a:srgbClr val="000000"/>
                          </a:solidFill>
                          <a:effectLst/>
                          <a:latin typeface="Calibri" panose="020F0502020204030204" pitchFamily="34" charset="0"/>
                        </a:rPr>
                        <a:t>Complex</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Simple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Medium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Complex</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Simple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Medium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Complex</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654579931"/>
                  </a:ext>
                </a:extLst>
              </a:tr>
              <a:tr h="184150">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100" b="0" i="0" u="none" strike="noStrike" dirty="0">
                          <a:solidFill>
                            <a:srgbClr val="000000"/>
                          </a:solidFill>
                          <a:effectLst/>
                          <a:latin typeface="Calibri" panose="020F0502020204030204" pitchFamily="34" charset="0"/>
                        </a:rPr>
                        <a:t>Absence</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23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0 </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276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12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521087"/>
                  </a:ext>
                </a:extLst>
              </a:tr>
              <a:tr h="184150">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100" b="0" i="0" u="none" strike="noStrike" dirty="0">
                          <a:solidFill>
                            <a:srgbClr val="000000"/>
                          </a:solidFill>
                          <a:effectLst/>
                          <a:latin typeface="Calibri" panose="020F0502020204030204" pitchFamily="34" charset="0"/>
                        </a:rPr>
                        <a:t>AP</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59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336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230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184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36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48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24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3055342"/>
                  </a:ext>
                </a:extLst>
              </a:tr>
              <a:tr h="184150">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100" b="0" i="0" u="none" strike="noStrike" dirty="0">
                          <a:solidFill>
                            <a:srgbClr val="000000"/>
                          </a:solidFill>
                          <a:effectLst/>
                          <a:latin typeface="Calibri" panose="020F0502020204030204" pitchFamily="34" charset="0"/>
                        </a:rPr>
                        <a:t>AR</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 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 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24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60584616"/>
                  </a:ext>
                </a:extLst>
              </a:tr>
              <a:tr h="184150">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100" b="0" i="0" u="none" strike="noStrike" dirty="0">
                          <a:solidFill>
                            <a:srgbClr val="000000"/>
                          </a:solidFill>
                          <a:effectLst/>
                          <a:latin typeface="Calibri" panose="020F0502020204030204" pitchFamily="34" charset="0"/>
                        </a:rPr>
                        <a:t>CM</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47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 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 </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564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9460314"/>
                  </a:ext>
                </a:extLst>
              </a:tr>
              <a:tr h="175731">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100" b="0" i="0" u="none" strike="noStrike" dirty="0">
                          <a:solidFill>
                            <a:srgbClr val="000000"/>
                          </a:solidFill>
                          <a:effectLst/>
                          <a:latin typeface="Calibri" panose="020F0502020204030204" pitchFamily="34" charset="0"/>
                        </a:rPr>
                        <a:t>Core HR</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59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11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 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207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46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20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0317289"/>
                  </a:ext>
                </a:extLst>
              </a:tr>
              <a:tr h="184150">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100" b="0" i="0" u="none" strike="noStrike" dirty="0">
                          <a:solidFill>
                            <a:srgbClr val="000000"/>
                          </a:solidFill>
                          <a:effectLst/>
                          <a:latin typeface="Calibri" panose="020F0502020204030204" pitchFamily="34" charset="0"/>
                        </a:rPr>
                        <a:t>FA</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10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22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264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69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184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48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12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0682759"/>
                  </a:ext>
                </a:extLst>
              </a:tr>
              <a:tr h="184150">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100" b="0" i="0" u="none" strike="noStrike" dirty="0">
                          <a:solidFill>
                            <a:srgbClr val="000000"/>
                          </a:solidFill>
                          <a:effectLst/>
                          <a:latin typeface="Calibri" panose="020F0502020204030204" pitchFamily="34" charset="0"/>
                        </a:rPr>
                        <a:t>GL</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49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20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79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35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 </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948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805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92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52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56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6457617"/>
                  </a:ext>
                </a:extLst>
              </a:tr>
              <a:tr h="184150">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100" b="0" i="0" u="none" strike="noStrike" dirty="0">
                          <a:solidFill>
                            <a:srgbClr val="000000"/>
                          </a:solidFill>
                          <a:effectLst/>
                          <a:latin typeface="Calibri" panose="020F0502020204030204" pitchFamily="34" charset="0"/>
                        </a:rPr>
                        <a:t>Payroll </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121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 </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138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138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32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12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542755"/>
                  </a:ext>
                </a:extLst>
              </a:tr>
              <a:tr h="184150">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100" b="0" i="0" u="none" strike="noStrike" dirty="0">
                          <a:solidFill>
                            <a:srgbClr val="000000"/>
                          </a:solidFill>
                          <a:effectLst/>
                          <a:latin typeface="Calibri" panose="020F0502020204030204" pitchFamily="34" charset="0"/>
                        </a:rPr>
                        <a:t>PPM</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11</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11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36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437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276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2602790"/>
                  </a:ext>
                </a:extLst>
              </a:tr>
              <a:tr h="184150">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100" b="0" i="0" u="none" strike="noStrike" dirty="0">
                          <a:solidFill>
                            <a:srgbClr val="000000"/>
                          </a:solidFill>
                          <a:effectLst/>
                          <a:latin typeface="Calibri" panose="020F0502020204030204" pitchFamily="34" charset="0"/>
                        </a:rPr>
                        <a:t>Procurement</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39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0 </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276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64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12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8943824"/>
                  </a:ext>
                </a:extLst>
              </a:tr>
              <a:tr h="184150">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100" b="0" i="0" u="none" strike="noStrike" dirty="0">
                          <a:solidFill>
                            <a:srgbClr val="000000"/>
                          </a:solidFill>
                          <a:effectLst/>
                          <a:latin typeface="Calibri" panose="020F0502020204030204" pitchFamily="34" charset="0"/>
                        </a:rPr>
                        <a:t>Taleo</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20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 </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336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230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184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48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12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268915"/>
                  </a:ext>
                </a:extLst>
              </a:tr>
              <a:tr h="156899">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endParaRPr lang="en-US" sz="1100" b="1" i="0" u="none" strike="noStrike" dirty="0">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397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89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204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84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20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38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42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b"/>
                      <a:r>
                        <a:rPr lang="en-US" sz="1100" b="1" i="0" u="none" strike="noStrike" dirty="0">
                          <a:solidFill>
                            <a:srgbClr val="000000"/>
                          </a:solidFill>
                          <a:effectLst/>
                          <a:latin typeface="Calibri" panose="020F0502020204030204" pitchFamily="34" charset="0"/>
                        </a:rPr>
                        <a:t>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2448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1932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b"/>
                      <a:r>
                        <a:rPr lang="en-US" sz="1100" b="1" i="0" u="none" strike="noStrike" dirty="0">
                          <a:solidFill>
                            <a:srgbClr val="000000"/>
                          </a:solidFill>
                          <a:effectLst/>
                          <a:latin typeface="Calibri" panose="020F0502020204030204" pitchFamily="34" charset="0"/>
                        </a:rPr>
                        <a:t>920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152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336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b"/>
                      <a:r>
                        <a:rPr lang="en-US" sz="1100" b="1" i="0" u="none" strike="noStrike" dirty="0">
                          <a:solidFill>
                            <a:srgbClr val="000000"/>
                          </a:solidFill>
                          <a:effectLst/>
                          <a:latin typeface="Calibri" panose="020F0502020204030204" pitchFamily="34" charset="0"/>
                        </a:rPr>
                        <a:t>108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43091875"/>
                  </a:ext>
                </a:extLst>
              </a:tr>
              <a:tr h="184150">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endParaRPr lang="en-US" sz="1100" b="0" i="0" u="none" strike="noStrike">
                        <a:solidFill>
                          <a:srgbClr val="000000"/>
                        </a:solidFill>
                        <a:effectLst/>
                        <a:latin typeface="Calibri" panose="020F0502020204030204" pitchFamily="34" charset="0"/>
                      </a:endParaRP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endParaRPr lang="en-US" sz="1100" b="0" i="0" u="none" strike="noStrike">
                        <a:solidFill>
                          <a:srgbClr val="000000"/>
                        </a:solidFill>
                        <a:effectLst/>
                        <a:latin typeface="Calibri" panose="020F0502020204030204" pitchFamily="34" charset="0"/>
                      </a:endParaRP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endParaRPr lang="en-US" sz="1100" b="0" i="0" u="none" strike="noStrike">
                        <a:solidFill>
                          <a:srgbClr val="000000"/>
                        </a:solidFill>
                        <a:effectLst/>
                        <a:latin typeface="Calibri" panose="020F0502020204030204" pitchFamily="34" charset="0"/>
                      </a:endParaRP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endParaRPr lang="en-US" sz="1100" b="0" i="0" u="none" strike="noStrike">
                        <a:solidFill>
                          <a:srgbClr val="000000"/>
                        </a:solidFill>
                        <a:effectLst/>
                        <a:latin typeface="Calibri" panose="020F0502020204030204" pitchFamily="34" charset="0"/>
                      </a:endParaRP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endParaRPr lang="en-US" sz="1100" b="0" i="0" u="none" strike="noStrike" dirty="0">
                        <a:solidFill>
                          <a:srgbClr val="000000"/>
                        </a:solidFill>
                        <a:effectLst/>
                        <a:latin typeface="Calibri" panose="020F0502020204030204" pitchFamily="34" charset="0"/>
                      </a:endParaRPr>
                    </a:p>
                  </a:txBody>
                  <a:tcPr marL="6350" marR="6350" marT="635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308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endParaRPr lang="en-US" sz="1100" b="1" i="0" u="none" strike="noStrike" dirty="0">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endParaRPr lang="en-US" sz="1100" b="1" i="0" u="none" strike="noStrike" dirty="0">
                        <a:solidFill>
                          <a:srgbClr val="000000"/>
                        </a:solidFill>
                        <a:effectLst/>
                        <a:latin typeface="Calibri" panose="020F0502020204030204" pitchFamily="34" charset="0"/>
                      </a:endParaRPr>
                    </a:p>
                  </a:txBody>
                  <a:tcPr marL="6350" marR="6350" marT="635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89</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endParaRPr lang="en-US" sz="1100" b="1" i="0" u="none" strike="noStrike" dirty="0">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endParaRPr lang="en-US" sz="1100" b="1" i="0" u="none" strike="noStrike" dirty="0">
                        <a:solidFill>
                          <a:srgbClr val="000000"/>
                        </a:solidFill>
                        <a:effectLst/>
                        <a:latin typeface="Calibri" panose="020F0502020204030204" pitchFamily="34" charset="0"/>
                      </a:endParaRPr>
                    </a:p>
                  </a:txBody>
                  <a:tcPr marL="6350" marR="6350" marT="635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5300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endParaRPr lang="en-US" sz="1100" b="1" i="0" u="none" strike="noStrike" dirty="0">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endParaRPr lang="en-US" sz="1100" b="1" i="0" u="none" strike="noStrike" dirty="0">
                        <a:solidFill>
                          <a:srgbClr val="000000"/>
                        </a:solidFill>
                        <a:effectLst/>
                        <a:latin typeface="Calibri" panose="020F0502020204030204" pitchFamily="34" charset="0"/>
                      </a:endParaRPr>
                    </a:p>
                  </a:txBody>
                  <a:tcPr marL="6350" marR="6350" marT="635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596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787042352"/>
                  </a:ext>
                </a:extLst>
              </a:tr>
            </a:tbl>
          </a:graphicData>
        </a:graphic>
      </p:graphicFrame>
      <p:graphicFrame>
        <p:nvGraphicFramePr>
          <p:cNvPr id="6" name="Table 5">
            <a:extLst>
              <a:ext uri="{FF2B5EF4-FFF2-40B4-BE49-F238E27FC236}">
                <a16:creationId xmlns:a16="http://schemas.microsoft.com/office/drawing/2014/main" id="{1C05937A-6005-41FD-AD16-DDD75D0005DF}"/>
              </a:ext>
            </a:extLst>
          </p:cNvPr>
          <p:cNvGraphicFramePr>
            <a:graphicFrameLocks noGrp="1"/>
          </p:cNvGraphicFramePr>
          <p:nvPr>
            <p:extLst>
              <p:ext uri="{D42A27DB-BD31-4B8C-83A1-F6EECF244321}">
                <p14:modId xmlns:p14="http://schemas.microsoft.com/office/powerpoint/2010/main" val="3526961009"/>
              </p:ext>
            </p:extLst>
          </p:nvPr>
        </p:nvGraphicFramePr>
        <p:xfrm>
          <a:off x="937107" y="4545457"/>
          <a:ext cx="2660904" cy="282178"/>
        </p:xfrm>
        <a:graphic>
          <a:graphicData uri="http://schemas.openxmlformats.org/drawingml/2006/table">
            <a:tbl>
              <a:tblPr/>
              <a:tblGrid>
                <a:gridCol w="1436814">
                  <a:extLst>
                    <a:ext uri="{9D8B030D-6E8A-4147-A177-3AD203B41FA5}">
                      <a16:colId xmlns:a16="http://schemas.microsoft.com/office/drawing/2014/main" val="1380526065"/>
                    </a:ext>
                  </a:extLst>
                </a:gridCol>
                <a:gridCol w="1224090">
                  <a:extLst>
                    <a:ext uri="{9D8B030D-6E8A-4147-A177-3AD203B41FA5}">
                      <a16:colId xmlns:a16="http://schemas.microsoft.com/office/drawing/2014/main" val="636226259"/>
                    </a:ext>
                  </a:extLst>
                </a:gridCol>
              </a:tblGrid>
              <a:tr h="282178">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100" b="1" i="0" u="none" strike="noStrike" dirty="0">
                          <a:solidFill>
                            <a:srgbClr val="000000"/>
                          </a:solidFill>
                          <a:effectLst/>
                          <a:latin typeface="Calibri" panose="020F0502020204030204" pitchFamily="34" charset="0"/>
                        </a:rPr>
                        <a:t>Grand Total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r" fontAlgn="b"/>
                      <a:r>
                        <a:rPr lang="en-US" sz="1100" b="1" i="0" u="none" strike="noStrike" dirty="0">
                          <a:solidFill>
                            <a:srgbClr val="000000"/>
                          </a:solidFill>
                          <a:effectLst/>
                          <a:latin typeface="Calibri" panose="020F0502020204030204" pitchFamily="34" charset="0"/>
                        </a:rPr>
                        <a:t>5,896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750584965"/>
                  </a:ext>
                </a:extLst>
              </a:tr>
            </a:tbl>
          </a:graphicData>
        </a:graphic>
      </p:graphicFrame>
      <p:sp>
        <p:nvSpPr>
          <p:cNvPr id="7" name="Text Placeholder 1">
            <a:extLst>
              <a:ext uri="{FF2B5EF4-FFF2-40B4-BE49-F238E27FC236}">
                <a16:creationId xmlns:a16="http://schemas.microsoft.com/office/drawing/2014/main" id="{83F5D625-5077-415C-8F70-74CC227A0C1E}"/>
              </a:ext>
            </a:extLst>
          </p:cNvPr>
          <p:cNvSpPr txBox="1">
            <a:spLocks/>
          </p:cNvSpPr>
          <p:nvPr/>
        </p:nvSpPr>
        <p:spPr>
          <a:xfrm>
            <a:off x="248949" y="782427"/>
            <a:ext cx="11508554" cy="619668"/>
          </a:xfrm>
          <a:prstGeom prst="rect">
            <a:avLst/>
          </a:prstGeom>
        </p:spPr>
        <p:txBody>
          <a:bodyPr/>
          <a:lstStyle>
            <a:lvl1pPr marL="0" indent="0" algn="l" defTabSz="1219170" rtl="0" eaLnBrk="1" latinLnBrk="0" hangingPunct="1">
              <a:spcBef>
                <a:spcPts val="0"/>
              </a:spcBef>
              <a:spcAft>
                <a:spcPts val="1000"/>
              </a:spcAft>
              <a:buSzPct val="100000"/>
              <a:buFontTx/>
              <a:buNone/>
              <a:defRPr sz="1600" b="0" kern="1200">
                <a:solidFill>
                  <a:srgbClr val="53565A"/>
                </a:solidFill>
                <a:latin typeface="+mn-lt"/>
                <a:ea typeface="+mn-ea"/>
                <a:cs typeface="+mn-cs"/>
              </a:defRPr>
            </a:lvl1pPr>
            <a:lvl2pPr marL="127000" indent="-127000" algn="l" defTabSz="1219170" rtl="0" eaLnBrk="1" latinLnBrk="0" hangingPunct="1">
              <a:spcBef>
                <a:spcPts val="0"/>
              </a:spcBef>
              <a:spcAft>
                <a:spcPts val="1000"/>
              </a:spcAft>
              <a:buClrTx/>
              <a:buSzPct val="100000"/>
              <a:buFont typeface="Arial" panose="020B0604020202020204" pitchFamily="34" charset="0"/>
              <a:buChar char="•"/>
              <a:defRPr lang="en-US" sz="1600" b="0" kern="1200" dirty="0" smtClean="0">
                <a:solidFill>
                  <a:srgbClr val="53565A"/>
                </a:solidFill>
                <a:latin typeface="+mn-lt"/>
                <a:ea typeface="+mn-ea"/>
                <a:cs typeface="+mn-cs"/>
              </a:defRPr>
            </a:lvl2pPr>
            <a:lvl3pPr marL="2794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dirty="0" smtClean="0">
                <a:solidFill>
                  <a:srgbClr val="53565A"/>
                </a:solidFill>
                <a:latin typeface="+mn-lt"/>
                <a:ea typeface="+mn-ea"/>
                <a:cs typeface="+mn-cs"/>
              </a:defRPr>
            </a:lvl3pPr>
            <a:lvl4pPr marL="4318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baseline="0" dirty="0" smtClean="0">
                <a:solidFill>
                  <a:srgbClr val="53565A"/>
                </a:solidFill>
                <a:latin typeface="+mn-lt"/>
                <a:ea typeface="+mn-ea"/>
                <a:cs typeface="+mn-cs"/>
              </a:defRPr>
            </a:lvl4pPr>
            <a:lvl5pPr marL="584200" indent="-127000" algn="l" defTabSz="1064657" rtl="0" eaLnBrk="1" latinLnBrk="0" hangingPunct="1">
              <a:spcBef>
                <a:spcPts val="0"/>
              </a:spcBef>
              <a:spcAft>
                <a:spcPts val="1000"/>
              </a:spcAft>
              <a:buClrTx/>
              <a:buSzPct val="100000"/>
              <a:buFont typeface="Arial" panose="020B0604020202020204" pitchFamily="34" charset="0"/>
              <a:buChar char="−"/>
              <a:tabLst/>
              <a:defRPr lang="en-US" sz="1600" kern="1200" baseline="0" dirty="0" smtClean="0">
                <a:solidFill>
                  <a:srgbClr val="53565A"/>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GB" sz="1800" dirty="0">
                <a:solidFill>
                  <a:schemeClr val="tx1"/>
                </a:solidFill>
                <a:cs typeface="Calibri" panose="020F0502020204030204" pitchFamily="34" charset="0"/>
              </a:rPr>
              <a:t>Given below is the effort estimates for new development and refactoring of automated test scripts based on the test script scope at HGV</a:t>
            </a:r>
          </a:p>
        </p:txBody>
      </p:sp>
      <p:sp>
        <p:nvSpPr>
          <p:cNvPr id="2" name="TextBox 1">
            <a:extLst>
              <a:ext uri="{FF2B5EF4-FFF2-40B4-BE49-F238E27FC236}">
                <a16:creationId xmlns:a16="http://schemas.microsoft.com/office/drawing/2014/main" id="{FB2EBDEC-37BD-49DF-B0D7-76FD90504CA3}"/>
              </a:ext>
            </a:extLst>
          </p:cNvPr>
          <p:cNvSpPr txBox="1"/>
          <p:nvPr/>
        </p:nvSpPr>
        <p:spPr>
          <a:xfrm>
            <a:off x="380925" y="1581207"/>
            <a:ext cx="476862" cy="2773977"/>
          </a:xfrm>
          <a:prstGeom prst="rect">
            <a:avLst/>
          </a:prstGeom>
          <a:solidFill>
            <a:srgbClr val="00B0F0"/>
          </a:solidFill>
        </p:spPr>
        <p:txBody>
          <a:bodyPr vert="wordArtVert" wrap="square" rtlCol="0">
            <a:spAutoFit/>
          </a:bodyPr>
          <a:lstStyle>
            <a:defPPr>
              <a:defRPr lang="en-US"/>
            </a:defPPr>
            <a:lvl1pPr>
              <a:defRPr sz="1600" b="1"/>
            </a:lvl1pPr>
          </a:lstStyle>
          <a:p>
            <a:pPr algn="ctr"/>
            <a:r>
              <a:rPr lang="en-US" dirty="0" err="1">
                <a:solidFill>
                  <a:schemeClr val="bg1"/>
                </a:solidFill>
              </a:rPr>
              <a:t>UiPATH</a:t>
            </a:r>
            <a:endParaRPr lang="en-US" dirty="0">
              <a:solidFill>
                <a:schemeClr val="bg1"/>
              </a:solidFill>
            </a:endParaRPr>
          </a:p>
        </p:txBody>
      </p:sp>
    </p:spTree>
    <p:extLst>
      <p:ext uri="{BB962C8B-B14F-4D97-AF65-F5344CB8AC3E}">
        <p14:creationId xmlns:p14="http://schemas.microsoft.com/office/powerpoint/2010/main" val="13565306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E934EF-F061-4750-97C6-1A30BB170927}"/>
              </a:ext>
            </a:extLst>
          </p:cNvPr>
          <p:cNvSpPr txBox="1">
            <a:spLocks/>
          </p:cNvSpPr>
          <p:nvPr/>
        </p:nvSpPr>
        <p:spPr>
          <a:xfrm>
            <a:off x="469900" y="429121"/>
            <a:ext cx="11252200" cy="334102"/>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1219170"/>
            <a:r>
              <a:rPr lang="en-US" sz="3600" dirty="0" err="1">
                <a:latin typeface="+mn-lt"/>
                <a:cs typeface="Arial" panose="020B0604020202020204" pitchFamily="34" charset="0"/>
              </a:rPr>
              <a:t>UiPath</a:t>
            </a:r>
            <a:r>
              <a:rPr lang="en-US" sz="3600" dirty="0">
                <a:latin typeface="+mn-lt"/>
                <a:cs typeface="Arial" panose="020B0604020202020204" pitchFamily="34" charset="0"/>
              </a:rPr>
              <a:t> Test Automation – Resource Plan </a:t>
            </a:r>
            <a:r>
              <a:rPr lang="en-US" sz="3600" dirty="0">
                <a:highlight>
                  <a:srgbClr val="FFFF00"/>
                </a:highlight>
                <a:latin typeface="+mn-lt"/>
                <a:cs typeface="Arial" panose="020B0604020202020204" pitchFamily="34" charset="0"/>
              </a:rPr>
              <a:t>(For Internal Reference)</a:t>
            </a:r>
          </a:p>
        </p:txBody>
      </p:sp>
      <p:sp>
        <p:nvSpPr>
          <p:cNvPr id="5" name="TextBox 4">
            <a:extLst>
              <a:ext uri="{FF2B5EF4-FFF2-40B4-BE49-F238E27FC236}">
                <a16:creationId xmlns:a16="http://schemas.microsoft.com/office/drawing/2014/main" id="{393E60F9-4E80-4516-B8BE-26430F358627}"/>
              </a:ext>
            </a:extLst>
          </p:cNvPr>
          <p:cNvSpPr txBox="1"/>
          <p:nvPr/>
        </p:nvSpPr>
        <p:spPr>
          <a:xfrm>
            <a:off x="614916" y="6736963"/>
            <a:ext cx="1503617" cy="123111"/>
          </a:xfrm>
          <a:prstGeom prst="rect">
            <a:avLst/>
          </a:prstGeom>
          <a:noFill/>
        </p:spPr>
        <p:txBody>
          <a:bodyPr vert="horz" wrap="none" lIns="0" tIns="0" rIns="0" bIns="0" rtlCol="0">
            <a:spAutoFit/>
          </a:bodyPr>
          <a:lstStyle/>
          <a:p>
            <a:pPr marL="0" marR="0" lvl="0" indent="0" defTabSz="914400" eaLnBrk="1" fontAlgn="auto" latinLnBrk="0" hangingPunct="1">
              <a:lnSpc>
                <a:spcPct val="100000"/>
              </a:lnSpc>
              <a:spcBef>
                <a:spcPts val="200"/>
              </a:spcBef>
              <a:spcAft>
                <a:spcPts val="0"/>
              </a:spcAft>
              <a:buClrTx/>
              <a:buSzPct val="100000"/>
              <a:buFontTx/>
              <a:buNone/>
              <a:tabLst/>
              <a:defRPr/>
            </a:pPr>
            <a:r>
              <a:rPr kumimoji="0" lang="en-US" sz="800" b="0" i="0" u="none" strike="noStrike" kern="0" cap="none" spc="0" normalizeH="0" baseline="0" noProof="0" dirty="0">
                <a:ln>
                  <a:noFill/>
                </a:ln>
                <a:solidFill>
                  <a:prstClr val="black"/>
                </a:solidFill>
                <a:effectLst/>
                <a:uLnTx/>
                <a:uFillTx/>
              </a:rPr>
              <a:t>* Estimated scope: ~320 Test scripts</a:t>
            </a:r>
          </a:p>
        </p:txBody>
      </p:sp>
      <p:sp>
        <p:nvSpPr>
          <p:cNvPr id="2" name="TextBox 1">
            <a:extLst>
              <a:ext uri="{FF2B5EF4-FFF2-40B4-BE49-F238E27FC236}">
                <a16:creationId xmlns:a16="http://schemas.microsoft.com/office/drawing/2014/main" id="{37D45B0A-5259-44CF-855A-6EF1B69B9AF9}"/>
              </a:ext>
            </a:extLst>
          </p:cNvPr>
          <p:cNvSpPr txBox="1"/>
          <p:nvPr/>
        </p:nvSpPr>
        <p:spPr>
          <a:xfrm>
            <a:off x="312967" y="5809129"/>
            <a:ext cx="7901265" cy="276999"/>
          </a:xfrm>
          <a:prstGeom prst="rect">
            <a:avLst/>
          </a:prstGeom>
          <a:noFill/>
        </p:spPr>
        <p:txBody>
          <a:bodyPr wrap="square" rtlCol="0">
            <a:spAutoFit/>
          </a:bodyPr>
          <a:lstStyle/>
          <a:p>
            <a:pPr marL="171450" indent="-171450">
              <a:buFont typeface="Arial" panose="020B0604020202020204" pitchFamily="34" charset="0"/>
              <a:buChar char="•"/>
            </a:pPr>
            <a:r>
              <a:rPr lang="en-US" sz="1200" b="1" dirty="0"/>
              <a:t>This is one time cost for automating 397 scripts. These include ERP and HCM.</a:t>
            </a:r>
          </a:p>
        </p:txBody>
      </p:sp>
      <p:graphicFrame>
        <p:nvGraphicFramePr>
          <p:cNvPr id="3" name="Table 2">
            <a:extLst>
              <a:ext uri="{FF2B5EF4-FFF2-40B4-BE49-F238E27FC236}">
                <a16:creationId xmlns:a16="http://schemas.microsoft.com/office/drawing/2014/main" id="{A30AF2E1-83DF-4BE1-83A8-D0EEF0CD8B2A}"/>
              </a:ext>
            </a:extLst>
          </p:cNvPr>
          <p:cNvGraphicFramePr>
            <a:graphicFrameLocks noGrp="1"/>
          </p:cNvGraphicFramePr>
          <p:nvPr>
            <p:extLst>
              <p:ext uri="{D42A27DB-BD31-4B8C-83A1-F6EECF244321}">
                <p14:modId xmlns:p14="http://schemas.microsoft.com/office/powerpoint/2010/main" val="2031704404"/>
              </p:ext>
            </p:extLst>
          </p:nvPr>
        </p:nvGraphicFramePr>
        <p:xfrm>
          <a:off x="469900" y="1602745"/>
          <a:ext cx="10956254" cy="2510833"/>
        </p:xfrm>
        <a:graphic>
          <a:graphicData uri="http://schemas.openxmlformats.org/drawingml/2006/table">
            <a:tbl>
              <a:tblPr/>
              <a:tblGrid>
                <a:gridCol w="696461">
                  <a:extLst>
                    <a:ext uri="{9D8B030D-6E8A-4147-A177-3AD203B41FA5}">
                      <a16:colId xmlns:a16="http://schemas.microsoft.com/office/drawing/2014/main" val="949522701"/>
                    </a:ext>
                  </a:extLst>
                </a:gridCol>
                <a:gridCol w="956334">
                  <a:extLst>
                    <a:ext uri="{9D8B030D-6E8A-4147-A177-3AD203B41FA5}">
                      <a16:colId xmlns:a16="http://schemas.microsoft.com/office/drawing/2014/main" val="3343086067"/>
                    </a:ext>
                  </a:extLst>
                </a:gridCol>
                <a:gridCol w="571722">
                  <a:extLst>
                    <a:ext uri="{9D8B030D-6E8A-4147-A177-3AD203B41FA5}">
                      <a16:colId xmlns:a16="http://schemas.microsoft.com/office/drawing/2014/main" val="3550189870"/>
                    </a:ext>
                  </a:extLst>
                </a:gridCol>
                <a:gridCol w="540536">
                  <a:extLst>
                    <a:ext uri="{9D8B030D-6E8A-4147-A177-3AD203B41FA5}">
                      <a16:colId xmlns:a16="http://schemas.microsoft.com/office/drawing/2014/main" val="2514851868"/>
                    </a:ext>
                  </a:extLst>
                </a:gridCol>
                <a:gridCol w="530141">
                  <a:extLst>
                    <a:ext uri="{9D8B030D-6E8A-4147-A177-3AD203B41FA5}">
                      <a16:colId xmlns:a16="http://schemas.microsoft.com/office/drawing/2014/main" val="915110399"/>
                    </a:ext>
                  </a:extLst>
                </a:gridCol>
                <a:gridCol w="530141">
                  <a:extLst>
                    <a:ext uri="{9D8B030D-6E8A-4147-A177-3AD203B41FA5}">
                      <a16:colId xmlns:a16="http://schemas.microsoft.com/office/drawing/2014/main" val="2603897146"/>
                    </a:ext>
                  </a:extLst>
                </a:gridCol>
                <a:gridCol w="530141">
                  <a:extLst>
                    <a:ext uri="{9D8B030D-6E8A-4147-A177-3AD203B41FA5}">
                      <a16:colId xmlns:a16="http://schemas.microsoft.com/office/drawing/2014/main" val="1713834622"/>
                    </a:ext>
                  </a:extLst>
                </a:gridCol>
                <a:gridCol w="530141">
                  <a:extLst>
                    <a:ext uri="{9D8B030D-6E8A-4147-A177-3AD203B41FA5}">
                      <a16:colId xmlns:a16="http://schemas.microsoft.com/office/drawing/2014/main" val="1320403592"/>
                    </a:ext>
                  </a:extLst>
                </a:gridCol>
                <a:gridCol w="530141">
                  <a:extLst>
                    <a:ext uri="{9D8B030D-6E8A-4147-A177-3AD203B41FA5}">
                      <a16:colId xmlns:a16="http://schemas.microsoft.com/office/drawing/2014/main" val="2169981182"/>
                    </a:ext>
                  </a:extLst>
                </a:gridCol>
                <a:gridCol w="530141">
                  <a:extLst>
                    <a:ext uri="{9D8B030D-6E8A-4147-A177-3AD203B41FA5}">
                      <a16:colId xmlns:a16="http://schemas.microsoft.com/office/drawing/2014/main" val="1290507699"/>
                    </a:ext>
                  </a:extLst>
                </a:gridCol>
                <a:gridCol w="530141">
                  <a:extLst>
                    <a:ext uri="{9D8B030D-6E8A-4147-A177-3AD203B41FA5}">
                      <a16:colId xmlns:a16="http://schemas.microsoft.com/office/drawing/2014/main" val="2519984112"/>
                    </a:ext>
                  </a:extLst>
                </a:gridCol>
                <a:gridCol w="530141">
                  <a:extLst>
                    <a:ext uri="{9D8B030D-6E8A-4147-A177-3AD203B41FA5}">
                      <a16:colId xmlns:a16="http://schemas.microsoft.com/office/drawing/2014/main" val="3810629408"/>
                    </a:ext>
                  </a:extLst>
                </a:gridCol>
                <a:gridCol w="530141">
                  <a:extLst>
                    <a:ext uri="{9D8B030D-6E8A-4147-A177-3AD203B41FA5}">
                      <a16:colId xmlns:a16="http://schemas.microsoft.com/office/drawing/2014/main" val="3613474599"/>
                    </a:ext>
                  </a:extLst>
                </a:gridCol>
                <a:gridCol w="509352">
                  <a:extLst>
                    <a:ext uri="{9D8B030D-6E8A-4147-A177-3AD203B41FA5}">
                      <a16:colId xmlns:a16="http://schemas.microsoft.com/office/drawing/2014/main" val="1663693862"/>
                    </a:ext>
                  </a:extLst>
                </a:gridCol>
                <a:gridCol w="530141">
                  <a:extLst>
                    <a:ext uri="{9D8B030D-6E8A-4147-A177-3AD203B41FA5}">
                      <a16:colId xmlns:a16="http://schemas.microsoft.com/office/drawing/2014/main" val="966693137"/>
                    </a:ext>
                  </a:extLst>
                </a:gridCol>
                <a:gridCol w="530141">
                  <a:extLst>
                    <a:ext uri="{9D8B030D-6E8A-4147-A177-3AD203B41FA5}">
                      <a16:colId xmlns:a16="http://schemas.microsoft.com/office/drawing/2014/main" val="1261627297"/>
                    </a:ext>
                  </a:extLst>
                </a:gridCol>
                <a:gridCol w="530141">
                  <a:extLst>
                    <a:ext uri="{9D8B030D-6E8A-4147-A177-3AD203B41FA5}">
                      <a16:colId xmlns:a16="http://schemas.microsoft.com/office/drawing/2014/main" val="165133595"/>
                    </a:ext>
                  </a:extLst>
                </a:gridCol>
                <a:gridCol w="530141">
                  <a:extLst>
                    <a:ext uri="{9D8B030D-6E8A-4147-A177-3AD203B41FA5}">
                      <a16:colId xmlns:a16="http://schemas.microsoft.com/office/drawing/2014/main" val="3491598282"/>
                    </a:ext>
                  </a:extLst>
                </a:gridCol>
                <a:gridCol w="790016">
                  <a:extLst>
                    <a:ext uri="{9D8B030D-6E8A-4147-A177-3AD203B41FA5}">
                      <a16:colId xmlns:a16="http://schemas.microsoft.com/office/drawing/2014/main" val="1324709079"/>
                    </a:ext>
                  </a:extLst>
                </a:gridCol>
              </a:tblGrid>
              <a:tr h="147408">
                <a:tc gridSpan="19">
                  <a:txBody>
                    <a:bodyPr/>
                    <a:lstStyle/>
                    <a:p>
                      <a:pPr algn="ctr" fontAlgn="b"/>
                      <a:r>
                        <a:rPr lang="en-US" sz="1000" b="0" i="0" u="none" strike="noStrike">
                          <a:solidFill>
                            <a:srgbClr val="000000"/>
                          </a:solidFill>
                          <a:effectLst/>
                          <a:latin typeface="Verdana" panose="020B0604030504040204" pitchFamily="34" charset="0"/>
                        </a:rPr>
                        <a:t>Full Automation (~390 Test scripts)</a:t>
                      </a:r>
                    </a:p>
                  </a:txBody>
                  <a:tcPr marL="3742" marR="3742" marT="3742"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393827291"/>
                  </a:ext>
                </a:extLst>
              </a:tr>
              <a:tr h="219990">
                <a:tc gridSpan="4">
                  <a:txBody>
                    <a:bodyPr/>
                    <a:lstStyle/>
                    <a:p>
                      <a:pPr algn="ctr" fontAlgn="ctr"/>
                      <a:r>
                        <a:rPr lang="en-US" sz="800" b="1" i="0" u="none" strike="noStrike">
                          <a:solidFill>
                            <a:srgbClr val="000000"/>
                          </a:solidFill>
                          <a:effectLst/>
                          <a:latin typeface="Verdana" panose="020B0604030504040204" pitchFamily="34" charset="0"/>
                        </a:rPr>
                        <a:t>Deloitte</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ctr"/>
                      <a:r>
                        <a:rPr lang="en-US" sz="800" b="1" i="0" u="none" strike="noStrike">
                          <a:solidFill>
                            <a:srgbClr val="000000"/>
                          </a:solidFill>
                          <a:effectLst/>
                          <a:latin typeface="Verdana" panose="020B0604030504040204" pitchFamily="34" charset="0"/>
                        </a:rPr>
                        <a:t> </a:t>
                      </a:r>
                    </a:p>
                  </a:txBody>
                  <a:tcPr marL="3742" marR="3742" marT="374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1" i="0" u="none" strike="noStrike">
                          <a:solidFill>
                            <a:srgbClr val="000000"/>
                          </a:solidFill>
                          <a:effectLst/>
                          <a:latin typeface="Verdana" panose="020B0604030504040204" pitchFamily="34" charset="0"/>
                        </a:rPr>
                        <a:t>Assess</a:t>
                      </a:r>
                    </a:p>
                  </a:txBody>
                  <a:tcPr marL="3742" marR="3742" marT="374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4">
                  <a:txBody>
                    <a:bodyPr/>
                    <a:lstStyle/>
                    <a:p>
                      <a:pPr algn="ctr" fontAlgn="ctr"/>
                      <a:r>
                        <a:rPr lang="en-US" sz="800" b="1" i="0" u="none" strike="noStrike">
                          <a:solidFill>
                            <a:srgbClr val="000000"/>
                          </a:solidFill>
                          <a:effectLst/>
                          <a:latin typeface="Verdana" panose="020B0604030504040204" pitchFamily="34" charset="0"/>
                        </a:rPr>
                        <a:t>Confirm and Build</a:t>
                      </a:r>
                    </a:p>
                  </a:txBody>
                  <a:tcPr marL="3742" marR="3742" marT="374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ctr"/>
                      <a:r>
                        <a:rPr lang="en-US" sz="800" b="1" i="0" u="none" strike="noStrike">
                          <a:solidFill>
                            <a:srgbClr val="000000"/>
                          </a:solidFill>
                          <a:effectLst/>
                          <a:latin typeface="Verdana" panose="020B0604030504040204" pitchFamily="34" charset="0"/>
                        </a:rPr>
                        <a:t>Test &amp; Deliver</a:t>
                      </a:r>
                    </a:p>
                  </a:txBody>
                  <a:tcPr marL="3742" marR="3742" marT="374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gridSpan="3">
                  <a:txBody>
                    <a:bodyPr/>
                    <a:lstStyle/>
                    <a:p>
                      <a:pPr algn="ctr" fontAlgn="ctr"/>
                      <a:r>
                        <a:rPr lang="en-US" sz="800" b="1" i="0" u="none" strike="noStrike">
                          <a:solidFill>
                            <a:srgbClr val="000000"/>
                          </a:solidFill>
                          <a:effectLst/>
                          <a:latin typeface="Verdana" panose="020B0604030504040204" pitchFamily="34" charset="0"/>
                        </a:rPr>
                        <a:t>Confirm and Build</a:t>
                      </a:r>
                    </a:p>
                  </a:txBody>
                  <a:tcPr marL="3742" marR="3742" marT="374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gridSpan="2">
                  <a:txBody>
                    <a:bodyPr/>
                    <a:lstStyle/>
                    <a:p>
                      <a:pPr algn="ctr" fontAlgn="ctr"/>
                      <a:r>
                        <a:rPr lang="en-US" sz="800" b="1" i="0" u="none" strike="noStrike">
                          <a:solidFill>
                            <a:srgbClr val="000000"/>
                          </a:solidFill>
                          <a:effectLst/>
                          <a:latin typeface="Verdana" panose="020B0604030504040204" pitchFamily="34" charset="0"/>
                        </a:rPr>
                        <a:t>Test &amp; Deliver</a:t>
                      </a:r>
                    </a:p>
                  </a:txBody>
                  <a:tcPr marL="3742" marR="3742" marT="3742"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l" fontAlgn="ctr"/>
                      <a:r>
                        <a:rPr lang="en-US" sz="800" b="1" i="0" u="none" strike="noStrike">
                          <a:solidFill>
                            <a:srgbClr val="000000"/>
                          </a:solidFill>
                          <a:effectLst/>
                          <a:latin typeface="Verdana" panose="020B0604030504040204" pitchFamily="34" charset="0"/>
                        </a:rPr>
                        <a:t> </a:t>
                      </a:r>
                    </a:p>
                  </a:txBody>
                  <a:tcPr marL="3742" marR="3742" marT="3742"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1" i="0" u="none" strike="noStrike">
                          <a:solidFill>
                            <a:srgbClr val="000000"/>
                          </a:solidFill>
                          <a:effectLst/>
                          <a:latin typeface="Verdana" panose="020B0604030504040204" pitchFamily="34" charset="0"/>
                        </a:rPr>
                        <a:t>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75168111"/>
                  </a:ext>
                </a:extLst>
              </a:tr>
              <a:tr h="145163">
                <a:tc>
                  <a:txBody>
                    <a:bodyPr/>
                    <a:lstStyle/>
                    <a:p>
                      <a:pPr algn="ctr" fontAlgn="ctr"/>
                      <a:r>
                        <a:rPr lang="en-US" sz="800" b="1" i="0" u="none" strike="noStrike">
                          <a:solidFill>
                            <a:srgbClr val="000000"/>
                          </a:solidFill>
                          <a:effectLst/>
                          <a:latin typeface="Verdana" panose="020B0604030504040204" pitchFamily="34" charset="0"/>
                        </a:rPr>
                        <a:t>Role</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1" i="0" u="none" strike="noStrike">
                          <a:solidFill>
                            <a:srgbClr val="000000"/>
                          </a:solidFill>
                          <a:effectLst/>
                          <a:latin typeface="Verdana" panose="020B0604030504040204" pitchFamily="34" charset="0"/>
                        </a:rPr>
                        <a:t>Level</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1" i="0" u="none" strike="noStrike">
                          <a:solidFill>
                            <a:srgbClr val="000000"/>
                          </a:solidFill>
                          <a:effectLst/>
                          <a:latin typeface="Verdana" panose="020B0604030504040204" pitchFamily="34" charset="0"/>
                        </a:rPr>
                        <a:t>Role</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1" i="0" u="none" strike="noStrike">
                          <a:solidFill>
                            <a:srgbClr val="000000"/>
                          </a:solidFill>
                          <a:effectLst/>
                          <a:latin typeface="Verdana" panose="020B0604030504040204" pitchFamily="34" charset="0"/>
                        </a:rPr>
                        <a:t>Location</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1" i="0" u="none" strike="noStrike">
                          <a:solidFill>
                            <a:srgbClr val="000000"/>
                          </a:solidFill>
                          <a:effectLst/>
                          <a:latin typeface="Verdana" panose="020B0604030504040204" pitchFamily="34" charset="0"/>
                        </a:rPr>
                        <a:t>Rate</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1" i="0" u="none" strike="noStrike">
                          <a:solidFill>
                            <a:srgbClr val="000000"/>
                          </a:solidFill>
                          <a:effectLst/>
                          <a:latin typeface="Verdana" panose="020B0604030504040204" pitchFamily="34" charset="0"/>
                        </a:rPr>
                        <a:t>Week 1</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1" i="0" u="none" strike="noStrike">
                          <a:solidFill>
                            <a:srgbClr val="000000"/>
                          </a:solidFill>
                          <a:effectLst/>
                          <a:latin typeface="Verdana" panose="020B0604030504040204" pitchFamily="34" charset="0"/>
                        </a:rPr>
                        <a:t>Week 2</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1" i="0" u="none" strike="noStrike">
                          <a:solidFill>
                            <a:srgbClr val="000000"/>
                          </a:solidFill>
                          <a:effectLst/>
                          <a:latin typeface="Verdana" panose="020B0604030504040204" pitchFamily="34" charset="0"/>
                        </a:rPr>
                        <a:t>Week 3</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1" i="0" u="none" strike="noStrike">
                          <a:solidFill>
                            <a:srgbClr val="000000"/>
                          </a:solidFill>
                          <a:effectLst/>
                          <a:latin typeface="Verdana" panose="020B0604030504040204" pitchFamily="34" charset="0"/>
                        </a:rPr>
                        <a:t>Week 4</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1" i="0" u="none" strike="noStrike">
                          <a:solidFill>
                            <a:srgbClr val="000000"/>
                          </a:solidFill>
                          <a:effectLst/>
                          <a:latin typeface="Verdana" panose="020B0604030504040204" pitchFamily="34" charset="0"/>
                        </a:rPr>
                        <a:t>Week 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1" i="0" u="none" strike="noStrike">
                          <a:solidFill>
                            <a:srgbClr val="000000"/>
                          </a:solidFill>
                          <a:effectLst/>
                          <a:latin typeface="Verdana" panose="020B0604030504040204" pitchFamily="34" charset="0"/>
                        </a:rPr>
                        <a:t>Week 6</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1" i="0" u="none" strike="noStrike">
                          <a:solidFill>
                            <a:srgbClr val="000000"/>
                          </a:solidFill>
                          <a:effectLst/>
                          <a:latin typeface="Verdana" panose="020B0604030504040204" pitchFamily="34" charset="0"/>
                        </a:rPr>
                        <a:t>Week 7</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1" i="0" u="none" strike="noStrike">
                          <a:solidFill>
                            <a:srgbClr val="000000"/>
                          </a:solidFill>
                          <a:effectLst/>
                          <a:latin typeface="Verdana" panose="020B0604030504040204" pitchFamily="34" charset="0"/>
                        </a:rPr>
                        <a:t>Week 8</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1" i="0" u="none" strike="noStrike">
                          <a:solidFill>
                            <a:srgbClr val="000000"/>
                          </a:solidFill>
                          <a:effectLst/>
                          <a:latin typeface="Verdana" panose="020B0604030504040204" pitchFamily="34" charset="0"/>
                        </a:rPr>
                        <a:t>Week 9</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1" i="0" u="none" strike="noStrike">
                          <a:solidFill>
                            <a:srgbClr val="000000"/>
                          </a:solidFill>
                          <a:effectLst/>
                          <a:latin typeface="Verdana" panose="020B0604030504040204" pitchFamily="34" charset="0"/>
                        </a:rPr>
                        <a:t>Week 10</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1" i="0" u="none" strike="noStrike">
                          <a:solidFill>
                            <a:srgbClr val="000000"/>
                          </a:solidFill>
                          <a:effectLst/>
                          <a:latin typeface="Verdana" panose="020B0604030504040204" pitchFamily="34" charset="0"/>
                        </a:rPr>
                        <a:t>Week 11</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1" i="0" u="none" strike="noStrike">
                          <a:solidFill>
                            <a:srgbClr val="000000"/>
                          </a:solidFill>
                          <a:effectLst/>
                          <a:latin typeface="Verdana" panose="020B0604030504040204" pitchFamily="34" charset="0"/>
                        </a:rPr>
                        <a:t>Week 12</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1" i="0" u="none" strike="noStrike">
                          <a:solidFill>
                            <a:srgbClr val="000000"/>
                          </a:solidFill>
                          <a:effectLst/>
                          <a:latin typeface="Verdana" panose="020B0604030504040204" pitchFamily="34" charset="0"/>
                        </a:rPr>
                        <a:t>Total Hrs.</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1" i="0" u="none" strike="noStrike">
                          <a:solidFill>
                            <a:srgbClr val="000000"/>
                          </a:solidFill>
                          <a:effectLst/>
                          <a:latin typeface="Verdana" panose="020B0604030504040204" pitchFamily="34" charset="0"/>
                        </a:rPr>
                        <a:t>Total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15325230"/>
                  </a:ext>
                </a:extLst>
              </a:tr>
              <a:tr h="145163">
                <a:tc>
                  <a:txBody>
                    <a:bodyPr/>
                    <a:lstStyle/>
                    <a:p>
                      <a:pPr algn="ctr" fontAlgn="ctr"/>
                      <a:r>
                        <a:rPr lang="en-US" sz="800" b="0" i="0" u="none" strike="noStrike">
                          <a:solidFill>
                            <a:srgbClr val="000000"/>
                          </a:solidFill>
                          <a:effectLst/>
                          <a:latin typeface="Verdana" panose="020B0604030504040204" pitchFamily="34" charset="0"/>
                        </a:rPr>
                        <a:t>TECH</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Manager</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Developer</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PMO</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 $ 161.12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0</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0</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0</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0</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360</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 $    58,003.20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435644802"/>
                  </a:ext>
                </a:extLst>
              </a:tr>
              <a:tr h="145163">
                <a:tc>
                  <a:txBody>
                    <a:bodyPr/>
                    <a:lstStyle/>
                    <a:p>
                      <a:pPr algn="ctr" fontAlgn="ctr"/>
                      <a:r>
                        <a:rPr lang="en-US" sz="800" b="0" i="0" u="none" strike="noStrike">
                          <a:solidFill>
                            <a:srgbClr val="000000"/>
                          </a:solidFill>
                          <a:effectLst/>
                          <a:latin typeface="Verdana" panose="020B0604030504040204" pitchFamily="34" charset="0"/>
                        </a:rPr>
                        <a:t>TECH</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Sr. Consultant</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Developer</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Offshore</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38.00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540</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20,520.00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93932720"/>
                  </a:ext>
                </a:extLst>
              </a:tr>
              <a:tr h="145163">
                <a:tc>
                  <a:txBody>
                    <a:bodyPr/>
                    <a:lstStyle/>
                    <a:p>
                      <a:pPr algn="ctr" fontAlgn="ctr"/>
                      <a:r>
                        <a:rPr lang="en-US" sz="800" b="0" i="0" u="none" strike="noStrike">
                          <a:solidFill>
                            <a:srgbClr val="000000"/>
                          </a:solidFill>
                          <a:effectLst/>
                          <a:latin typeface="Verdana" panose="020B0604030504040204" pitchFamily="34" charset="0"/>
                        </a:rPr>
                        <a:t>TECH</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Consultant</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Developer</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Offshore</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32.00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540</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17,280.00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69708759"/>
                  </a:ext>
                </a:extLst>
              </a:tr>
              <a:tr h="145163">
                <a:tc>
                  <a:txBody>
                    <a:bodyPr/>
                    <a:lstStyle/>
                    <a:p>
                      <a:pPr algn="ctr" fontAlgn="ctr"/>
                      <a:r>
                        <a:rPr lang="en-US" sz="800" b="0" i="0" u="none" strike="noStrike">
                          <a:solidFill>
                            <a:srgbClr val="000000"/>
                          </a:solidFill>
                          <a:effectLst/>
                          <a:latin typeface="Verdana" panose="020B0604030504040204" pitchFamily="34" charset="0"/>
                        </a:rPr>
                        <a:t>TECH</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Consultant</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Developer</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Offshore</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32.00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540</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17,280.00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43548692"/>
                  </a:ext>
                </a:extLst>
              </a:tr>
              <a:tr h="145163">
                <a:tc>
                  <a:txBody>
                    <a:bodyPr/>
                    <a:lstStyle/>
                    <a:p>
                      <a:pPr algn="ctr" fontAlgn="ctr"/>
                      <a:r>
                        <a:rPr lang="en-US" sz="800" b="0" i="0" u="none" strike="noStrike">
                          <a:solidFill>
                            <a:srgbClr val="000000"/>
                          </a:solidFill>
                          <a:effectLst/>
                          <a:latin typeface="Verdana" panose="020B0604030504040204" pitchFamily="34" charset="0"/>
                        </a:rPr>
                        <a:t>TECH</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Consultant</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Developer</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Offshore</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32.00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540</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17,280.00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40404452"/>
                  </a:ext>
                </a:extLst>
              </a:tr>
              <a:tr h="145163">
                <a:tc>
                  <a:txBody>
                    <a:bodyPr/>
                    <a:lstStyle/>
                    <a:p>
                      <a:pPr algn="ctr" fontAlgn="ctr"/>
                      <a:r>
                        <a:rPr lang="en-US" sz="800" b="0" i="0" u="none" strike="noStrike">
                          <a:solidFill>
                            <a:srgbClr val="000000"/>
                          </a:solidFill>
                          <a:effectLst/>
                          <a:latin typeface="Verdana" panose="020B0604030504040204" pitchFamily="34" charset="0"/>
                        </a:rPr>
                        <a:t>TECH</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Consultant</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Developer</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Offshore</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32.00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540</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17,280.00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81133887"/>
                  </a:ext>
                </a:extLst>
              </a:tr>
              <a:tr h="145163">
                <a:tc>
                  <a:txBody>
                    <a:bodyPr/>
                    <a:lstStyle/>
                    <a:p>
                      <a:pPr algn="ctr" fontAlgn="ctr"/>
                      <a:r>
                        <a:rPr lang="en-US" sz="800" b="0" i="0" u="none" strike="noStrike">
                          <a:solidFill>
                            <a:srgbClr val="000000"/>
                          </a:solidFill>
                          <a:effectLst/>
                          <a:latin typeface="Verdana" panose="020B0604030504040204" pitchFamily="34" charset="0"/>
                        </a:rPr>
                        <a:t>TECH</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Consultant</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Developer</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Offshore</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32.00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540</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17,280.00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62851871"/>
                  </a:ext>
                </a:extLst>
              </a:tr>
              <a:tr h="145163">
                <a:tc>
                  <a:txBody>
                    <a:bodyPr/>
                    <a:lstStyle/>
                    <a:p>
                      <a:pPr algn="ctr" fontAlgn="ctr"/>
                      <a:r>
                        <a:rPr lang="en-US" sz="800" b="0" i="0" u="none" strike="noStrike">
                          <a:solidFill>
                            <a:srgbClr val="000000"/>
                          </a:solidFill>
                          <a:effectLst/>
                          <a:latin typeface="Verdana" panose="020B0604030504040204" pitchFamily="34" charset="0"/>
                        </a:rPr>
                        <a:t>TECH</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Consultant</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Developer</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Offshore</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32.00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540</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17,280.00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51467258"/>
                  </a:ext>
                </a:extLst>
              </a:tr>
              <a:tr h="145163">
                <a:tc>
                  <a:txBody>
                    <a:bodyPr/>
                    <a:lstStyle/>
                    <a:p>
                      <a:pPr algn="ctr" fontAlgn="ctr"/>
                      <a:r>
                        <a:rPr lang="en-US" sz="800" b="0" i="0" u="none" strike="noStrike">
                          <a:solidFill>
                            <a:srgbClr val="000000"/>
                          </a:solidFill>
                          <a:effectLst/>
                          <a:latin typeface="Verdana" panose="020B0604030504040204" pitchFamily="34" charset="0"/>
                        </a:rPr>
                        <a:t>TECH</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Consultant</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Developer</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Offshore</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32.00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0</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495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15,840.00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1195037"/>
                  </a:ext>
                </a:extLst>
              </a:tr>
              <a:tr h="145163">
                <a:tc>
                  <a:txBody>
                    <a:bodyPr/>
                    <a:lstStyle/>
                    <a:p>
                      <a:pPr algn="ctr" fontAlgn="ctr"/>
                      <a:r>
                        <a:rPr lang="en-US" sz="800" b="0" i="0" u="none" strike="noStrike">
                          <a:solidFill>
                            <a:srgbClr val="000000"/>
                          </a:solidFill>
                          <a:effectLst/>
                          <a:latin typeface="Verdana" panose="020B0604030504040204" pitchFamily="34" charset="0"/>
                        </a:rPr>
                        <a:t>USI ERP</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Consultant</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Functional</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Offshore</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32.00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540</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17,280.00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74380472"/>
                  </a:ext>
                </a:extLst>
              </a:tr>
              <a:tr h="145163">
                <a:tc>
                  <a:txBody>
                    <a:bodyPr/>
                    <a:lstStyle/>
                    <a:p>
                      <a:pPr algn="ctr" fontAlgn="ctr"/>
                      <a:r>
                        <a:rPr lang="en-US" sz="800" b="0" i="0" u="none" strike="noStrike">
                          <a:solidFill>
                            <a:srgbClr val="000000"/>
                          </a:solidFill>
                          <a:effectLst/>
                          <a:latin typeface="Verdana" panose="020B0604030504040204" pitchFamily="34" charset="0"/>
                        </a:rPr>
                        <a:t>USI Absence</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Consultant</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Functional</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Offshore</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46.00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540</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24,840.00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6303803"/>
                  </a:ext>
                </a:extLst>
              </a:tr>
              <a:tr h="145163">
                <a:tc>
                  <a:txBody>
                    <a:bodyPr/>
                    <a:lstStyle/>
                    <a:p>
                      <a:pPr algn="ctr" fontAlgn="ctr"/>
                      <a:r>
                        <a:rPr lang="en-US" sz="800" b="0" i="0" u="none" strike="noStrike">
                          <a:solidFill>
                            <a:srgbClr val="000000"/>
                          </a:solidFill>
                          <a:effectLst/>
                          <a:latin typeface="Verdana" panose="020B0604030504040204" pitchFamily="34" charset="0"/>
                        </a:rPr>
                        <a:t>USI Payroll</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Consultant</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Functional</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Offshore</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46.00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540</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24,840.00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23689075"/>
                  </a:ext>
                </a:extLst>
              </a:tr>
              <a:tr h="145163">
                <a:tc>
                  <a:txBody>
                    <a:bodyPr/>
                    <a:lstStyle/>
                    <a:p>
                      <a:pPr algn="ctr" fontAlgn="ctr"/>
                      <a:r>
                        <a:rPr lang="en-US" sz="800" b="0" i="0" u="none" strike="noStrike">
                          <a:solidFill>
                            <a:srgbClr val="000000"/>
                          </a:solidFill>
                          <a:effectLst/>
                          <a:latin typeface="Verdana" panose="020B0604030504040204" pitchFamily="34" charset="0"/>
                        </a:rPr>
                        <a:t>Total</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450</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495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495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495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540</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540</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540</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540</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540</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540</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540</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540</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1" i="0" u="none" strike="noStrike">
                          <a:solidFill>
                            <a:srgbClr val="000000"/>
                          </a:solidFill>
                          <a:effectLst/>
                          <a:latin typeface="Verdana" panose="020B0604030504040204" pitchFamily="34" charset="0"/>
                        </a:rPr>
                        <a:t>6255</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1" i="0" u="none" strike="noStrike" dirty="0">
                          <a:solidFill>
                            <a:srgbClr val="000000"/>
                          </a:solidFill>
                          <a:effectLst/>
                          <a:latin typeface="Verdana" panose="020B0604030504040204" pitchFamily="34" charset="0"/>
                        </a:rPr>
                        <a:t> $265,003.20 </a:t>
                      </a:r>
                    </a:p>
                  </a:txBody>
                  <a:tcPr marL="3742" marR="3742" marT="37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115996164"/>
                  </a:ext>
                </a:extLst>
              </a:tr>
            </a:tbl>
          </a:graphicData>
        </a:graphic>
      </p:graphicFrame>
    </p:spTree>
    <p:extLst>
      <p:ext uri="{BB962C8B-B14F-4D97-AF65-F5344CB8AC3E}">
        <p14:creationId xmlns:p14="http://schemas.microsoft.com/office/powerpoint/2010/main" val="192747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3367875-4079-4B40-9076-85FE5645584E}"/>
              </a:ext>
            </a:extLst>
          </p:cNvPr>
          <p:cNvGraphicFramePr>
            <a:graphicFrameLocks noGrp="1"/>
          </p:cNvGraphicFramePr>
          <p:nvPr>
            <p:extLst>
              <p:ext uri="{D42A27DB-BD31-4B8C-83A1-F6EECF244321}">
                <p14:modId xmlns:p14="http://schemas.microsoft.com/office/powerpoint/2010/main" val="2194574097"/>
              </p:ext>
            </p:extLst>
          </p:nvPr>
        </p:nvGraphicFramePr>
        <p:xfrm>
          <a:off x="880545" y="1899408"/>
          <a:ext cx="10820397" cy="2930361"/>
        </p:xfrm>
        <a:graphic>
          <a:graphicData uri="http://schemas.openxmlformats.org/drawingml/2006/table">
            <a:tbl>
              <a:tblPr/>
              <a:tblGrid>
                <a:gridCol w="1437213">
                  <a:extLst>
                    <a:ext uri="{9D8B030D-6E8A-4147-A177-3AD203B41FA5}">
                      <a16:colId xmlns:a16="http://schemas.microsoft.com/office/drawing/2014/main" val="2538401434"/>
                    </a:ext>
                  </a:extLst>
                </a:gridCol>
                <a:gridCol w="1205938">
                  <a:extLst>
                    <a:ext uri="{9D8B030D-6E8A-4147-A177-3AD203B41FA5}">
                      <a16:colId xmlns:a16="http://schemas.microsoft.com/office/drawing/2014/main" val="3177155476"/>
                    </a:ext>
                  </a:extLst>
                </a:gridCol>
                <a:gridCol w="1668489">
                  <a:extLst>
                    <a:ext uri="{9D8B030D-6E8A-4147-A177-3AD203B41FA5}">
                      <a16:colId xmlns:a16="http://schemas.microsoft.com/office/drawing/2014/main" val="2062615732"/>
                    </a:ext>
                  </a:extLst>
                </a:gridCol>
                <a:gridCol w="528630">
                  <a:extLst>
                    <a:ext uri="{9D8B030D-6E8A-4147-A177-3AD203B41FA5}">
                      <a16:colId xmlns:a16="http://schemas.microsoft.com/office/drawing/2014/main" val="477070193"/>
                    </a:ext>
                  </a:extLst>
                </a:gridCol>
                <a:gridCol w="528630">
                  <a:extLst>
                    <a:ext uri="{9D8B030D-6E8A-4147-A177-3AD203B41FA5}">
                      <a16:colId xmlns:a16="http://schemas.microsoft.com/office/drawing/2014/main" val="875207099"/>
                    </a:ext>
                  </a:extLst>
                </a:gridCol>
                <a:gridCol w="528630">
                  <a:extLst>
                    <a:ext uri="{9D8B030D-6E8A-4147-A177-3AD203B41FA5}">
                      <a16:colId xmlns:a16="http://schemas.microsoft.com/office/drawing/2014/main" val="2567008318"/>
                    </a:ext>
                  </a:extLst>
                </a:gridCol>
                <a:gridCol w="528630">
                  <a:extLst>
                    <a:ext uri="{9D8B030D-6E8A-4147-A177-3AD203B41FA5}">
                      <a16:colId xmlns:a16="http://schemas.microsoft.com/office/drawing/2014/main" val="3730954450"/>
                    </a:ext>
                  </a:extLst>
                </a:gridCol>
                <a:gridCol w="528630">
                  <a:extLst>
                    <a:ext uri="{9D8B030D-6E8A-4147-A177-3AD203B41FA5}">
                      <a16:colId xmlns:a16="http://schemas.microsoft.com/office/drawing/2014/main" val="3517951640"/>
                    </a:ext>
                  </a:extLst>
                </a:gridCol>
                <a:gridCol w="528630">
                  <a:extLst>
                    <a:ext uri="{9D8B030D-6E8A-4147-A177-3AD203B41FA5}">
                      <a16:colId xmlns:a16="http://schemas.microsoft.com/office/drawing/2014/main" val="3980805601"/>
                    </a:ext>
                  </a:extLst>
                </a:gridCol>
                <a:gridCol w="528630">
                  <a:extLst>
                    <a:ext uri="{9D8B030D-6E8A-4147-A177-3AD203B41FA5}">
                      <a16:colId xmlns:a16="http://schemas.microsoft.com/office/drawing/2014/main" val="1963223305"/>
                    </a:ext>
                  </a:extLst>
                </a:gridCol>
                <a:gridCol w="528630">
                  <a:extLst>
                    <a:ext uri="{9D8B030D-6E8A-4147-A177-3AD203B41FA5}">
                      <a16:colId xmlns:a16="http://schemas.microsoft.com/office/drawing/2014/main" val="3647200782"/>
                    </a:ext>
                  </a:extLst>
                </a:gridCol>
                <a:gridCol w="693827">
                  <a:extLst>
                    <a:ext uri="{9D8B030D-6E8A-4147-A177-3AD203B41FA5}">
                      <a16:colId xmlns:a16="http://schemas.microsoft.com/office/drawing/2014/main" val="1232498558"/>
                    </a:ext>
                  </a:extLst>
                </a:gridCol>
                <a:gridCol w="528630">
                  <a:extLst>
                    <a:ext uri="{9D8B030D-6E8A-4147-A177-3AD203B41FA5}">
                      <a16:colId xmlns:a16="http://schemas.microsoft.com/office/drawing/2014/main" val="3147808267"/>
                    </a:ext>
                  </a:extLst>
                </a:gridCol>
                <a:gridCol w="528630">
                  <a:extLst>
                    <a:ext uri="{9D8B030D-6E8A-4147-A177-3AD203B41FA5}">
                      <a16:colId xmlns:a16="http://schemas.microsoft.com/office/drawing/2014/main" val="2642192970"/>
                    </a:ext>
                  </a:extLst>
                </a:gridCol>
                <a:gridCol w="528630">
                  <a:extLst>
                    <a:ext uri="{9D8B030D-6E8A-4147-A177-3AD203B41FA5}">
                      <a16:colId xmlns:a16="http://schemas.microsoft.com/office/drawing/2014/main" val="4195240687"/>
                    </a:ext>
                  </a:extLst>
                </a:gridCol>
              </a:tblGrid>
              <a:tr h="381000">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ctr"/>
                      <a:r>
                        <a:rPr lang="en-US" sz="1100" b="1" i="0" u="none" strike="noStrike" dirty="0">
                          <a:solidFill>
                            <a:srgbClr val="000000"/>
                          </a:solidFill>
                          <a:effectLst/>
                          <a:latin typeface="Calibri" panose="020F0502020204030204" pitchFamily="34" charset="0"/>
                        </a:rPr>
                        <a:t>HGV Module Scope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ctr"/>
                      <a:r>
                        <a:rPr lang="en-US" sz="1100" b="1" i="0" u="none" strike="noStrike" dirty="0">
                          <a:solidFill>
                            <a:srgbClr val="000000"/>
                          </a:solidFill>
                          <a:effectLst/>
                          <a:latin typeface="Calibri" panose="020F0502020204030204" pitchFamily="34" charset="0"/>
                        </a:rPr>
                        <a:t>Total Scripts </a:t>
                      </a:r>
                      <a:br>
                        <a:rPr lang="en-US" sz="1100" b="1" i="0" u="none" strike="noStrike" dirty="0">
                          <a:solidFill>
                            <a:srgbClr val="000000"/>
                          </a:solidFill>
                          <a:effectLst/>
                          <a:latin typeface="Calibri" panose="020F0502020204030204" pitchFamily="34" charset="0"/>
                        </a:rPr>
                      </a:br>
                      <a:r>
                        <a:rPr lang="en-US" sz="1100" b="1" i="0" u="none" strike="noStrike" dirty="0">
                          <a:solidFill>
                            <a:srgbClr val="000000"/>
                          </a:solidFill>
                          <a:effectLst/>
                          <a:latin typeface="Calibri" panose="020F0502020204030204" pitchFamily="34" charset="0"/>
                        </a:rPr>
                        <a:t>in HGV</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ctr"/>
                      <a:r>
                        <a:rPr lang="en-US" sz="1100" b="1" i="0" u="none" strike="noStrike" dirty="0">
                          <a:solidFill>
                            <a:srgbClr val="000000"/>
                          </a:solidFill>
                          <a:effectLst/>
                          <a:latin typeface="Calibri" panose="020F0502020204030204" pitchFamily="34" charset="0"/>
                        </a:rPr>
                        <a:t>Automated scripts in Deloitte Repository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ctr"/>
                      <a:r>
                        <a:rPr lang="en-US" sz="1100" b="1" i="0" u="none" strike="noStrike" dirty="0">
                          <a:solidFill>
                            <a:srgbClr val="000000"/>
                          </a:solidFill>
                          <a:effectLst/>
                          <a:latin typeface="Calibri" panose="020F0502020204030204" pitchFamily="34" charset="0"/>
                        </a:rPr>
                        <a:t>Total Scripts to be newly developed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endParaRPr lang="en-US"/>
                    </a:p>
                  </a:txBody>
                  <a:tcPr/>
                </a:tc>
                <a:tc hMerge="1">
                  <a:txBody>
                    <a:bodyPr/>
                    <a:lstStyle/>
                    <a:p>
                      <a:endParaRPr lang="en-US"/>
                    </a:p>
                  </a:txBody>
                  <a:tcPr/>
                </a:tc>
                <a:tc gridSpan="3">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ctr"/>
                      <a:r>
                        <a:rPr lang="en-US" sz="1100" b="1" i="0" u="none" strike="noStrike">
                          <a:solidFill>
                            <a:srgbClr val="000000"/>
                          </a:solidFill>
                          <a:effectLst/>
                          <a:latin typeface="Calibri" panose="020F0502020204030204" pitchFamily="34" charset="0"/>
                        </a:rPr>
                        <a:t>Total Scripts to be </a:t>
                      </a:r>
                      <a:br>
                        <a:rPr lang="en-US" sz="1100" b="1" i="0" u="none" strike="noStrike">
                          <a:solidFill>
                            <a:srgbClr val="000000"/>
                          </a:solidFill>
                          <a:effectLst/>
                          <a:latin typeface="Calibri" panose="020F0502020204030204" pitchFamily="34" charset="0"/>
                        </a:rPr>
                      </a:br>
                      <a:r>
                        <a:rPr lang="en-US" sz="1100" b="1" i="0" u="none" strike="noStrike">
                          <a:solidFill>
                            <a:srgbClr val="000000"/>
                          </a:solidFill>
                          <a:effectLst/>
                          <a:latin typeface="Calibri" panose="020F0502020204030204" pitchFamily="34" charset="0"/>
                        </a:rPr>
                        <a:t>refactored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endParaRPr lang="en-US"/>
                    </a:p>
                  </a:txBody>
                  <a:tcPr/>
                </a:tc>
                <a:tc hMerge="1">
                  <a:txBody>
                    <a:bodyPr/>
                    <a:lstStyle/>
                    <a:p>
                      <a:endParaRPr lang="en-US"/>
                    </a:p>
                  </a:txBody>
                  <a:tcPr/>
                </a:tc>
                <a:tc gridSpan="3">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ctr"/>
                      <a:r>
                        <a:rPr lang="en-US" sz="1100" b="1" i="0" u="none" strike="noStrike" dirty="0">
                          <a:solidFill>
                            <a:srgbClr val="000000"/>
                          </a:solidFill>
                          <a:effectLst/>
                          <a:latin typeface="Calibri" panose="020F0502020204030204" pitchFamily="34" charset="0"/>
                        </a:rPr>
                        <a:t>Effort Estimate for New Development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endParaRPr lang="en-US"/>
                    </a:p>
                  </a:txBody>
                  <a:tcPr/>
                </a:tc>
                <a:tc hMerge="1">
                  <a:txBody>
                    <a:bodyPr/>
                    <a:lstStyle/>
                    <a:p>
                      <a:endParaRPr lang="en-US"/>
                    </a:p>
                  </a:txBody>
                  <a:tcPr/>
                </a:tc>
                <a:tc gridSpan="3">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ctr"/>
                      <a:r>
                        <a:rPr lang="en-US" sz="1100" b="1" i="0" u="none" strike="noStrike" dirty="0">
                          <a:solidFill>
                            <a:srgbClr val="000000"/>
                          </a:solidFill>
                          <a:effectLst/>
                          <a:latin typeface="Calibri" panose="020F0502020204030204" pitchFamily="34" charset="0"/>
                        </a:rPr>
                        <a:t>Effort Estimate for scripts to be refactored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659120561"/>
                  </a:ext>
                </a:extLst>
              </a:tr>
              <a:tr h="184150">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Simple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Medium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Complex</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Simple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Medium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Complex</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Simple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Medium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Complex</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Simple</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Medium</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Complex</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654579931"/>
                  </a:ext>
                </a:extLst>
              </a:tr>
              <a:tr h="184150">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100" b="0" i="0" u="none" strike="noStrike">
                          <a:solidFill>
                            <a:srgbClr val="000000"/>
                          </a:solidFill>
                          <a:effectLst/>
                          <a:latin typeface="Calibri" panose="020F0502020204030204" pitchFamily="34" charset="0"/>
                        </a:rPr>
                        <a:t>Absence</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702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36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45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521087"/>
                  </a:ext>
                </a:extLst>
              </a:tr>
              <a:tr h="184150">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100" b="0" i="0" u="none" strike="noStrike">
                          <a:solidFill>
                            <a:srgbClr val="000000"/>
                          </a:solidFill>
                          <a:effectLst/>
                          <a:latin typeface="Calibri" panose="020F0502020204030204" pitchFamily="34" charset="0"/>
                        </a:rPr>
                        <a:t>AP</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59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540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900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270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32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64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3055342"/>
                  </a:ext>
                </a:extLst>
              </a:tr>
              <a:tr h="184150">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100" b="0" i="0" u="none" strike="noStrike">
                          <a:solidFill>
                            <a:srgbClr val="000000"/>
                          </a:solidFill>
                          <a:effectLst/>
                          <a:latin typeface="Calibri" panose="020F0502020204030204" pitchFamily="34" charset="0"/>
                        </a:rPr>
                        <a:t>AR</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72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45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32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24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60584616"/>
                  </a:ext>
                </a:extLst>
              </a:tr>
              <a:tr h="80608">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100" b="0" i="0" u="none" strike="noStrike">
                          <a:solidFill>
                            <a:srgbClr val="000000"/>
                          </a:solidFill>
                          <a:effectLst/>
                          <a:latin typeface="Calibri" panose="020F0502020204030204" pitchFamily="34" charset="0"/>
                        </a:rPr>
                        <a:t>CM</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4</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 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54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16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9460314"/>
                  </a:ext>
                </a:extLst>
              </a:tr>
              <a:tr h="175731">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100" b="0" i="0" u="none" strike="noStrike" dirty="0">
                          <a:solidFill>
                            <a:srgbClr val="000000"/>
                          </a:solidFill>
                          <a:effectLst/>
                          <a:latin typeface="Calibri" panose="020F0502020204030204" pitchFamily="34" charset="0"/>
                        </a:rPr>
                        <a:t>Core HR</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59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51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1377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252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45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0317289"/>
                  </a:ext>
                </a:extLst>
              </a:tr>
              <a:tr h="184150">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100" b="0" i="0" u="none" strike="noStrike" dirty="0">
                          <a:solidFill>
                            <a:srgbClr val="000000"/>
                          </a:solidFill>
                          <a:effectLst/>
                          <a:latin typeface="Calibri" panose="020F0502020204030204" pitchFamily="34" charset="0"/>
                        </a:rPr>
                        <a:t>FA</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10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 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324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45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0682759"/>
                  </a:ext>
                </a:extLst>
              </a:tr>
              <a:tr h="184150">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100" b="0" i="0" u="none" strike="noStrike" dirty="0">
                          <a:solidFill>
                            <a:srgbClr val="000000"/>
                          </a:solidFill>
                          <a:effectLst/>
                          <a:latin typeface="Calibri" panose="020F0502020204030204" pitchFamily="34" charset="0"/>
                        </a:rPr>
                        <a:t>GL</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49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3</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34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918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288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180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32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6457617"/>
                  </a:ext>
                </a:extLst>
              </a:tr>
              <a:tr h="184150">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100" b="0" i="0" u="none" strike="noStrike">
                          <a:solidFill>
                            <a:srgbClr val="000000"/>
                          </a:solidFill>
                          <a:effectLst/>
                          <a:latin typeface="Calibri" panose="020F0502020204030204" pitchFamily="34" charset="0"/>
                        </a:rPr>
                        <a:t>Payroll </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121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79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39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2133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1404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135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542755"/>
                  </a:ext>
                </a:extLst>
              </a:tr>
              <a:tr h="184150">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100" b="0" i="0" u="none" strike="noStrike" dirty="0">
                          <a:solidFill>
                            <a:srgbClr val="000000"/>
                          </a:solidFill>
                          <a:effectLst/>
                          <a:latin typeface="Calibri" panose="020F0502020204030204" pitchFamily="34" charset="0"/>
                        </a:rPr>
                        <a:t>PPM</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 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288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135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2602790"/>
                  </a:ext>
                </a:extLst>
              </a:tr>
              <a:tr h="184150">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100" b="0" i="0" u="none" strike="noStrike" dirty="0">
                          <a:solidFill>
                            <a:srgbClr val="000000"/>
                          </a:solidFill>
                          <a:effectLst/>
                          <a:latin typeface="Calibri" panose="020F0502020204030204" pitchFamily="34" charset="0"/>
                        </a:rPr>
                        <a:t>Procurement</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39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54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900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225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64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24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8943824"/>
                  </a:ext>
                </a:extLst>
              </a:tr>
              <a:tr h="184150">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100" b="0" i="0" u="none" strike="noStrike" dirty="0">
                          <a:solidFill>
                            <a:srgbClr val="000000"/>
                          </a:solidFill>
                          <a:effectLst/>
                          <a:latin typeface="Calibri" panose="020F0502020204030204" pitchFamily="34" charset="0"/>
                        </a:rPr>
                        <a:t>Taleo</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0</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a:solidFill>
                            <a:srgbClr val="000000"/>
                          </a:solidFill>
                          <a:effectLst/>
                          <a:latin typeface="Calibri" panose="020F0502020204030204" pitchFamily="34" charset="0"/>
                        </a:rPr>
                        <a:t>216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100" b="0" i="0" u="none" strike="noStrike" dirty="0">
                          <a:solidFill>
                            <a:srgbClr val="000000"/>
                          </a:solidFill>
                          <a:effectLst/>
                          <a:latin typeface="Calibri" panose="020F0502020204030204" pitchFamily="34" charset="0"/>
                        </a:rPr>
                        <a:t>45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0" i="0" u="none" strike="noStrike" dirty="0">
                          <a:solidFill>
                            <a:srgbClr val="000000"/>
                          </a:solidFill>
                          <a:effectLst/>
                          <a:latin typeface="Calibri" panose="020F0502020204030204" pitchFamily="34" charset="0"/>
                        </a:rPr>
                        <a:t>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268915"/>
                  </a:ext>
                </a:extLst>
              </a:tr>
              <a:tr h="116690">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endParaRPr lang="en-US" sz="1100" b="1" i="0" u="none" strike="noStrike" dirty="0">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397</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216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130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b"/>
                      <a:r>
                        <a:rPr lang="en-US" sz="1100" b="1" i="0" u="none" strike="noStrike" dirty="0">
                          <a:solidFill>
                            <a:srgbClr val="000000"/>
                          </a:solidFill>
                          <a:effectLst/>
                          <a:latin typeface="Calibri" panose="020F0502020204030204" pitchFamily="34" charset="0"/>
                        </a:rPr>
                        <a:t>26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10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13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5832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4680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b"/>
                      <a:r>
                        <a:rPr lang="en-US" sz="1100" b="1" i="0" u="none" strike="noStrike" dirty="0">
                          <a:solidFill>
                            <a:srgbClr val="000000"/>
                          </a:solidFill>
                          <a:effectLst/>
                          <a:latin typeface="Calibri" panose="020F0502020204030204" pitchFamily="34" charset="0"/>
                        </a:rPr>
                        <a:t>1170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80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b"/>
                      <a:r>
                        <a:rPr lang="en-US" sz="1100" b="1" i="0" u="none" strike="noStrike">
                          <a:solidFill>
                            <a:srgbClr val="000000"/>
                          </a:solidFill>
                          <a:effectLst/>
                          <a:latin typeface="Calibri" panose="020F0502020204030204" pitchFamily="34" charset="0"/>
                        </a:rPr>
                        <a:t>208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b"/>
                      <a:r>
                        <a:rPr lang="en-US" sz="1100" b="1" i="0" u="none" strike="noStrike" dirty="0">
                          <a:solidFill>
                            <a:srgbClr val="000000"/>
                          </a:solidFill>
                          <a:effectLst/>
                          <a:latin typeface="Calibri" panose="020F0502020204030204" pitchFamily="34" charset="0"/>
                        </a:rPr>
                        <a:t>48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43091875"/>
                  </a:ext>
                </a:extLst>
              </a:tr>
              <a:tr h="184150">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endParaRPr lang="en-US" sz="1100" b="0" i="0" u="none" strike="noStrike" dirty="0">
                        <a:solidFill>
                          <a:srgbClr val="000000"/>
                        </a:solidFill>
                        <a:effectLst/>
                        <a:latin typeface="Calibri" panose="020F0502020204030204" pitchFamily="34" charset="0"/>
                      </a:endParaRP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endParaRPr lang="en-US" sz="1100" b="0" i="0" u="none" strike="noStrike" dirty="0">
                        <a:solidFill>
                          <a:srgbClr val="000000"/>
                        </a:solidFill>
                        <a:effectLst/>
                        <a:latin typeface="Calibri" panose="020F0502020204030204" pitchFamily="34" charset="0"/>
                      </a:endParaRP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endParaRPr lang="en-US" sz="1100" b="0" i="0" u="none" strike="noStrike" dirty="0">
                        <a:solidFill>
                          <a:srgbClr val="000000"/>
                        </a:solidFill>
                        <a:effectLst/>
                        <a:latin typeface="Calibri" panose="020F0502020204030204" pitchFamily="34" charset="0"/>
                      </a:endParaRP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endParaRPr lang="en-US" sz="1100" b="0" i="0" u="none" strike="noStrike" dirty="0">
                        <a:solidFill>
                          <a:srgbClr val="000000"/>
                        </a:solidFill>
                        <a:effectLst/>
                        <a:latin typeface="Calibri" panose="020F0502020204030204" pitchFamily="34" charset="0"/>
                      </a:endParaRPr>
                    </a:p>
                  </a:txBody>
                  <a:tcPr marL="6350" marR="6350" marT="6350" marB="0" anchor="b">
                    <a:lnL>
                      <a:noFill/>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endParaRPr lang="en-US" sz="1100" b="0" i="0" u="none" strike="noStrike" dirty="0">
                        <a:solidFill>
                          <a:srgbClr val="000000"/>
                        </a:solidFill>
                        <a:effectLst/>
                        <a:latin typeface="Calibri" panose="020F0502020204030204" pitchFamily="34" charset="0"/>
                      </a:endParaRPr>
                    </a:p>
                  </a:txBody>
                  <a:tcPr marL="6350" marR="6350" marT="635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372</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endParaRPr lang="en-US" sz="1100" b="1" i="0" u="none" strike="noStrike" dirty="0">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endParaRPr lang="en-US" sz="1100" b="1" i="0" u="none" strike="noStrike" dirty="0">
                        <a:solidFill>
                          <a:srgbClr val="000000"/>
                        </a:solidFill>
                        <a:effectLst/>
                        <a:latin typeface="Calibri" panose="020F0502020204030204" pitchFamily="34" charset="0"/>
                      </a:endParaRPr>
                    </a:p>
                  </a:txBody>
                  <a:tcPr marL="6350" marR="6350" marT="635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25</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endParaRPr lang="en-US" sz="1100" b="1" i="0" u="none" strike="noStrike" dirty="0">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endParaRPr lang="en-US" sz="1100" b="1" i="0" u="none" strike="noStrike" dirty="0">
                        <a:solidFill>
                          <a:srgbClr val="000000"/>
                        </a:solidFill>
                        <a:effectLst/>
                        <a:latin typeface="Calibri" panose="020F0502020204030204" pitchFamily="34" charset="0"/>
                      </a:endParaRPr>
                    </a:p>
                  </a:txBody>
                  <a:tcPr marL="6350" marR="6350" marT="635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fontAlgn="b"/>
                      <a:r>
                        <a:rPr lang="en-US" sz="1100" b="1" i="0" u="none" strike="noStrike" dirty="0">
                          <a:solidFill>
                            <a:srgbClr val="000000"/>
                          </a:solidFill>
                          <a:effectLst/>
                          <a:latin typeface="Calibri" panose="020F0502020204030204" pitchFamily="34" charset="0"/>
                        </a:rPr>
                        <a:t>11682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endParaRPr lang="en-US" sz="1100" b="1" i="0" u="none" strike="noStrike" dirty="0">
                        <a:solidFill>
                          <a:srgbClr val="000000"/>
                        </a:solidFill>
                        <a:effectLst/>
                        <a:latin typeface="Calibri" panose="020F0502020204030204" pitchFamily="34" charset="0"/>
                      </a:endParaRPr>
                    </a:p>
                  </a:txBody>
                  <a:tcPr marL="6350" marR="6350" marT="635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endParaRPr lang="en-US" sz="1100" b="1" i="0" u="none" strike="noStrike" dirty="0">
                        <a:solidFill>
                          <a:srgbClr val="000000"/>
                        </a:solidFill>
                        <a:effectLst/>
                        <a:latin typeface="Calibri" panose="020F0502020204030204" pitchFamily="34" charset="0"/>
                      </a:endParaRPr>
                    </a:p>
                  </a:txBody>
                  <a:tcPr marL="6350" marR="6350" marT="635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fontAlgn="b"/>
                      <a:r>
                        <a:rPr lang="en-US" sz="1100" b="1" i="0" u="none" strike="noStrike" dirty="0">
                          <a:solidFill>
                            <a:srgbClr val="000000"/>
                          </a:solidFill>
                          <a:effectLst/>
                          <a:latin typeface="Calibri" panose="020F0502020204030204" pitchFamily="34" charset="0"/>
                        </a:rPr>
                        <a:t>336</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787042352"/>
                  </a:ext>
                </a:extLst>
              </a:tr>
            </a:tbl>
          </a:graphicData>
        </a:graphic>
      </p:graphicFrame>
      <p:sp>
        <p:nvSpPr>
          <p:cNvPr id="5" name="TextBox 4">
            <a:extLst>
              <a:ext uri="{FF2B5EF4-FFF2-40B4-BE49-F238E27FC236}">
                <a16:creationId xmlns:a16="http://schemas.microsoft.com/office/drawing/2014/main" id="{00732928-96B2-49B9-A441-4FDE20B9088A}"/>
              </a:ext>
            </a:extLst>
          </p:cNvPr>
          <p:cNvSpPr txBox="1"/>
          <p:nvPr/>
        </p:nvSpPr>
        <p:spPr>
          <a:xfrm>
            <a:off x="286657" y="1899408"/>
            <a:ext cx="476862" cy="2790934"/>
          </a:xfrm>
          <a:prstGeom prst="rect">
            <a:avLst/>
          </a:prstGeom>
          <a:solidFill>
            <a:srgbClr val="00B0F0"/>
          </a:solidFill>
        </p:spPr>
        <p:txBody>
          <a:bodyPr vert="wordArtVert" wrap="square" rtlCol="0">
            <a:spAutoFit/>
          </a:bodyPr>
          <a:lstStyle/>
          <a:p>
            <a:r>
              <a:rPr lang="en-US" sz="1600" b="1" dirty="0">
                <a:solidFill>
                  <a:schemeClr val="bg1"/>
                </a:solidFill>
              </a:rPr>
              <a:t>SELENIUM</a:t>
            </a:r>
          </a:p>
        </p:txBody>
      </p:sp>
      <p:sp>
        <p:nvSpPr>
          <p:cNvPr id="7" name="Title 1">
            <a:extLst>
              <a:ext uri="{FF2B5EF4-FFF2-40B4-BE49-F238E27FC236}">
                <a16:creationId xmlns:a16="http://schemas.microsoft.com/office/drawing/2014/main" id="{CA7A8B93-A232-4949-850A-3F3ED64C490A}"/>
              </a:ext>
            </a:extLst>
          </p:cNvPr>
          <p:cNvSpPr txBox="1">
            <a:spLocks/>
          </p:cNvSpPr>
          <p:nvPr/>
        </p:nvSpPr>
        <p:spPr bwMode="gray">
          <a:xfrm>
            <a:off x="324365" y="320512"/>
            <a:ext cx="11252200" cy="332352"/>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rgbClr val="005587"/>
                </a:solidFill>
                <a:latin typeface="+mj-lt"/>
                <a:ea typeface="+mj-ea"/>
                <a:cs typeface="+mj-cs"/>
              </a:defRPr>
            </a:lvl1pPr>
          </a:lstStyle>
          <a:p>
            <a:pPr marL="0" marR="0" lvl="0" indent="0" algn="l" defTabSz="1214962"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a:ln>
                  <a:noFill/>
                </a:ln>
                <a:solidFill>
                  <a:sysClr val="windowText" lastClr="000000"/>
                </a:solidFill>
                <a:effectLst/>
                <a:uLnTx/>
                <a:uFillTx/>
                <a:latin typeface="Calibri" panose="020F0502020204030204" pitchFamily="34" charset="0"/>
                <a:ea typeface="+mj-ea"/>
                <a:cs typeface="Calibri" panose="020F0502020204030204" pitchFamily="34" charset="0"/>
              </a:rPr>
              <a:t>HGV Script Automation Effort Estimation - SELENIUM</a:t>
            </a:r>
          </a:p>
        </p:txBody>
      </p:sp>
      <p:sp>
        <p:nvSpPr>
          <p:cNvPr id="8" name="Text Placeholder 1">
            <a:extLst>
              <a:ext uri="{FF2B5EF4-FFF2-40B4-BE49-F238E27FC236}">
                <a16:creationId xmlns:a16="http://schemas.microsoft.com/office/drawing/2014/main" id="{D58A1638-8507-44FE-81E5-244485995DF5}"/>
              </a:ext>
            </a:extLst>
          </p:cNvPr>
          <p:cNvSpPr txBox="1">
            <a:spLocks/>
          </p:cNvSpPr>
          <p:nvPr/>
        </p:nvSpPr>
        <p:spPr>
          <a:xfrm>
            <a:off x="286657" y="933308"/>
            <a:ext cx="11508554" cy="619668"/>
          </a:xfrm>
          <a:prstGeom prst="rect">
            <a:avLst/>
          </a:prstGeom>
        </p:spPr>
        <p:txBody>
          <a:bodyPr/>
          <a:lstStyle>
            <a:lvl1pPr marL="0" indent="0" algn="l" defTabSz="1219170" rtl="0" eaLnBrk="1" latinLnBrk="0" hangingPunct="1">
              <a:spcBef>
                <a:spcPts val="0"/>
              </a:spcBef>
              <a:spcAft>
                <a:spcPts val="1000"/>
              </a:spcAft>
              <a:buSzPct val="100000"/>
              <a:buFontTx/>
              <a:buNone/>
              <a:defRPr sz="1600" b="0" kern="1200">
                <a:solidFill>
                  <a:srgbClr val="53565A"/>
                </a:solidFill>
                <a:latin typeface="+mn-lt"/>
                <a:ea typeface="+mn-ea"/>
                <a:cs typeface="+mn-cs"/>
              </a:defRPr>
            </a:lvl1pPr>
            <a:lvl2pPr marL="127000" indent="-127000" algn="l" defTabSz="1219170" rtl="0" eaLnBrk="1" latinLnBrk="0" hangingPunct="1">
              <a:spcBef>
                <a:spcPts val="0"/>
              </a:spcBef>
              <a:spcAft>
                <a:spcPts val="1000"/>
              </a:spcAft>
              <a:buClrTx/>
              <a:buSzPct val="100000"/>
              <a:buFont typeface="Arial" panose="020B0604020202020204" pitchFamily="34" charset="0"/>
              <a:buChar char="•"/>
              <a:defRPr lang="en-US" sz="1600" b="0" kern="1200" dirty="0" smtClean="0">
                <a:solidFill>
                  <a:srgbClr val="53565A"/>
                </a:solidFill>
                <a:latin typeface="+mn-lt"/>
                <a:ea typeface="+mn-ea"/>
                <a:cs typeface="+mn-cs"/>
              </a:defRPr>
            </a:lvl2pPr>
            <a:lvl3pPr marL="2794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dirty="0" smtClean="0">
                <a:solidFill>
                  <a:srgbClr val="53565A"/>
                </a:solidFill>
                <a:latin typeface="+mn-lt"/>
                <a:ea typeface="+mn-ea"/>
                <a:cs typeface="+mn-cs"/>
              </a:defRPr>
            </a:lvl3pPr>
            <a:lvl4pPr marL="4318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baseline="0" dirty="0" smtClean="0">
                <a:solidFill>
                  <a:srgbClr val="53565A"/>
                </a:solidFill>
                <a:latin typeface="+mn-lt"/>
                <a:ea typeface="+mn-ea"/>
                <a:cs typeface="+mn-cs"/>
              </a:defRPr>
            </a:lvl4pPr>
            <a:lvl5pPr marL="584200" indent="-127000" algn="l" defTabSz="1064657" rtl="0" eaLnBrk="1" latinLnBrk="0" hangingPunct="1">
              <a:spcBef>
                <a:spcPts val="0"/>
              </a:spcBef>
              <a:spcAft>
                <a:spcPts val="1000"/>
              </a:spcAft>
              <a:buClrTx/>
              <a:buSzPct val="100000"/>
              <a:buFont typeface="Arial" panose="020B0604020202020204" pitchFamily="34" charset="0"/>
              <a:buChar char="−"/>
              <a:tabLst/>
              <a:defRPr lang="en-US" sz="1600" kern="1200" baseline="0" dirty="0" smtClean="0">
                <a:solidFill>
                  <a:srgbClr val="53565A"/>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r>
              <a:rPr lang="en-GB" sz="1800" dirty="0">
                <a:solidFill>
                  <a:schemeClr val="tx1"/>
                </a:solidFill>
                <a:cs typeface="Calibri" panose="020F0502020204030204" pitchFamily="34" charset="0"/>
              </a:rPr>
              <a:t>Given below is the effort estimates for new development and refactoring of automated test scripts based on the test script scope at HGV</a:t>
            </a:r>
          </a:p>
        </p:txBody>
      </p:sp>
      <p:graphicFrame>
        <p:nvGraphicFramePr>
          <p:cNvPr id="9" name="Table 8">
            <a:extLst>
              <a:ext uri="{FF2B5EF4-FFF2-40B4-BE49-F238E27FC236}">
                <a16:creationId xmlns:a16="http://schemas.microsoft.com/office/drawing/2014/main" id="{D0C5769E-A864-436D-A24E-59BAED776DA3}"/>
              </a:ext>
            </a:extLst>
          </p:cNvPr>
          <p:cNvGraphicFramePr>
            <a:graphicFrameLocks noGrp="1"/>
          </p:cNvGraphicFramePr>
          <p:nvPr>
            <p:extLst>
              <p:ext uri="{D42A27DB-BD31-4B8C-83A1-F6EECF244321}">
                <p14:modId xmlns:p14="http://schemas.microsoft.com/office/powerpoint/2010/main" val="407001812"/>
              </p:ext>
            </p:extLst>
          </p:nvPr>
        </p:nvGraphicFramePr>
        <p:xfrm>
          <a:off x="880544" y="4831745"/>
          <a:ext cx="2663933" cy="258730"/>
        </p:xfrm>
        <a:graphic>
          <a:graphicData uri="http://schemas.openxmlformats.org/drawingml/2006/table">
            <a:tbl>
              <a:tblPr/>
              <a:tblGrid>
                <a:gridCol w="1438449">
                  <a:extLst>
                    <a:ext uri="{9D8B030D-6E8A-4147-A177-3AD203B41FA5}">
                      <a16:colId xmlns:a16="http://schemas.microsoft.com/office/drawing/2014/main" val="1380526065"/>
                    </a:ext>
                  </a:extLst>
                </a:gridCol>
                <a:gridCol w="1225484">
                  <a:extLst>
                    <a:ext uri="{9D8B030D-6E8A-4147-A177-3AD203B41FA5}">
                      <a16:colId xmlns:a16="http://schemas.microsoft.com/office/drawing/2014/main" val="636226259"/>
                    </a:ext>
                  </a:extLst>
                </a:gridCol>
              </a:tblGrid>
              <a:tr h="258730">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100" b="1" i="0" u="none" strike="noStrike" dirty="0">
                          <a:solidFill>
                            <a:srgbClr val="000000"/>
                          </a:solidFill>
                          <a:effectLst/>
                          <a:latin typeface="Calibri" panose="020F0502020204030204" pitchFamily="34" charset="0"/>
                        </a:rPr>
                        <a:t>Grand Total</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r" fontAlgn="b"/>
                      <a:r>
                        <a:rPr lang="en-US" sz="1100" b="1" i="0" u="none" strike="noStrike" dirty="0">
                          <a:solidFill>
                            <a:srgbClr val="000000"/>
                          </a:solidFill>
                          <a:effectLst/>
                          <a:latin typeface="Calibri" panose="020F0502020204030204" pitchFamily="34" charset="0"/>
                        </a:rPr>
                        <a:t>12,018</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750584965"/>
                  </a:ext>
                </a:extLst>
              </a:tr>
            </a:tbl>
          </a:graphicData>
        </a:graphic>
      </p:graphicFrame>
    </p:spTree>
    <p:extLst>
      <p:ext uri="{BB962C8B-B14F-4D97-AF65-F5344CB8AC3E}">
        <p14:creationId xmlns:p14="http://schemas.microsoft.com/office/powerpoint/2010/main" val="27159760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E934EF-F061-4750-97C6-1A30BB170927}"/>
              </a:ext>
            </a:extLst>
          </p:cNvPr>
          <p:cNvSpPr txBox="1">
            <a:spLocks/>
          </p:cNvSpPr>
          <p:nvPr/>
        </p:nvSpPr>
        <p:spPr>
          <a:xfrm>
            <a:off x="469900" y="212304"/>
            <a:ext cx="11252200" cy="334102"/>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1219170"/>
            <a:r>
              <a:rPr lang="en-US" sz="3600" dirty="0">
                <a:latin typeface="+mn-lt"/>
                <a:cs typeface="Arial" panose="020B0604020202020204" pitchFamily="34" charset="0"/>
              </a:rPr>
              <a:t>Selenium Full Automation – Resource Plan </a:t>
            </a:r>
            <a:r>
              <a:rPr lang="en-US" sz="1800" dirty="0">
                <a:highlight>
                  <a:srgbClr val="FFFF00"/>
                </a:highlight>
                <a:latin typeface="+mn-lt"/>
                <a:cs typeface="Arial" panose="020B0604020202020204" pitchFamily="34" charset="0"/>
              </a:rPr>
              <a:t>(Internal reference</a:t>
            </a:r>
            <a:endParaRPr lang="en-US" sz="3600" dirty="0">
              <a:highlight>
                <a:srgbClr val="FFFF00"/>
              </a:highlight>
              <a:latin typeface="+mn-lt"/>
              <a:cs typeface="Arial" panose="020B0604020202020204" pitchFamily="34" charset="0"/>
            </a:endParaRPr>
          </a:p>
          <a:p>
            <a:pPr defTabSz="1219170"/>
            <a:endParaRPr lang="en-US" sz="1200" dirty="0">
              <a:highlight>
                <a:srgbClr val="FFFF00"/>
              </a:highlight>
              <a:latin typeface="+mn-lt"/>
              <a:cs typeface="Arial" panose="020B0604020202020204" pitchFamily="34" charset="0"/>
            </a:endParaRPr>
          </a:p>
          <a:p>
            <a:pPr defTabSz="1219170"/>
            <a:endParaRPr lang="en-US" sz="3600" dirty="0">
              <a:highlight>
                <a:srgbClr val="FFFF00"/>
              </a:highlight>
              <a:latin typeface="+mn-lt"/>
              <a:cs typeface="Arial" panose="020B0604020202020204" pitchFamily="34" charset="0"/>
            </a:endParaRPr>
          </a:p>
        </p:txBody>
      </p:sp>
      <p:sp>
        <p:nvSpPr>
          <p:cNvPr id="5" name="TextBox 4">
            <a:extLst>
              <a:ext uri="{FF2B5EF4-FFF2-40B4-BE49-F238E27FC236}">
                <a16:creationId xmlns:a16="http://schemas.microsoft.com/office/drawing/2014/main" id="{393E60F9-4E80-4516-B8BE-26430F358627}"/>
              </a:ext>
            </a:extLst>
          </p:cNvPr>
          <p:cNvSpPr txBox="1"/>
          <p:nvPr/>
        </p:nvSpPr>
        <p:spPr>
          <a:xfrm>
            <a:off x="614916" y="6736963"/>
            <a:ext cx="1503617" cy="123111"/>
          </a:xfrm>
          <a:prstGeom prst="rect">
            <a:avLst/>
          </a:prstGeom>
          <a:noFill/>
        </p:spPr>
        <p:txBody>
          <a:bodyPr vert="horz" wrap="none" lIns="0" tIns="0" rIns="0" bIns="0" rtlCol="0">
            <a:spAutoFit/>
          </a:bodyPr>
          <a:lstStyle/>
          <a:p>
            <a:pPr marL="0" marR="0" lvl="0" indent="0" defTabSz="914400" eaLnBrk="1" fontAlgn="auto" latinLnBrk="0" hangingPunct="1">
              <a:lnSpc>
                <a:spcPct val="100000"/>
              </a:lnSpc>
              <a:spcBef>
                <a:spcPts val="200"/>
              </a:spcBef>
              <a:spcAft>
                <a:spcPts val="0"/>
              </a:spcAft>
              <a:buClrTx/>
              <a:buSzPct val="100000"/>
              <a:buFontTx/>
              <a:buNone/>
              <a:tabLst/>
              <a:defRPr/>
            </a:pPr>
            <a:r>
              <a:rPr kumimoji="0" lang="en-US" sz="800" b="0" i="0" u="none" strike="noStrike" kern="0" cap="none" spc="0" normalizeH="0" baseline="0" noProof="0" dirty="0">
                <a:ln>
                  <a:noFill/>
                </a:ln>
                <a:solidFill>
                  <a:prstClr val="black"/>
                </a:solidFill>
                <a:effectLst/>
                <a:uLnTx/>
                <a:uFillTx/>
              </a:rPr>
              <a:t>* Estimated scope: ~320 Test scripts</a:t>
            </a:r>
          </a:p>
        </p:txBody>
      </p:sp>
      <p:graphicFrame>
        <p:nvGraphicFramePr>
          <p:cNvPr id="6" name="Table 5">
            <a:extLst>
              <a:ext uri="{FF2B5EF4-FFF2-40B4-BE49-F238E27FC236}">
                <a16:creationId xmlns:a16="http://schemas.microsoft.com/office/drawing/2014/main" id="{AE1554AB-4677-4BBB-A153-FBA5BA2168F5}"/>
              </a:ext>
            </a:extLst>
          </p:cNvPr>
          <p:cNvGraphicFramePr>
            <a:graphicFrameLocks noGrp="1"/>
          </p:cNvGraphicFramePr>
          <p:nvPr>
            <p:extLst>
              <p:ext uri="{D42A27DB-BD31-4B8C-83A1-F6EECF244321}">
                <p14:modId xmlns:p14="http://schemas.microsoft.com/office/powerpoint/2010/main" val="2690809532"/>
              </p:ext>
            </p:extLst>
          </p:nvPr>
        </p:nvGraphicFramePr>
        <p:xfrm>
          <a:off x="400744" y="639077"/>
          <a:ext cx="11071517" cy="1944966"/>
        </p:xfrm>
        <a:graphic>
          <a:graphicData uri="http://schemas.openxmlformats.org/drawingml/2006/table">
            <a:tbl>
              <a:tblPr/>
              <a:tblGrid>
                <a:gridCol w="720631">
                  <a:extLst>
                    <a:ext uri="{9D8B030D-6E8A-4147-A177-3AD203B41FA5}">
                      <a16:colId xmlns:a16="http://schemas.microsoft.com/office/drawing/2014/main" val="666057831"/>
                    </a:ext>
                  </a:extLst>
                </a:gridCol>
                <a:gridCol w="1026354">
                  <a:extLst>
                    <a:ext uri="{9D8B030D-6E8A-4147-A177-3AD203B41FA5}">
                      <a16:colId xmlns:a16="http://schemas.microsoft.com/office/drawing/2014/main" val="2632266060"/>
                    </a:ext>
                  </a:extLst>
                </a:gridCol>
                <a:gridCol w="600526">
                  <a:extLst>
                    <a:ext uri="{9D8B030D-6E8A-4147-A177-3AD203B41FA5}">
                      <a16:colId xmlns:a16="http://schemas.microsoft.com/office/drawing/2014/main" val="581202477"/>
                    </a:ext>
                  </a:extLst>
                </a:gridCol>
                <a:gridCol w="567771">
                  <a:extLst>
                    <a:ext uri="{9D8B030D-6E8A-4147-A177-3AD203B41FA5}">
                      <a16:colId xmlns:a16="http://schemas.microsoft.com/office/drawing/2014/main" val="3838665673"/>
                    </a:ext>
                  </a:extLst>
                </a:gridCol>
                <a:gridCol w="556851">
                  <a:extLst>
                    <a:ext uri="{9D8B030D-6E8A-4147-A177-3AD203B41FA5}">
                      <a16:colId xmlns:a16="http://schemas.microsoft.com/office/drawing/2014/main" val="3444625752"/>
                    </a:ext>
                  </a:extLst>
                </a:gridCol>
                <a:gridCol w="480421">
                  <a:extLst>
                    <a:ext uri="{9D8B030D-6E8A-4147-A177-3AD203B41FA5}">
                      <a16:colId xmlns:a16="http://schemas.microsoft.com/office/drawing/2014/main" val="2367690225"/>
                    </a:ext>
                  </a:extLst>
                </a:gridCol>
                <a:gridCol w="480421">
                  <a:extLst>
                    <a:ext uri="{9D8B030D-6E8A-4147-A177-3AD203B41FA5}">
                      <a16:colId xmlns:a16="http://schemas.microsoft.com/office/drawing/2014/main" val="2231559796"/>
                    </a:ext>
                  </a:extLst>
                </a:gridCol>
                <a:gridCol w="480421">
                  <a:extLst>
                    <a:ext uri="{9D8B030D-6E8A-4147-A177-3AD203B41FA5}">
                      <a16:colId xmlns:a16="http://schemas.microsoft.com/office/drawing/2014/main" val="766112841"/>
                    </a:ext>
                  </a:extLst>
                </a:gridCol>
                <a:gridCol w="491340">
                  <a:extLst>
                    <a:ext uri="{9D8B030D-6E8A-4147-A177-3AD203B41FA5}">
                      <a16:colId xmlns:a16="http://schemas.microsoft.com/office/drawing/2014/main" val="1415088443"/>
                    </a:ext>
                  </a:extLst>
                </a:gridCol>
                <a:gridCol w="622364">
                  <a:extLst>
                    <a:ext uri="{9D8B030D-6E8A-4147-A177-3AD203B41FA5}">
                      <a16:colId xmlns:a16="http://schemas.microsoft.com/office/drawing/2014/main" val="1102288788"/>
                    </a:ext>
                  </a:extLst>
                </a:gridCol>
                <a:gridCol w="513176">
                  <a:extLst>
                    <a:ext uri="{9D8B030D-6E8A-4147-A177-3AD203B41FA5}">
                      <a16:colId xmlns:a16="http://schemas.microsoft.com/office/drawing/2014/main" val="82478701"/>
                    </a:ext>
                  </a:extLst>
                </a:gridCol>
                <a:gridCol w="480421">
                  <a:extLst>
                    <a:ext uri="{9D8B030D-6E8A-4147-A177-3AD203B41FA5}">
                      <a16:colId xmlns:a16="http://schemas.microsoft.com/office/drawing/2014/main" val="3537389006"/>
                    </a:ext>
                  </a:extLst>
                </a:gridCol>
                <a:gridCol w="480421">
                  <a:extLst>
                    <a:ext uri="{9D8B030D-6E8A-4147-A177-3AD203B41FA5}">
                      <a16:colId xmlns:a16="http://schemas.microsoft.com/office/drawing/2014/main" val="3180869805"/>
                    </a:ext>
                  </a:extLst>
                </a:gridCol>
                <a:gridCol w="480421">
                  <a:extLst>
                    <a:ext uri="{9D8B030D-6E8A-4147-A177-3AD203B41FA5}">
                      <a16:colId xmlns:a16="http://schemas.microsoft.com/office/drawing/2014/main" val="3791011937"/>
                    </a:ext>
                  </a:extLst>
                </a:gridCol>
                <a:gridCol w="556851">
                  <a:extLst>
                    <a:ext uri="{9D8B030D-6E8A-4147-A177-3AD203B41FA5}">
                      <a16:colId xmlns:a16="http://schemas.microsoft.com/office/drawing/2014/main" val="572219800"/>
                    </a:ext>
                  </a:extLst>
                </a:gridCol>
                <a:gridCol w="556851">
                  <a:extLst>
                    <a:ext uri="{9D8B030D-6E8A-4147-A177-3AD203B41FA5}">
                      <a16:colId xmlns:a16="http://schemas.microsoft.com/office/drawing/2014/main" val="290827036"/>
                    </a:ext>
                  </a:extLst>
                </a:gridCol>
                <a:gridCol w="556851">
                  <a:extLst>
                    <a:ext uri="{9D8B030D-6E8A-4147-A177-3AD203B41FA5}">
                      <a16:colId xmlns:a16="http://schemas.microsoft.com/office/drawing/2014/main" val="431651824"/>
                    </a:ext>
                  </a:extLst>
                </a:gridCol>
                <a:gridCol w="556851">
                  <a:extLst>
                    <a:ext uri="{9D8B030D-6E8A-4147-A177-3AD203B41FA5}">
                      <a16:colId xmlns:a16="http://schemas.microsoft.com/office/drawing/2014/main" val="4206736090"/>
                    </a:ext>
                  </a:extLst>
                </a:gridCol>
                <a:gridCol w="862574">
                  <a:extLst>
                    <a:ext uri="{9D8B030D-6E8A-4147-A177-3AD203B41FA5}">
                      <a16:colId xmlns:a16="http://schemas.microsoft.com/office/drawing/2014/main" val="1286461750"/>
                    </a:ext>
                  </a:extLst>
                </a:gridCol>
              </a:tblGrid>
              <a:tr h="159704">
                <a:tc gridSpan="19">
                  <a:txBody>
                    <a:bodyPr/>
                    <a:lstStyle/>
                    <a:p>
                      <a:pPr algn="ctr" fontAlgn="b"/>
                      <a:r>
                        <a:rPr lang="en-US" sz="1000" b="0" i="0" u="none" strike="noStrike">
                          <a:solidFill>
                            <a:srgbClr val="000000"/>
                          </a:solidFill>
                          <a:effectLst/>
                          <a:latin typeface="Verdana" panose="020B0604030504040204" pitchFamily="34" charset="0"/>
                        </a:rPr>
                        <a:t>Full Automation (4006 hours)</a:t>
                      </a:r>
                    </a:p>
                  </a:txBody>
                  <a:tcPr marL="3889" marR="3889" marT="38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675535261"/>
                  </a:ext>
                </a:extLst>
              </a:tr>
              <a:tr h="147778">
                <a:tc gridSpan="4">
                  <a:txBody>
                    <a:bodyPr/>
                    <a:lstStyle/>
                    <a:p>
                      <a:pPr algn="ctr" fontAlgn="ctr"/>
                      <a:r>
                        <a:rPr lang="en-US" sz="700" b="1" i="0" u="none" strike="noStrike">
                          <a:solidFill>
                            <a:srgbClr val="000000"/>
                          </a:solidFill>
                          <a:effectLst/>
                          <a:latin typeface="Verdana" panose="020B0604030504040204" pitchFamily="34" charset="0"/>
                        </a:rPr>
                        <a:t>Deloitte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ctr"/>
                      <a:r>
                        <a:rPr lang="en-US" sz="700" b="1"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8">
                  <a:txBody>
                    <a:bodyPr/>
                    <a:lstStyle/>
                    <a:p>
                      <a:pPr algn="ctr" fontAlgn="ctr"/>
                      <a:r>
                        <a:rPr lang="en-US" sz="700" b="1" i="0" u="none" strike="noStrike">
                          <a:solidFill>
                            <a:srgbClr val="000000"/>
                          </a:solidFill>
                          <a:effectLst/>
                          <a:latin typeface="Verdana" panose="020B0604030504040204" pitchFamily="34" charset="0"/>
                        </a:rPr>
                        <a:t>Confirm and Build</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ctr"/>
                      <a:r>
                        <a:rPr lang="en-US" sz="700" b="1" i="0" u="none" strike="noStrike">
                          <a:solidFill>
                            <a:srgbClr val="000000"/>
                          </a:solidFill>
                          <a:effectLst/>
                          <a:latin typeface="Verdana" panose="020B0604030504040204" pitchFamily="34" charset="0"/>
                        </a:rPr>
                        <a:t>Test and Deliver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ctr" fontAlgn="ctr"/>
                      <a:r>
                        <a:rPr lang="en-US" sz="700" b="1"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16231559"/>
                  </a:ext>
                </a:extLst>
              </a:tr>
              <a:tr h="159704">
                <a:tc>
                  <a:txBody>
                    <a:bodyPr/>
                    <a:lstStyle/>
                    <a:p>
                      <a:pPr algn="ctr" fontAlgn="ctr"/>
                      <a:r>
                        <a:rPr lang="en-US" sz="700" b="1" i="0" u="none" strike="noStrike">
                          <a:solidFill>
                            <a:srgbClr val="000000"/>
                          </a:solidFill>
                          <a:effectLst/>
                          <a:latin typeface="Verdana" panose="020B0604030504040204" pitchFamily="34" charset="0"/>
                        </a:rPr>
                        <a:t>Role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000000"/>
                          </a:solidFill>
                          <a:effectLst/>
                          <a:latin typeface="Verdana" panose="020B0604030504040204" pitchFamily="34" charset="0"/>
                        </a:rPr>
                        <a:t>Level</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000000"/>
                          </a:solidFill>
                          <a:effectLst/>
                          <a:latin typeface="Verdana" panose="020B0604030504040204" pitchFamily="34" charset="0"/>
                        </a:rPr>
                        <a:t>Role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000000"/>
                          </a:solidFill>
                          <a:effectLst/>
                          <a:latin typeface="Verdana" panose="020B0604030504040204" pitchFamily="34" charset="0"/>
                        </a:rPr>
                        <a:t>Location</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000000"/>
                          </a:solidFill>
                          <a:effectLst/>
                          <a:latin typeface="Verdana" panose="020B0604030504040204" pitchFamily="34" charset="0"/>
                        </a:rPr>
                        <a:t>Rate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1</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2</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3</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4</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6</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7</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8</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9</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10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11</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12</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Total Hrs.</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000000"/>
                          </a:solidFill>
                          <a:effectLst/>
                          <a:latin typeface="Verdana" panose="020B0604030504040204" pitchFamily="34" charset="0"/>
                        </a:rPr>
                        <a:t>Total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30877939"/>
                  </a:ext>
                </a:extLst>
              </a:tr>
              <a:tr h="147778">
                <a:tc>
                  <a:txBody>
                    <a:bodyPr/>
                    <a:lstStyle/>
                    <a:p>
                      <a:pPr algn="ctr" fontAlgn="ctr"/>
                      <a:r>
                        <a:rPr lang="en-US" sz="700" b="0" i="0" u="none" strike="noStrike">
                          <a:solidFill>
                            <a:srgbClr val="000000"/>
                          </a:solidFill>
                          <a:effectLst/>
                          <a:latin typeface="Verdana" panose="020B0604030504040204" pitchFamily="34" charset="0"/>
                        </a:rPr>
                        <a:t>TECH</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700" b="0" i="0" u="none" strike="noStrike">
                          <a:solidFill>
                            <a:srgbClr val="000000"/>
                          </a:solidFill>
                          <a:effectLst/>
                          <a:latin typeface="Verdana" panose="020B0604030504040204" pitchFamily="34" charset="0"/>
                        </a:rPr>
                        <a:t>Manager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700" b="0" i="0" u="none" strike="noStrike">
                          <a:solidFill>
                            <a:srgbClr val="000000"/>
                          </a:solidFill>
                          <a:effectLst/>
                          <a:latin typeface="Verdana" panose="020B0604030504040204" pitchFamily="34" charset="0"/>
                        </a:rPr>
                        <a:t>PMO</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7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700" b="0" i="0" u="none" strike="noStrike">
                          <a:solidFill>
                            <a:srgbClr val="000000"/>
                          </a:solidFill>
                          <a:effectLst/>
                          <a:latin typeface="Verdana" panose="020B0604030504040204" pitchFamily="34" charset="0"/>
                        </a:rPr>
                        <a:t> $ 161.12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700" b="0" i="0" u="none" strike="noStrike">
                          <a:solidFill>
                            <a:srgbClr val="000000"/>
                          </a:solidFill>
                          <a:effectLst/>
                          <a:latin typeface="Verdana" panose="020B0604030504040204" pitchFamily="34" charset="0"/>
                        </a:rPr>
                        <a:t>360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700" b="0" i="0" u="none" strike="noStrike">
                          <a:solidFill>
                            <a:srgbClr val="000000"/>
                          </a:solidFill>
                          <a:effectLst/>
                          <a:latin typeface="Verdana" panose="020B0604030504040204" pitchFamily="34" charset="0"/>
                        </a:rPr>
                        <a:t> $      58,003.20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801134161"/>
                  </a:ext>
                </a:extLst>
              </a:tr>
              <a:tr h="147778">
                <a:tc>
                  <a:txBody>
                    <a:bodyPr/>
                    <a:lstStyle/>
                    <a:p>
                      <a:pPr algn="ctr" fontAlgn="ctr"/>
                      <a:r>
                        <a:rPr lang="en-US" sz="700" b="0" i="0" u="none" strike="noStrike">
                          <a:solidFill>
                            <a:srgbClr val="000000"/>
                          </a:solidFill>
                          <a:effectLst/>
                          <a:latin typeface="Verdana" panose="020B0604030504040204" pitchFamily="34" charset="0"/>
                        </a:rPr>
                        <a:t>TECH</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Developer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32.00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540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17,280.00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92619179"/>
                  </a:ext>
                </a:extLst>
              </a:tr>
              <a:tr h="147778">
                <a:tc>
                  <a:txBody>
                    <a:bodyPr/>
                    <a:lstStyle/>
                    <a:p>
                      <a:pPr algn="ctr" fontAlgn="ctr"/>
                      <a:r>
                        <a:rPr lang="en-US" sz="700" b="0" i="0" u="none" strike="noStrike">
                          <a:solidFill>
                            <a:srgbClr val="000000"/>
                          </a:solidFill>
                          <a:effectLst/>
                          <a:latin typeface="Verdana" panose="020B0604030504040204" pitchFamily="34" charset="0"/>
                        </a:rPr>
                        <a:t>TECH</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Developer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32.00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540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17,280.00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5953903"/>
                  </a:ext>
                </a:extLst>
              </a:tr>
              <a:tr h="147778">
                <a:tc>
                  <a:txBody>
                    <a:bodyPr/>
                    <a:lstStyle/>
                    <a:p>
                      <a:pPr algn="ctr" fontAlgn="ctr"/>
                      <a:r>
                        <a:rPr lang="en-US" sz="700" b="0" i="0" u="none" strike="noStrike">
                          <a:solidFill>
                            <a:srgbClr val="000000"/>
                          </a:solidFill>
                          <a:effectLst/>
                          <a:latin typeface="Verdana" panose="020B0604030504040204" pitchFamily="34" charset="0"/>
                        </a:rPr>
                        <a:t>TECH</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Developer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32.00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540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17,280.00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5934074"/>
                  </a:ext>
                </a:extLst>
              </a:tr>
              <a:tr h="147778">
                <a:tc>
                  <a:txBody>
                    <a:bodyPr/>
                    <a:lstStyle/>
                    <a:p>
                      <a:pPr algn="ctr" fontAlgn="ctr"/>
                      <a:r>
                        <a:rPr lang="en-US" sz="700" b="0" i="0" u="none" strike="noStrike">
                          <a:solidFill>
                            <a:srgbClr val="000000"/>
                          </a:solidFill>
                          <a:effectLst/>
                          <a:latin typeface="Verdana" panose="020B0604030504040204" pitchFamily="34" charset="0"/>
                        </a:rPr>
                        <a:t>TECH</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Developer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32.00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540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17,280.00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3366367"/>
                  </a:ext>
                </a:extLst>
              </a:tr>
              <a:tr h="147778">
                <a:tc>
                  <a:txBody>
                    <a:bodyPr/>
                    <a:lstStyle/>
                    <a:p>
                      <a:pPr algn="ctr" fontAlgn="ctr"/>
                      <a:r>
                        <a:rPr lang="en-US" sz="700" b="0" i="0" u="none" strike="noStrike">
                          <a:solidFill>
                            <a:srgbClr val="000000"/>
                          </a:solidFill>
                          <a:effectLst/>
                          <a:latin typeface="Verdana" panose="020B0604030504040204" pitchFamily="34" charset="0"/>
                        </a:rPr>
                        <a:t>TECH</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Developer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32.00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540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17,280.00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96927627"/>
                  </a:ext>
                </a:extLst>
              </a:tr>
              <a:tr h="147778">
                <a:tc>
                  <a:txBody>
                    <a:bodyPr/>
                    <a:lstStyle/>
                    <a:p>
                      <a:pPr algn="ctr" fontAlgn="ctr"/>
                      <a:r>
                        <a:rPr lang="en-US" sz="700" b="0" i="0" u="none" strike="noStrike">
                          <a:solidFill>
                            <a:srgbClr val="000000"/>
                          </a:solidFill>
                          <a:effectLst/>
                          <a:latin typeface="Verdana" panose="020B0604030504040204" pitchFamily="34" charset="0"/>
                        </a:rPr>
                        <a:t>USI ERP</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Functional</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32.00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405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12,960.00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11807785"/>
                  </a:ext>
                </a:extLst>
              </a:tr>
              <a:tr h="147778">
                <a:tc>
                  <a:txBody>
                    <a:bodyPr/>
                    <a:lstStyle/>
                    <a:p>
                      <a:pPr algn="ctr" fontAlgn="ctr"/>
                      <a:r>
                        <a:rPr lang="en-US" sz="700" b="0" i="0" u="none" strike="noStrike">
                          <a:solidFill>
                            <a:srgbClr val="000000"/>
                          </a:solidFill>
                          <a:effectLst/>
                          <a:latin typeface="Verdana" panose="020B0604030504040204" pitchFamily="34" charset="0"/>
                        </a:rPr>
                        <a:t>USI Payroll</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Functional</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46.00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540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24,840.00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4417835"/>
                  </a:ext>
                </a:extLst>
              </a:tr>
              <a:tr h="147778">
                <a:tc>
                  <a:txBody>
                    <a:bodyPr/>
                    <a:lstStyle/>
                    <a:p>
                      <a:pPr algn="ctr" fontAlgn="ctr"/>
                      <a:r>
                        <a:rPr lang="en-US" sz="700" b="0" i="0" u="none" strike="noStrike">
                          <a:solidFill>
                            <a:srgbClr val="000000"/>
                          </a:solidFill>
                          <a:effectLst/>
                          <a:latin typeface="Verdana" panose="020B0604030504040204" pitchFamily="34" charset="0"/>
                        </a:rPr>
                        <a:t>USI Core HR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Functional</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46.00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360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16,560.00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4067517"/>
                  </a:ext>
                </a:extLst>
              </a:tr>
              <a:tr h="147778">
                <a:tc>
                  <a:txBody>
                    <a:bodyPr/>
                    <a:lstStyle/>
                    <a:p>
                      <a:pPr algn="ctr" fontAlgn="ctr"/>
                      <a:r>
                        <a:rPr lang="en-US" sz="700" b="0" i="0" u="none" strike="noStrike">
                          <a:solidFill>
                            <a:srgbClr val="000000"/>
                          </a:solidFill>
                          <a:effectLst/>
                          <a:latin typeface="Verdana" panose="020B0604030504040204" pitchFamily="34" charset="0"/>
                        </a:rPr>
                        <a:t>Total</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270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270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315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315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405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405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360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405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405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405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405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405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1" i="0" u="none" strike="noStrike">
                          <a:solidFill>
                            <a:srgbClr val="000000"/>
                          </a:solidFill>
                          <a:effectLst/>
                          <a:latin typeface="Verdana" panose="020B0604030504040204" pitchFamily="34" charset="0"/>
                        </a:rPr>
                        <a:t>4365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1" i="0" u="none" strike="noStrike" dirty="0">
                          <a:solidFill>
                            <a:srgbClr val="000000"/>
                          </a:solidFill>
                          <a:effectLst/>
                          <a:latin typeface="Verdana" panose="020B0604030504040204" pitchFamily="34" charset="0"/>
                        </a:rPr>
                        <a:t> $ 198,763.20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1592851746"/>
                  </a:ext>
                </a:extLst>
              </a:tr>
            </a:tbl>
          </a:graphicData>
        </a:graphic>
      </p:graphicFrame>
      <p:graphicFrame>
        <p:nvGraphicFramePr>
          <p:cNvPr id="7" name="Table 6">
            <a:extLst>
              <a:ext uri="{FF2B5EF4-FFF2-40B4-BE49-F238E27FC236}">
                <a16:creationId xmlns:a16="http://schemas.microsoft.com/office/drawing/2014/main" id="{646E78AA-15FC-4307-9E13-36407688F26F}"/>
              </a:ext>
            </a:extLst>
          </p:cNvPr>
          <p:cNvGraphicFramePr>
            <a:graphicFrameLocks noGrp="1"/>
          </p:cNvGraphicFramePr>
          <p:nvPr>
            <p:extLst>
              <p:ext uri="{D42A27DB-BD31-4B8C-83A1-F6EECF244321}">
                <p14:modId xmlns:p14="http://schemas.microsoft.com/office/powerpoint/2010/main" val="3773897247"/>
              </p:ext>
            </p:extLst>
          </p:nvPr>
        </p:nvGraphicFramePr>
        <p:xfrm>
          <a:off x="400744" y="2735097"/>
          <a:ext cx="11071517" cy="1933040"/>
        </p:xfrm>
        <a:graphic>
          <a:graphicData uri="http://schemas.openxmlformats.org/drawingml/2006/table">
            <a:tbl>
              <a:tblPr/>
              <a:tblGrid>
                <a:gridCol w="720631">
                  <a:extLst>
                    <a:ext uri="{9D8B030D-6E8A-4147-A177-3AD203B41FA5}">
                      <a16:colId xmlns:a16="http://schemas.microsoft.com/office/drawing/2014/main" val="669938940"/>
                    </a:ext>
                  </a:extLst>
                </a:gridCol>
                <a:gridCol w="1026354">
                  <a:extLst>
                    <a:ext uri="{9D8B030D-6E8A-4147-A177-3AD203B41FA5}">
                      <a16:colId xmlns:a16="http://schemas.microsoft.com/office/drawing/2014/main" val="450916629"/>
                    </a:ext>
                  </a:extLst>
                </a:gridCol>
                <a:gridCol w="600526">
                  <a:extLst>
                    <a:ext uri="{9D8B030D-6E8A-4147-A177-3AD203B41FA5}">
                      <a16:colId xmlns:a16="http://schemas.microsoft.com/office/drawing/2014/main" val="3119748788"/>
                    </a:ext>
                  </a:extLst>
                </a:gridCol>
                <a:gridCol w="567771">
                  <a:extLst>
                    <a:ext uri="{9D8B030D-6E8A-4147-A177-3AD203B41FA5}">
                      <a16:colId xmlns:a16="http://schemas.microsoft.com/office/drawing/2014/main" val="3918830424"/>
                    </a:ext>
                  </a:extLst>
                </a:gridCol>
                <a:gridCol w="556851">
                  <a:extLst>
                    <a:ext uri="{9D8B030D-6E8A-4147-A177-3AD203B41FA5}">
                      <a16:colId xmlns:a16="http://schemas.microsoft.com/office/drawing/2014/main" val="428017898"/>
                    </a:ext>
                  </a:extLst>
                </a:gridCol>
                <a:gridCol w="480421">
                  <a:extLst>
                    <a:ext uri="{9D8B030D-6E8A-4147-A177-3AD203B41FA5}">
                      <a16:colId xmlns:a16="http://schemas.microsoft.com/office/drawing/2014/main" val="2922466897"/>
                    </a:ext>
                  </a:extLst>
                </a:gridCol>
                <a:gridCol w="480421">
                  <a:extLst>
                    <a:ext uri="{9D8B030D-6E8A-4147-A177-3AD203B41FA5}">
                      <a16:colId xmlns:a16="http://schemas.microsoft.com/office/drawing/2014/main" val="3858557351"/>
                    </a:ext>
                  </a:extLst>
                </a:gridCol>
                <a:gridCol w="480421">
                  <a:extLst>
                    <a:ext uri="{9D8B030D-6E8A-4147-A177-3AD203B41FA5}">
                      <a16:colId xmlns:a16="http://schemas.microsoft.com/office/drawing/2014/main" val="2856853157"/>
                    </a:ext>
                  </a:extLst>
                </a:gridCol>
                <a:gridCol w="491340">
                  <a:extLst>
                    <a:ext uri="{9D8B030D-6E8A-4147-A177-3AD203B41FA5}">
                      <a16:colId xmlns:a16="http://schemas.microsoft.com/office/drawing/2014/main" val="875473801"/>
                    </a:ext>
                  </a:extLst>
                </a:gridCol>
                <a:gridCol w="622364">
                  <a:extLst>
                    <a:ext uri="{9D8B030D-6E8A-4147-A177-3AD203B41FA5}">
                      <a16:colId xmlns:a16="http://schemas.microsoft.com/office/drawing/2014/main" val="64995053"/>
                    </a:ext>
                  </a:extLst>
                </a:gridCol>
                <a:gridCol w="513176">
                  <a:extLst>
                    <a:ext uri="{9D8B030D-6E8A-4147-A177-3AD203B41FA5}">
                      <a16:colId xmlns:a16="http://schemas.microsoft.com/office/drawing/2014/main" val="2197226687"/>
                    </a:ext>
                  </a:extLst>
                </a:gridCol>
                <a:gridCol w="480421">
                  <a:extLst>
                    <a:ext uri="{9D8B030D-6E8A-4147-A177-3AD203B41FA5}">
                      <a16:colId xmlns:a16="http://schemas.microsoft.com/office/drawing/2014/main" val="2394435299"/>
                    </a:ext>
                  </a:extLst>
                </a:gridCol>
                <a:gridCol w="480421">
                  <a:extLst>
                    <a:ext uri="{9D8B030D-6E8A-4147-A177-3AD203B41FA5}">
                      <a16:colId xmlns:a16="http://schemas.microsoft.com/office/drawing/2014/main" val="3959710344"/>
                    </a:ext>
                  </a:extLst>
                </a:gridCol>
                <a:gridCol w="480421">
                  <a:extLst>
                    <a:ext uri="{9D8B030D-6E8A-4147-A177-3AD203B41FA5}">
                      <a16:colId xmlns:a16="http://schemas.microsoft.com/office/drawing/2014/main" val="1292913687"/>
                    </a:ext>
                  </a:extLst>
                </a:gridCol>
                <a:gridCol w="556851">
                  <a:extLst>
                    <a:ext uri="{9D8B030D-6E8A-4147-A177-3AD203B41FA5}">
                      <a16:colId xmlns:a16="http://schemas.microsoft.com/office/drawing/2014/main" val="3428963608"/>
                    </a:ext>
                  </a:extLst>
                </a:gridCol>
                <a:gridCol w="556851">
                  <a:extLst>
                    <a:ext uri="{9D8B030D-6E8A-4147-A177-3AD203B41FA5}">
                      <a16:colId xmlns:a16="http://schemas.microsoft.com/office/drawing/2014/main" val="1750872802"/>
                    </a:ext>
                  </a:extLst>
                </a:gridCol>
                <a:gridCol w="556851">
                  <a:extLst>
                    <a:ext uri="{9D8B030D-6E8A-4147-A177-3AD203B41FA5}">
                      <a16:colId xmlns:a16="http://schemas.microsoft.com/office/drawing/2014/main" val="1403701889"/>
                    </a:ext>
                  </a:extLst>
                </a:gridCol>
                <a:gridCol w="556851">
                  <a:extLst>
                    <a:ext uri="{9D8B030D-6E8A-4147-A177-3AD203B41FA5}">
                      <a16:colId xmlns:a16="http://schemas.microsoft.com/office/drawing/2014/main" val="3121489524"/>
                    </a:ext>
                  </a:extLst>
                </a:gridCol>
                <a:gridCol w="862574">
                  <a:extLst>
                    <a:ext uri="{9D8B030D-6E8A-4147-A177-3AD203B41FA5}">
                      <a16:colId xmlns:a16="http://schemas.microsoft.com/office/drawing/2014/main" val="1388413800"/>
                    </a:ext>
                  </a:extLst>
                </a:gridCol>
              </a:tblGrid>
              <a:tr h="159704">
                <a:tc gridSpan="19">
                  <a:txBody>
                    <a:bodyPr/>
                    <a:lstStyle/>
                    <a:p>
                      <a:pPr algn="ctr" fontAlgn="b"/>
                      <a:r>
                        <a:rPr lang="en-US" sz="1000" b="0" i="0" u="none" strike="noStrike">
                          <a:solidFill>
                            <a:srgbClr val="000000"/>
                          </a:solidFill>
                          <a:effectLst/>
                          <a:latin typeface="Verdana" panose="020B0604030504040204" pitchFamily="34" charset="0"/>
                        </a:rPr>
                        <a:t>Full Automation (4006 hours)</a:t>
                      </a:r>
                    </a:p>
                  </a:txBody>
                  <a:tcPr marL="3889" marR="3889" marT="38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969925751"/>
                  </a:ext>
                </a:extLst>
              </a:tr>
              <a:tr h="147778">
                <a:tc gridSpan="4">
                  <a:txBody>
                    <a:bodyPr/>
                    <a:lstStyle/>
                    <a:p>
                      <a:pPr algn="ctr" fontAlgn="ctr"/>
                      <a:r>
                        <a:rPr lang="en-US" sz="700" b="1" i="0" u="none" strike="noStrike">
                          <a:solidFill>
                            <a:srgbClr val="000000"/>
                          </a:solidFill>
                          <a:effectLst/>
                          <a:latin typeface="Verdana" panose="020B0604030504040204" pitchFamily="34" charset="0"/>
                        </a:rPr>
                        <a:t>Deloitte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ctr"/>
                      <a:r>
                        <a:rPr lang="en-US" sz="700" b="1"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8">
                  <a:txBody>
                    <a:bodyPr/>
                    <a:lstStyle/>
                    <a:p>
                      <a:pPr algn="ctr" fontAlgn="ctr"/>
                      <a:r>
                        <a:rPr lang="en-US" sz="700" b="1" i="0" u="none" strike="noStrike">
                          <a:solidFill>
                            <a:srgbClr val="000000"/>
                          </a:solidFill>
                          <a:effectLst/>
                          <a:latin typeface="Verdana" panose="020B0604030504040204" pitchFamily="34" charset="0"/>
                        </a:rPr>
                        <a:t>Confirm and Build</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ctr"/>
                      <a:r>
                        <a:rPr lang="en-US" sz="700" b="1" i="0" u="none" strike="noStrike">
                          <a:solidFill>
                            <a:srgbClr val="000000"/>
                          </a:solidFill>
                          <a:effectLst/>
                          <a:latin typeface="Verdana" panose="020B0604030504040204" pitchFamily="34" charset="0"/>
                        </a:rPr>
                        <a:t>Test and Deliver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ctr" fontAlgn="ctr"/>
                      <a:r>
                        <a:rPr lang="en-US" sz="700" b="1"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97955962"/>
                  </a:ext>
                </a:extLst>
              </a:tr>
              <a:tr h="147778">
                <a:tc>
                  <a:txBody>
                    <a:bodyPr/>
                    <a:lstStyle/>
                    <a:p>
                      <a:pPr algn="ctr" fontAlgn="ctr"/>
                      <a:r>
                        <a:rPr lang="en-US" sz="700" b="1" i="0" u="none" strike="noStrike">
                          <a:solidFill>
                            <a:srgbClr val="000000"/>
                          </a:solidFill>
                          <a:effectLst/>
                          <a:latin typeface="Verdana" panose="020B0604030504040204" pitchFamily="34" charset="0"/>
                        </a:rPr>
                        <a:t>Role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000000"/>
                          </a:solidFill>
                          <a:effectLst/>
                          <a:latin typeface="Verdana" panose="020B0604030504040204" pitchFamily="34" charset="0"/>
                        </a:rPr>
                        <a:t>Level</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000000"/>
                          </a:solidFill>
                          <a:effectLst/>
                          <a:latin typeface="Verdana" panose="020B0604030504040204" pitchFamily="34" charset="0"/>
                        </a:rPr>
                        <a:t>Role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000000"/>
                          </a:solidFill>
                          <a:effectLst/>
                          <a:latin typeface="Verdana" panose="020B0604030504040204" pitchFamily="34" charset="0"/>
                        </a:rPr>
                        <a:t>Location</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000000"/>
                          </a:solidFill>
                          <a:effectLst/>
                          <a:latin typeface="Verdana" panose="020B0604030504040204" pitchFamily="34" charset="0"/>
                        </a:rPr>
                        <a:t>Rate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1</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2</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3</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4</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6</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7</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8</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9</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10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11</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12</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Total Hrs.</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000000"/>
                          </a:solidFill>
                          <a:effectLst/>
                          <a:latin typeface="Verdana" panose="020B0604030504040204" pitchFamily="34" charset="0"/>
                        </a:rPr>
                        <a:t>Total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28525143"/>
                  </a:ext>
                </a:extLst>
              </a:tr>
              <a:tr h="147778">
                <a:tc>
                  <a:txBody>
                    <a:bodyPr/>
                    <a:lstStyle/>
                    <a:p>
                      <a:pPr algn="ctr" fontAlgn="ctr"/>
                      <a:r>
                        <a:rPr lang="en-US" sz="700" b="0" i="0" u="none" strike="noStrike">
                          <a:solidFill>
                            <a:srgbClr val="000000"/>
                          </a:solidFill>
                          <a:effectLst/>
                          <a:latin typeface="Verdana" panose="020B0604030504040204" pitchFamily="34" charset="0"/>
                        </a:rPr>
                        <a:t>TECH</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Sr. 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Developer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38.00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540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20,520.00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04877262"/>
                  </a:ext>
                </a:extLst>
              </a:tr>
              <a:tr h="147778">
                <a:tc>
                  <a:txBody>
                    <a:bodyPr/>
                    <a:lstStyle/>
                    <a:p>
                      <a:pPr algn="ctr" fontAlgn="ctr"/>
                      <a:r>
                        <a:rPr lang="en-US" sz="700" b="0" i="0" u="none" strike="noStrike">
                          <a:solidFill>
                            <a:srgbClr val="000000"/>
                          </a:solidFill>
                          <a:effectLst/>
                          <a:latin typeface="Verdana" panose="020B0604030504040204" pitchFamily="34" charset="0"/>
                        </a:rPr>
                        <a:t>TECH</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Developer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32.00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540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17,280.00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97519665"/>
                  </a:ext>
                </a:extLst>
              </a:tr>
              <a:tr h="147778">
                <a:tc>
                  <a:txBody>
                    <a:bodyPr/>
                    <a:lstStyle/>
                    <a:p>
                      <a:pPr algn="ctr" fontAlgn="ctr"/>
                      <a:r>
                        <a:rPr lang="en-US" sz="700" b="0" i="0" u="none" strike="noStrike">
                          <a:solidFill>
                            <a:srgbClr val="000000"/>
                          </a:solidFill>
                          <a:effectLst/>
                          <a:latin typeface="Verdana" panose="020B0604030504040204" pitchFamily="34" charset="0"/>
                        </a:rPr>
                        <a:t>TECH</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Developer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32.00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540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17,280.00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81691709"/>
                  </a:ext>
                </a:extLst>
              </a:tr>
              <a:tr h="147778">
                <a:tc>
                  <a:txBody>
                    <a:bodyPr/>
                    <a:lstStyle/>
                    <a:p>
                      <a:pPr algn="ctr" fontAlgn="ctr"/>
                      <a:r>
                        <a:rPr lang="en-US" sz="700" b="0" i="0" u="none" strike="noStrike">
                          <a:solidFill>
                            <a:srgbClr val="000000"/>
                          </a:solidFill>
                          <a:effectLst/>
                          <a:latin typeface="Verdana" panose="020B0604030504040204" pitchFamily="34" charset="0"/>
                        </a:rPr>
                        <a:t>TECH</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Developer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32.00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dirty="0">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540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17,280.00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96305021"/>
                  </a:ext>
                </a:extLst>
              </a:tr>
              <a:tr h="147778">
                <a:tc>
                  <a:txBody>
                    <a:bodyPr/>
                    <a:lstStyle/>
                    <a:p>
                      <a:pPr algn="ctr" fontAlgn="ctr"/>
                      <a:r>
                        <a:rPr lang="en-US" sz="700" b="0" i="0" u="none" strike="noStrike">
                          <a:solidFill>
                            <a:srgbClr val="000000"/>
                          </a:solidFill>
                          <a:effectLst/>
                          <a:latin typeface="Verdana" panose="020B0604030504040204" pitchFamily="34" charset="0"/>
                        </a:rPr>
                        <a:t>TECH</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Developer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32.00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540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17,280.00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08316927"/>
                  </a:ext>
                </a:extLst>
              </a:tr>
              <a:tr h="147778">
                <a:tc>
                  <a:txBody>
                    <a:bodyPr/>
                    <a:lstStyle/>
                    <a:p>
                      <a:pPr algn="ctr" fontAlgn="ctr"/>
                      <a:r>
                        <a:rPr lang="en-US" sz="700" b="0" i="0" u="none" strike="noStrike">
                          <a:solidFill>
                            <a:srgbClr val="000000"/>
                          </a:solidFill>
                          <a:effectLst/>
                          <a:latin typeface="Verdana" panose="020B0604030504040204" pitchFamily="34" charset="0"/>
                        </a:rPr>
                        <a:t>TECH</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Developer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32.00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180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5,760.00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77046066"/>
                  </a:ext>
                </a:extLst>
              </a:tr>
              <a:tr h="147778">
                <a:tc>
                  <a:txBody>
                    <a:bodyPr/>
                    <a:lstStyle/>
                    <a:p>
                      <a:pPr algn="ctr" fontAlgn="ctr"/>
                      <a:r>
                        <a:rPr lang="en-US" sz="700" b="0" i="0" u="none" strike="noStrike">
                          <a:solidFill>
                            <a:srgbClr val="000000"/>
                          </a:solidFill>
                          <a:effectLst/>
                          <a:latin typeface="Verdana" panose="020B0604030504040204" pitchFamily="34" charset="0"/>
                        </a:rPr>
                        <a:t>USI ERP</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Functional</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32.00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225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7,200.00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76544052"/>
                  </a:ext>
                </a:extLst>
              </a:tr>
              <a:tr h="147778">
                <a:tc>
                  <a:txBody>
                    <a:bodyPr/>
                    <a:lstStyle/>
                    <a:p>
                      <a:pPr algn="ctr" fontAlgn="ctr"/>
                      <a:r>
                        <a:rPr lang="en-US" sz="700" b="0" i="0" u="none" strike="noStrike">
                          <a:solidFill>
                            <a:srgbClr val="000000"/>
                          </a:solidFill>
                          <a:effectLst/>
                          <a:latin typeface="Verdana" panose="020B0604030504040204" pitchFamily="34" charset="0"/>
                        </a:rPr>
                        <a:t>USI Payroll</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Functional</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46.00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540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24,840.00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9371137"/>
                  </a:ext>
                </a:extLst>
              </a:tr>
              <a:tr h="147778">
                <a:tc>
                  <a:txBody>
                    <a:bodyPr/>
                    <a:lstStyle/>
                    <a:p>
                      <a:pPr algn="ctr" fontAlgn="ctr"/>
                      <a:r>
                        <a:rPr lang="en-US" sz="700" b="0" i="0" u="none" strike="noStrike">
                          <a:solidFill>
                            <a:srgbClr val="000000"/>
                          </a:solidFill>
                          <a:effectLst/>
                          <a:latin typeface="Verdana" panose="020B0604030504040204" pitchFamily="34" charset="0"/>
                        </a:rPr>
                        <a:t>USI Core HR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Functional</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46.00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360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16,560.00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1101240"/>
                  </a:ext>
                </a:extLst>
              </a:tr>
              <a:tr h="147778">
                <a:tc>
                  <a:txBody>
                    <a:bodyPr/>
                    <a:lstStyle/>
                    <a:p>
                      <a:pPr algn="ctr" fontAlgn="ctr"/>
                      <a:r>
                        <a:rPr lang="en-US" sz="700" b="0" i="0" u="none" strike="noStrike">
                          <a:solidFill>
                            <a:srgbClr val="000000"/>
                          </a:solidFill>
                          <a:effectLst/>
                          <a:latin typeface="Verdana" panose="020B0604030504040204" pitchFamily="34" charset="0"/>
                        </a:rPr>
                        <a:t>Total</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225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225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225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225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270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270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270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315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360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360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360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360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1" i="0" u="none" strike="noStrike">
                          <a:solidFill>
                            <a:srgbClr val="000000"/>
                          </a:solidFill>
                          <a:effectLst/>
                          <a:latin typeface="Verdana" panose="020B0604030504040204" pitchFamily="34" charset="0"/>
                        </a:rPr>
                        <a:t>4005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1" i="0" u="none" strike="noStrike" dirty="0">
                          <a:solidFill>
                            <a:srgbClr val="000000"/>
                          </a:solidFill>
                          <a:effectLst/>
                          <a:latin typeface="Verdana" panose="020B0604030504040204" pitchFamily="34" charset="0"/>
                        </a:rPr>
                        <a:t> $ 144,000.00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1478937616"/>
                  </a:ext>
                </a:extLst>
              </a:tr>
            </a:tbl>
          </a:graphicData>
        </a:graphic>
      </p:graphicFrame>
      <p:graphicFrame>
        <p:nvGraphicFramePr>
          <p:cNvPr id="9" name="Table 8">
            <a:extLst>
              <a:ext uri="{FF2B5EF4-FFF2-40B4-BE49-F238E27FC236}">
                <a16:creationId xmlns:a16="http://schemas.microsoft.com/office/drawing/2014/main" id="{45C5769E-3E36-4230-8EB5-A8BF2EA2C22B}"/>
              </a:ext>
            </a:extLst>
          </p:cNvPr>
          <p:cNvGraphicFramePr>
            <a:graphicFrameLocks noGrp="1"/>
          </p:cNvGraphicFramePr>
          <p:nvPr>
            <p:extLst>
              <p:ext uri="{D42A27DB-BD31-4B8C-83A1-F6EECF244321}">
                <p14:modId xmlns:p14="http://schemas.microsoft.com/office/powerpoint/2010/main" val="1436375974"/>
              </p:ext>
            </p:extLst>
          </p:nvPr>
        </p:nvGraphicFramePr>
        <p:xfrm>
          <a:off x="400744" y="4792484"/>
          <a:ext cx="11071517" cy="1933040"/>
        </p:xfrm>
        <a:graphic>
          <a:graphicData uri="http://schemas.openxmlformats.org/drawingml/2006/table">
            <a:tbl>
              <a:tblPr/>
              <a:tblGrid>
                <a:gridCol w="720631">
                  <a:extLst>
                    <a:ext uri="{9D8B030D-6E8A-4147-A177-3AD203B41FA5}">
                      <a16:colId xmlns:a16="http://schemas.microsoft.com/office/drawing/2014/main" val="645870800"/>
                    </a:ext>
                  </a:extLst>
                </a:gridCol>
                <a:gridCol w="1026354">
                  <a:extLst>
                    <a:ext uri="{9D8B030D-6E8A-4147-A177-3AD203B41FA5}">
                      <a16:colId xmlns:a16="http://schemas.microsoft.com/office/drawing/2014/main" val="777079858"/>
                    </a:ext>
                  </a:extLst>
                </a:gridCol>
                <a:gridCol w="600526">
                  <a:extLst>
                    <a:ext uri="{9D8B030D-6E8A-4147-A177-3AD203B41FA5}">
                      <a16:colId xmlns:a16="http://schemas.microsoft.com/office/drawing/2014/main" val="3383794586"/>
                    </a:ext>
                  </a:extLst>
                </a:gridCol>
                <a:gridCol w="567771">
                  <a:extLst>
                    <a:ext uri="{9D8B030D-6E8A-4147-A177-3AD203B41FA5}">
                      <a16:colId xmlns:a16="http://schemas.microsoft.com/office/drawing/2014/main" val="3370229747"/>
                    </a:ext>
                  </a:extLst>
                </a:gridCol>
                <a:gridCol w="556851">
                  <a:extLst>
                    <a:ext uri="{9D8B030D-6E8A-4147-A177-3AD203B41FA5}">
                      <a16:colId xmlns:a16="http://schemas.microsoft.com/office/drawing/2014/main" val="426009084"/>
                    </a:ext>
                  </a:extLst>
                </a:gridCol>
                <a:gridCol w="480421">
                  <a:extLst>
                    <a:ext uri="{9D8B030D-6E8A-4147-A177-3AD203B41FA5}">
                      <a16:colId xmlns:a16="http://schemas.microsoft.com/office/drawing/2014/main" val="3120029659"/>
                    </a:ext>
                  </a:extLst>
                </a:gridCol>
                <a:gridCol w="480421">
                  <a:extLst>
                    <a:ext uri="{9D8B030D-6E8A-4147-A177-3AD203B41FA5}">
                      <a16:colId xmlns:a16="http://schemas.microsoft.com/office/drawing/2014/main" val="1171831500"/>
                    </a:ext>
                  </a:extLst>
                </a:gridCol>
                <a:gridCol w="480421">
                  <a:extLst>
                    <a:ext uri="{9D8B030D-6E8A-4147-A177-3AD203B41FA5}">
                      <a16:colId xmlns:a16="http://schemas.microsoft.com/office/drawing/2014/main" val="3016751970"/>
                    </a:ext>
                  </a:extLst>
                </a:gridCol>
                <a:gridCol w="491340">
                  <a:extLst>
                    <a:ext uri="{9D8B030D-6E8A-4147-A177-3AD203B41FA5}">
                      <a16:colId xmlns:a16="http://schemas.microsoft.com/office/drawing/2014/main" val="1385808677"/>
                    </a:ext>
                  </a:extLst>
                </a:gridCol>
                <a:gridCol w="622364">
                  <a:extLst>
                    <a:ext uri="{9D8B030D-6E8A-4147-A177-3AD203B41FA5}">
                      <a16:colId xmlns:a16="http://schemas.microsoft.com/office/drawing/2014/main" val="1729263955"/>
                    </a:ext>
                  </a:extLst>
                </a:gridCol>
                <a:gridCol w="513176">
                  <a:extLst>
                    <a:ext uri="{9D8B030D-6E8A-4147-A177-3AD203B41FA5}">
                      <a16:colId xmlns:a16="http://schemas.microsoft.com/office/drawing/2014/main" val="2948318605"/>
                    </a:ext>
                  </a:extLst>
                </a:gridCol>
                <a:gridCol w="480421">
                  <a:extLst>
                    <a:ext uri="{9D8B030D-6E8A-4147-A177-3AD203B41FA5}">
                      <a16:colId xmlns:a16="http://schemas.microsoft.com/office/drawing/2014/main" val="1429376327"/>
                    </a:ext>
                  </a:extLst>
                </a:gridCol>
                <a:gridCol w="480421">
                  <a:extLst>
                    <a:ext uri="{9D8B030D-6E8A-4147-A177-3AD203B41FA5}">
                      <a16:colId xmlns:a16="http://schemas.microsoft.com/office/drawing/2014/main" val="3107523569"/>
                    </a:ext>
                  </a:extLst>
                </a:gridCol>
                <a:gridCol w="480421">
                  <a:extLst>
                    <a:ext uri="{9D8B030D-6E8A-4147-A177-3AD203B41FA5}">
                      <a16:colId xmlns:a16="http://schemas.microsoft.com/office/drawing/2014/main" val="1253929200"/>
                    </a:ext>
                  </a:extLst>
                </a:gridCol>
                <a:gridCol w="556851">
                  <a:extLst>
                    <a:ext uri="{9D8B030D-6E8A-4147-A177-3AD203B41FA5}">
                      <a16:colId xmlns:a16="http://schemas.microsoft.com/office/drawing/2014/main" val="1734676659"/>
                    </a:ext>
                  </a:extLst>
                </a:gridCol>
                <a:gridCol w="556851">
                  <a:extLst>
                    <a:ext uri="{9D8B030D-6E8A-4147-A177-3AD203B41FA5}">
                      <a16:colId xmlns:a16="http://schemas.microsoft.com/office/drawing/2014/main" val="1764404652"/>
                    </a:ext>
                  </a:extLst>
                </a:gridCol>
                <a:gridCol w="556851">
                  <a:extLst>
                    <a:ext uri="{9D8B030D-6E8A-4147-A177-3AD203B41FA5}">
                      <a16:colId xmlns:a16="http://schemas.microsoft.com/office/drawing/2014/main" val="2520577331"/>
                    </a:ext>
                  </a:extLst>
                </a:gridCol>
                <a:gridCol w="556851">
                  <a:extLst>
                    <a:ext uri="{9D8B030D-6E8A-4147-A177-3AD203B41FA5}">
                      <a16:colId xmlns:a16="http://schemas.microsoft.com/office/drawing/2014/main" val="3205163232"/>
                    </a:ext>
                  </a:extLst>
                </a:gridCol>
                <a:gridCol w="862574">
                  <a:extLst>
                    <a:ext uri="{9D8B030D-6E8A-4147-A177-3AD203B41FA5}">
                      <a16:colId xmlns:a16="http://schemas.microsoft.com/office/drawing/2014/main" val="3048593652"/>
                    </a:ext>
                  </a:extLst>
                </a:gridCol>
              </a:tblGrid>
              <a:tr h="159704">
                <a:tc gridSpan="19">
                  <a:txBody>
                    <a:bodyPr/>
                    <a:lstStyle/>
                    <a:p>
                      <a:pPr algn="ctr" fontAlgn="b"/>
                      <a:r>
                        <a:rPr lang="en-US" sz="1000" b="0" i="0" u="none" strike="noStrike">
                          <a:solidFill>
                            <a:srgbClr val="000000"/>
                          </a:solidFill>
                          <a:effectLst/>
                          <a:latin typeface="Verdana" panose="020B0604030504040204" pitchFamily="34" charset="0"/>
                        </a:rPr>
                        <a:t>Full Automation (4006 hours)</a:t>
                      </a:r>
                    </a:p>
                  </a:txBody>
                  <a:tcPr marL="3889" marR="3889" marT="38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70643964"/>
                  </a:ext>
                </a:extLst>
              </a:tr>
              <a:tr h="147778">
                <a:tc gridSpan="4">
                  <a:txBody>
                    <a:bodyPr/>
                    <a:lstStyle/>
                    <a:p>
                      <a:pPr algn="ctr" fontAlgn="ctr"/>
                      <a:r>
                        <a:rPr lang="en-US" sz="700" b="1" i="0" u="none" strike="noStrike">
                          <a:solidFill>
                            <a:srgbClr val="000000"/>
                          </a:solidFill>
                          <a:effectLst/>
                          <a:latin typeface="Verdana" panose="020B0604030504040204" pitchFamily="34" charset="0"/>
                        </a:rPr>
                        <a:t>Deloitte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ctr"/>
                      <a:r>
                        <a:rPr lang="en-US" sz="700" b="1"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8">
                  <a:txBody>
                    <a:bodyPr/>
                    <a:lstStyle/>
                    <a:p>
                      <a:pPr algn="ctr" fontAlgn="ctr"/>
                      <a:r>
                        <a:rPr lang="en-US" sz="700" b="1" i="0" u="none" strike="noStrike">
                          <a:solidFill>
                            <a:srgbClr val="000000"/>
                          </a:solidFill>
                          <a:effectLst/>
                          <a:latin typeface="Verdana" panose="020B0604030504040204" pitchFamily="34" charset="0"/>
                        </a:rPr>
                        <a:t>Confirm and Build</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ctr"/>
                      <a:r>
                        <a:rPr lang="en-US" sz="700" b="1" i="0" u="none" strike="noStrike">
                          <a:solidFill>
                            <a:srgbClr val="000000"/>
                          </a:solidFill>
                          <a:effectLst/>
                          <a:latin typeface="Verdana" panose="020B0604030504040204" pitchFamily="34" charset="0"/>
                        </a:rPr>
                        <a:t>Test and Deliver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ctr" fontAlgn="ctr"/>
                      <a:r>
                        <a:rPr lang="en-US" sz="700" b="1"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83678967"/>
                  </a:ext>
                </a:extLst>
              </a:tr>
              <a:tr h="147778">
                <a:tc>
                  <a:txBody>
                    <a:bodyPr/>
                    <a:lstStyle/>
                    <a:p>
                      <a:pPr algn="ctr" fontAlgn="ctr"/>
                      <a:r>
                        <a:rPr lang="en-US" sz="700" b="1" i="0" u="none" strike="noStrike">
                          <a:solidFill>
                            <a:srgbClr val="000000"/>
                          </a:solidFill>
                          <a:effectLst/>
                          <a:latin typeface="Verdana" panose="020B0604030504040204" pitchFamily="34" charset="0"/>
                        </a:rPr>
                        <a:t>Role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000000"/>
                          </a:solidFill>
                          <a:effectLst/>
                          <a:latin typeface="Verdana" panose="020B0604030504040204" pitchFamily="34" charset="0"/>
                        </a:rPr>
                        <a:t>Level</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000000"/>
                          </a:solidFill>
                          <a:effectLst/>
                          <a:latin typeface="Verdana" panose="020B0604030504040204" pitchFamily="34" charset="0"/>
                        </a:rPr>
                        <a:t>Role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000000"/>
                          </a:solidFill>
                          <a:effectLst/>
                          <a:latin typeface="Verdana" panose="020B0604030504040204" pitchFamily="34" charset="0"/>
                        </a:rPr>
                        <a:t>Location</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000000"/>
                          </a:solidFill>
                          <a:effectLst/>
                          <a:latin typeface="Verdana" panose="020B0604030504040204" pitchFamily="34" charset="0"/>
                        </a:rPr>
                        <a:t>Rate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1</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2</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3</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4</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6</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7</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8</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9</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10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11</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Week 12</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700" b="1" i="0" u="none" strike="noStrike">
                          <a:solidFill>
                            <a:srgbClr val="000000"/>
                          </a:solidFill>
                          <a:effectLst/>
                          <a:latin typeface="Verdana" panose="020B0604030504040204" pitchFamily="34" charset="0"/>
                        </a:rPr>
                        <a:t>Total Hrs.</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1" i="0" u="none" strike="noStrike">
                          <a:solidFill>
                            <a:srgbClr val="000000"/>
                          </a:solidFill>
                          <a:effectLst/>
                          <a:latin typeface="Verdana" panose="020B0604030504040204" pitchFamily="34" charset="0"/>
                        </a:rPr>
                        <a:t>Total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92581701"/>
                  </a:ext>
                </a:extLst>
              </a:tr>
              <a:tr h="147778">
                <a:tc>
                  <a:txBody>
                    <a:bodyPr/>
                    <a:lstStyle/>
                    <a:p>
                      <a:pPr algn="ctr" fontAlgn="ctr"/>
                      <a:r>
                        <a:rPr lang="en-US" sz="700" b="0" i="0" u="none" strike="noStrike">
                          <a:solidFill>
                            <a:srgbClr val="000000"/>
                          </a:solidFill>
                          <a:effectLst/>
                          <a:latin typeface="Verdana" panose="020B0604030504040204" pitchFamily="34" charset="0"/>
                        </a:rPr>
                        <a:t>TECH</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Sr. 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Developer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38.00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540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20,520.00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61776905"/>
                  </a:ext>
                </a:extLst>
              </a:tr>
              <a:tr h="147778">
                <a:tc>
                  <a:txBody>
                    <a:bodyPr/>
                    <a:lstStyle/>
                    <a:p>
                      <a:pPr algn="ctr" fontAlgn="ctr"/>
                      <a:r>
                        <a:rPr lang="en-US" sz="700" b="0" i="0" u="none" strike="noStrike">
                          <a:solidFill>
                            <a:srgbClr val="000000"/>
                          </a:solidFill>
                          <a:effectLst/>
                          <a:latin typeface="Verdana" panose="020B0604030504040204" pitchFamily="34" charset="0"/>
                        </a:rPr>
                        <a:t>TECH</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Developer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32.00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540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17,280.00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10817637"/>
                  </a:ext>
                </a:extLst>
              </a:tr>
              <a:tr h="147778">
                <a:tc>
                  <a:txBody>
                    <a:bodyPr/>
                    <a:lstStyle/>
                    <a:p>
                      <a:pPr algn="ctr" fontAlgn="ctr"/>
                      <a:r>
                        <a:rPr lang="en-US" sz="700" b="0" i="0" u="none" strike="noStrike">
                          <a:solidFill>
                            <a:srgbClr val="000000"/>
                          </a:solidFill>
                          <a:effectLst/>
                          <a:latin typeface="Verdana" panose="020B0604030504040204" pitchFamily="34" charset="0"/>
                        </a:rPr>
                        <a:t>TECH</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Developer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32.00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540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17,280.00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68837629"/>
                  </a:ext>
                </a:extLst>
              </a:tr>
              <a:tr h="147778">
                <a:tc>
                  <a:txBody>
                    <a:bodyPr/>
                    <a:lstStyle/>
                    <a:p>
                      <a:pPr algn="ctr" fontAlgn="ctr"/>
                      <a:r>
                        <a:rPr lang="en-US" sz="700" b="0" i="0" u="none" strike="noStrike">
                          <a:solidFill>
                            <a:srgbClr val="000000"/>
                          </a:solidFill>
                          <a:effectLst/>
                          <a:latin typeface="Verdana" panose="020B0604030504040204" pitchFamily="34" charset="0"/>
                        </a:rPr>
                        <a:t>TECH</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Developer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32.00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540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17,280.00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4814025"/>
                  </a:ext>
                </a:extLst>
              </a:tr>
              <a:tr h="147778">
                <a:tc>
                  <a:txBody>
                    <a:bodyPr/>
                    <a:lstStyle/>
                    <a:p>
                      <a:pPr algn="ctr" fontAlgn="ctr"/>
                      <a:r>
                        <a:rPr lang="en-US" sz="700" b="0" i="0" u="none" strike="noStrike">
                          <a:solidFill>
                            <a:srgbClr val="000000"/>
                          </a:solidFill>
                          <a:effectLst/>
                          <a:latin typeface="Verdana" panose="020B0604030504040204" pitchFamily="34" charset="0"/>
                        </a:rPr>
                        <a:t>TECH</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Developer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32.00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dirty="0">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540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17,280.00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7628220"/>
                  </a:ext>
                </a:extLst>
              </a:tr>
              <a:tr h="147778">
                <a:tc>
                  <a:txBody>
                    <a:bodyPr/>
                    <a:lstStyle/>
                    <a:p>
                      <a:pPr algn="ctr" fontAlgn="ctr"/>
                      <a:r>
                        <a:rPr lang="en-US" sz="700" b="0" i="0" u="none" strike="noStrike">
                          <a:solidFill>
                            <a:srgbClr val="000000"/>
                          </a:solidFill>
                          <a:effectLst/>
                          <a:latin typeface="Verdana" panose="020B0604030504040204" pitchFamily="34" charset="0"/>
                        </a:rPr>
                        <a:t>TECH</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Developer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32.00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180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5,760.00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0631840"/>
                  </a:ext>
                </a:extLst>
              </a:tr>
              <a:tr h="147778">
                <a:tc>
                  <a:txBody>
                    <a:bodyPr/>
                    <a:lstStyle/>
                    <a:p>
                      <a:pPr algn="ctr" fontAlgn="ctr"/>
                      <a:r>
                        <a:rPr lang="en-US" sz="700" b="0" i="0" u="none" strike="noStrike">
                          <a:solidFill>
                            <a:srgbClr val="000000"/>
                          </a:solidFill>
                          <a:effectLst/>
                          <a:latin typeface="Verdana" panose="020B0604030504040204" pitchFamily="34" charset="0"/>
                        </a:rPr>
                        <a:t>USI ERP</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Functional</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32.00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225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7,200.00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6618739"/>
                  </a:ext>
                </a:extLst>
              </a:tr>
              <a:tr h="147778">
                <a:tc>
                  <a:txBody>
                    <a:bodyPr/>
                    <a:lstStyle/>
                    <a:p>
                      <a:pPr algn="ctr" fontAlgn="ctr"/>
                      <a:r>
                        <a:rPr lang="en-US" sz="700" b="0" i="0" u="none" strike="noStrike">
                          <a:solidFill>
                            <a:srgbClr val="000000"/>
                          </a:solidFill>
                          <a:effectLst/>
                          <a:latin typeface="Verdana" panose="020B0604030504040204" pitchFamily="34" charset="0"/>
                        </a:rPr>
                        <a:t>USI Payroll</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Functional</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46.00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540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24,840.00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89721959"/>
                  </a:ext>
                </a:extLst>
              </a:tr>
              <a:tr h="147778">
                <a:tc>
                  <a:txBody>
                    <a:bodyPr/>
                    <a:lstStyle/>
                    <a:p>
                      <a:pPr algn="ctr" fontAlgn="ctr"/>
                      <a:r>
                        <a:rPr lang="en-US" sz="700" b="0" i="0" u="none" strike="noStrike">
                          <a:solidFill>
                            <a:srgbClr val="000000"/>
                          </a:solidFill>
                          <a:effectLst/>
                          <a:latin typeface="Verdana" panose="020B0604030504040204" pitchFamily="34" charset="0"/>
                        </a:rPr>
                        <a:t>USI Core HR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Functional</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46.00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360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700" b="0" i="0" u="none" strike="noStrike">
                          <a:solidFill>
                            <a:srgbClr val="000000"/>
                          </a:solidFill>
                          <a:effectLst/>
                          <a:latin typeface="Verdana" panose="020B0604030504040204" pitchFamily="34" charset="0"/>
                        </a:rPr>
                        <a:t> $      16,560.00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83960814"/>
                  </a:ext>
                </a:extLst>
              </a:tr>
              <a:tr h="147778">
                <a:tc>
                  <a:txBody>
                    <a:bodyPr/>
                    <a:lstStyle/>
                    <a:p>
                      <a:pPr algn="ctr" fontAlgn="ctr"/>
                      <a:r>
                        <a:rPr lang="en-US" sz="700" b="0" i="0" u="none" strike="noStrike">
                          <a:solidFill>
                            <a:srgbClr val="000000"/>
                          </a:solidFill>
                          <a:effectLst/>
                          <a:latin typeface="Verdana" panose="020B0604030504040204" pitchFamily="34" charset="0"/>
                        </a:rPr>
                        <a:t>Total</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225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225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225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225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270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270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270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315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360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360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360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0" i="0" u="none" strike="noStrike">
                          <a:solidFill>
                            <a:srgbClr val="000000"/>
                          </a:solidFill>
                          <a:effectLst/>
                          <a:latin typeface="Verdana" panose="020B0604030504040204" pitchFamily="34" charset="0"/>
                        </a:rPr>
                        <a:t>360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1" i="0" u="none" strike="noStrike">
                          <a:solidFill>
                            <a:srgbClr val="000000"/>
                          </a:solidFill>
                          <a:effectLst/>
                          <a:latin typeface="Verdana" panose="020B0604030504040204" pitchFamily="34" charset="0"/>
                        </a:rPr>
                        <a:t>4005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700" b="1" i="0" u="none" strike="noStrike" dirty="0">
                          <a:solidFill>
                            <a:srgbClr val="000000"/>
                          </a:solidFill>
                          <a:effectLst/>
                          <a:latin typeface="Verdana" panose="020B0604030504040204" pitchFamily="34" charset="0"/>
                        </a:rPr>
                        <a:t> $ 144,000.00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120346972"/>
                  </a:ext>
                </a:extLst>
              </a:tr>
            </a:tbl>
          </a:graphicData>
        </a:graphic>
      </p:graphicFrame>
    </p:spTree>
    <p:extLst>
      <p:ext uri="{BB962C8B-B14F-4D97-AF65-F5344CB8AC3E}">
        <p14:creationId xmlns:p14="http://schemas.microsoft.com/office/powerpoint/2010/main" val="30131737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E934EF-F061-4750-97C6-1A30BB170927}"/>
              </a:ext>
            </a:extLst>
          </p:cNvPr>
          <p:cNvSpPr txBox="1">
            <a:spLocks/>
          </p:cNvSpPr>
          <p:nvPr/>
        </p:nvSpPr>
        <p:spPr>
          <a:xfrm>
            <a:off x="469900" y="212304"/>
            <a:ext cx="11252200" cy="334102"/>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1219170"/>
            <a:r>
              <a:rPr lang="en-US" sz="3600" dirty="0">
                <a:latin typeface="+mn-lt"/>
                <a:cs typeface="Arial" panose="020B0604020202020204" pitchFamily="34" charset="0"/>
              </a:rPr>
              <a:t>Selenium 40%  Automation with KT– Resource Plan </a:t>
            </a:r>
            <a:r>
              <a:rPr lang="en-US" sz="1800" dirty="0">
                <a:highlight>
                  <a:srgbClr val="FFFF00"/>
                </a:highlight>
                <a:latin typeface="+mn-lt"/>
                <a:cs typeface="Arial" panose="020B0604020202020204" pitchFamily="34" charset="0"/>
              </a:rPr>
              <a:t>(Internal reference</a:t>
            </a:r>
            <a:endParaRPr lang="en-US" sz="3600" dirty="0">
              <a:highlight>
                <a:srgbClr val="FFFF00"/>
              </a:highlight>
              <a:latin typeface="+mn-lt"/>
              <a:cs typeface="Arial" panose="020B0604020202020204" pitchFamily="34" charset="0"/>
            </a:endParaRPr>
          </a:p>
          <a:p>
            <a:pPr defTabSz="1219170"/>
            <a:endParaRPr lang="en-US" sz="1200" dirty="0">
              <a:highlight>
                <a:srgbClr val="FFFF00"/>
              </a:highlight>
              <a:latin typeface="+mn-lt"/>
              <a:cs typeface="Arial" panose="020B0604020202020204" pitchFamily="34" charset="0"/>
            </a:endParaRPr>
          </a:p>
          <a:p>
            <a:pPr defTabSz="1219170"/>
            <a:endParaRPr lang="en-US" sz="3600" dirty="0">
              <a:highlight>
                <a:srgbClr val="FFFF00"/>
              </a:highlight>
              <a:latin typeface="+mn-lt"/>
              <a:cs typeface="Arial" panose="020B0604020202020204" pitchFamily="34" charset="0"/>
            </a:endParaRPr>
          </a:p>
        </p:txBody>
      </p:sp>
      <p:sp>
        <p:nvSpPr>
          <p:cNvPr id="5" name="TextBox 4">
            <a:extLst>
              <a:ext uri="{FF2B5EF4-FFF2-40B4-BE49-F238E27FC236}">
                <a16:creationId xmlns:a16="http://schemas.microsoft.com/office/drawing/2014/main" id="{393E60F9-4E80-4516-B8BE-26430F358627}"/>
              </a:ext>
            </a:extLst>
          </p:cNvPr>
          <p:cNvSpPr txBox="1"/>
          <p:nvPr/>
        </p:nvSpPr>
        <p:spPr>
          <a:xfrm>
            <a:off x="614916" y="6736963"/>
            <a:ext cx="1503617" cy="123111"/>
          </a:xfrm>
          <a:prstGeom prst="rect">
            <a:avLst/>
          </a:prstGeom>
          <a:noFill/>
        </p:spPr>
        <p:txBody>
          <a:bodyPr vert="horz" wrap="none" lIns="0" tIns="0" rIns="0" bIns="0" rtlCol="0">
            <a:spAutoFit/>
          </a:bodyPr>
          <a:lstStyle/>
          <a:p>
            <a:pPr marL="0" marR="0" lvl="0" indent="0" defTabSz="914400" eaLnBrk="1" fontAlgn="auto" latinLnBrk="0" hangingPunct="1">
              <a:lnSpc>
                <a:spcPct val="100000"/>
              </a:lnSpc>
              <a:spcBef>
                <a:spcPts val="200"/>
              </a:spcBef>
              <a:spcAft>
                <a:spcPts val="0"/>
              </a:spcAft>
              <a:buClrTx/>
              <a:buSzPct val="100000"/>
              <a:buFontTx/>
              <a:buNone/>
              <a:tabLst/>
              <a:defRPr/>
            </a:pPr>
            <a:r>
              <a:rPr kumimoji="0" lang="en-US" sz="800" b="0" i="0" u="none" strike="noStrike" kern="0" cap="none" spc="0" normalizeH="0" baseline="0" noProof="0" dirty="0">
                <a:ln>
                  <a:noFill/>
                </a:ln>
                <a:solidFill>
                  <a:prstClr val="black"/>
                </a:solidFill>
                <a:effectLst/>
                <a:uLnTx/>
                <a:uFillTx/>
              </a:rPr>
              <a:t>* Estimated scope: ~320 Test scripts</a:t>
            </a:r>
          </a:p>
        </p:txBody>
      </p:sp>
      <p:graphicFrame>
        <p:nvGraphicFramePr>
          <p:cNvPr id="2" name="Table 1">
            <a:extLst>
              <a:ext uri="{FF2B5EF4-FFF2-40B4-BE49-F238E27FC236}">
                <a16:creationId xmlns:a16="http://schemas.microsoft.com/office/drawing/2014/main" id="{42732218-CF4B-43AA-9C5F-2A0B5D1669F1}"/>
              </a:ext>
            </a:extLst>
          </p:cNvPr>
          <p:cNvGraphicFramePr>
            <a:graphicFrameLocks noGrp="1"/>
          </p:cNvGraphicFramePr>
          <p:nvPr>
            <p:extLst>
              <p:ext uri="{D42A27DB-BD31-4B8C-83A1-F6EECF244321}">
                <p14:modId xmlns:p14="http://schemas.microsoft.com/office/powerpoint/2010/main" val="1051726721"/>
              </p:ext>
            </p:extLst>
          </p:nvPr>
        </p:nvGraphicFramePr>
        <p:xfrm>
          <a:off x="469900" y="1180699"/>
          <a:ext cx="11010045" cy="2345715"/>
        </p:xfrm>
        <a:graphic>
          <a:graphicData uri="http://schemas.openxmlformats.org/drawingml/2006/table">
            <a:tbl>
              <a:tblPr/>
              <a:tblGrid>
                <a:gridCol w="716630">
                  <a:extLst>
                    <a:ext uri="{9D8B030D-6E8A-4147-A177-3AD203B41FA5}">
                      <a16:colId xmlns:a16="http://schemas.microsoft.com/office/drawing/2014/main" val="968392792"/>
                    </a:ext>
                  </a:extLst>
                </a:gridCol>
                <a:gridCol w="1020655">
                  <a:extLst>
                    <a:ext uri="{9D8B030D-6E8A-4147-A177-3AD203B41FA5}">
                      <a16:colId xmlns:a16="http://schemas.microsoft.com/office/drawing/2014/main" val="1937352054"/>
                    </a:ext>
                  </a:extLst>
                </a:gridCol>
                <a:gridCol w="597192">
                  <a:extLst>
                    <a:ext uri="{9D8B030D-6E8A-4147-A177-3AD203B41FA5}">
                      <a16:colId xmlns:a16="http://schemas.microsoft.com/office/drawing/2014/main" val="4175654724"/>
                    </a:ext>
                  </a:extLst>
                </a:gridCol>
                <a:gridCol w="564618">
                  <a:extLst>
                    <a:ext uri="{9D8B030D-6E8A-4147-A177-3AD203B41FA5}">
                      <a16:colId xmlns:a16="http://schemas.microsoft.com/office/drawing/2014/main" val="3017593607"/>
                    </a:ext>
                  </a:extLst>
                </a:gridCol>
                <a:gridCol w="553760">
                  <a:extLst>
                    <a:ext uri="{9D8B030D-6E8A-4147-A177-3AD203B41FA5}">
                      <a16:colId xmlns:a16="http://schemas.microsoft.com/office/drawing/2014/main" val="3341130802"/>
                    </a:ext>
                  </a:extLst>
                </a:gridCol>
                <a:gridCol w="477753">
                  <a:extLst>
                    <a:ext uri="{9D8B030D-6E8A-4147-A177-3AD203B41FA5}">
                      <a16:colId xmlns:a16="http://schemas.microsoft.com/office/drawing/2014/main" val="95138299"/>
                    </a:ext>
                  </a:extLst>
                </a:gridCol>
                <a:gridCol w="477753">
                  <a:extLst>
                    <a:ext uri="{9D8B030D-6E8A-4147-A177-3AD203B41FA5}">
                      <a16:colId xmlns:a16="http://schemas.microsoft.com/office/drawing/2014/main" val="1853223311"/>
                    </a:ext>
                  </a:extLst>
                </a:gridCol>
                <a:gridCol w="477753">
                  <a:extLst>
                    <a:ext uri="{9D8B030D-6E8A-4147-A177-3AD203B41FA5}">
                      <a16:colId xmlns:a16="http://schemas.microsoft.com/office/drawing/2014/main" val="3039398056"/>
                    </a:ext>
                  </a:extLst>
                </a:gridCol>
                <a:gridCol w="488612">
                  <a:extLst>
                    <a:ext uri="{9D8B030D-6E8A-4147-A177-3AD203B41FA5}">
                      <a16:colId xmlns:a16="http://schemas.microsoft.com/office/drawing/2014/main" val="250222440"/>
                    </a:ext>
                  </a:extLst>
                </a:gridCol>
                <a:gridCol w="618908">
                  <a:extLst>
                    <a:ext uri="{9D8B030D-6E8A-4147-A177-3AD203B41FA5}">
                      <a16:colId xmlns:a16="http://schemas.microsoft.com/office/drawing/2014/main" val="2806777687"/>
                    </a:ext>
                  </a:extLst>
                </a:gridCol>
                <a:gridCol w="510327">
                  <a:extLst>
                    <a:ext uri="{9D8B030D-6E8A-4147-A177-3AD203B41FA5}">
                      <a16:colId xmlns:a16="http://schemas.microsoft.com/office/drawing/2014/main" val="3399755743"/>
                    </a:ext>
                  </a:extLst>
                </a:gridCol>
                <a:gridCol w="477753">
                  <a:extLst>
                    <a:ext uri="{9D8B030D-6E8A-4147-A177-3AD203B41FA5}">
                      <a16:colId xmlns:a16="http://schemas.microsoft.com/office/drawing/2014/main" val="4259177156"/>
                    </a:ext>
                  </a:extLst>
                </a:gridCol>
                <a:gridCol w="477753">
                  <a:extLst>
                    <a:ext uri="{9D8B030D-6E8A-4147-A177-3AD203B41FA5}">
                      <a16:colId xmlns:a16="http://schemas.microsoft.com/office/drawing/2014/main" val="3753324917"/>
                    </a:ext>
                  </a:extLst>
                </a:gridCol>
                <a:gridCol w="477753">
                  <a:extLst>
                    <a:ext uri="{9D8B030D-6E8A-4147-A177-3AD203B41FA5}">
                      <a16:colId xmlns:a16="http://schemas.microsoft.com/office/drawing/2014/main" val="1138132752"/>
                    </a:ext>
                  </a:extLst>
                </a:gridCol>
                <a:gridCol w="553760">
                  <a:extLst>
                    <a:ext uri="{9D8B030D-6E8A-4147-A177-3AD203B41FA5}">
                      <a16:colId xmlns:a16="http://schemas.microsoft.com/office/drawing/2014/main" val="15161601"/>
                    </a:ext>
                  </a:extLst>
                </a:gridCol>
                <a:gridCol w="553760">
                  <a:extLst>
                    <a:ext uri="{9D8B030D-6E8A-4147-A177-3AD203B41FA5}">
                      <a16:colId xmlns:a16="http://schemas.microsoft.com/office/drawing/2014/main" val="99652278"/>
                    </a:ext>
                  </a:extLst>
                </a:gridCol>
                <a:gridCol w="553760">
                  <a:extLst>
                    <a:ext uri="{9D8B030D-6E8A-4147-A177-3AD203B41FA5}">
                      <a16:colId xmlns:a16="http://schemas.microsoft.com/office/drawing/2014/main" val="1620697707"/>
                    </a:ext>
                  </a:extLst>
                </a:gridCol>
                <a:gridCol w="553760">
                  <a:extLst>
                    <a:ext uri="{9D8B030D-6E8A-4147-A177-3AD203B41FA5}">
                      <a16:colId xmlns:a16="http://schemas.microsoft.com/office/drawing/2014/main" val="2501450003"/>
                    </a:ext>
                  </a:extLst>
                </a:gridCol>
                <a:gridCol w="857785">
                  <a:extLst>
                    <a:ext uri="{9D8B030D-6E8A-4147-A177-3AD203B41FA5}">
                      <a16:colId xmlns:a16="http://schemas.microsoft.com/office/drawing/2014/main" val="77238696"/>
                    </a:ext>
                  </a:extLst>
                </a:gridCol>
              </a:tblGrid>
              <a:tr h="163334">
                <a:tc gridSpan="19">
                  <a:txBody>
                    <a:bodyPr/>
                    <a:lstStyle/>
                    <a:p>
                      <a:pPr algn="ctr" fontAlgn="b"/>
                      <a:r>
                        <a:rPr lang="en-US" sz="1050" b="0" i="0" u="none" strike="noStrike">
                          <a:solidFill>
                            <a:srgbClr val="000000"/>
                          </a:solidFill>
                          <a:effectLst/>
                          <a:latin typeface="Verdana" panose="020B0604030504040204" pitchFamily="34" charset="0"/>
                        </a:rPr>
                        <a:t>40% Automation scripts with KT Plan</a:t>
                      </a:r>
                    </a:p>
                  </a:txBody>
                  <a:tcPr marL="3889" marR="3889" marT="3889"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9532106"/>
                  </a:ext>
                </a:extLst>
              </a:tr>
              <a:tr h="160741">
                <a:tc gridSpan="4">
                  <a:txBody>
                    <a:bodyPr/>
                    <a:lstStyle/>
                    <a:p>
                      <a:pPr algn="ctr" fontAlgn="ctr"/>
                      <a:r>
                        <a:rPr lang="en-US" sz="800" b="1" i="0" u="none" strike="noStrike">
                          <a:solidFill>
                            <a:srgbClr val="000000"/>
                          </a:solidFill>
                          <a:effectLst/>
                          <a:latin typeface="Verdana" panose="020B0604030504040204" pitchFamily="34" charset="0"/>
                        </a:rPr>
                        <a:t>Deloitte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ctr"/>
                      <a:r>
                        <a:rPr lang="en-US" sz="800" b="1"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1" i="0" u="none" strike="noStrike">
                          <a:solidFill>
                            <a:srgbClr val="000000"/>
                          </a:solidFill>
                          <a:effectLst/>
                          <a:latin typeface="Verdana" panose="020B0604030504040204" pitchFamily="34" charset="0"/>
                        </a:rPr>
                        <a:t>Assess</a:t>
                      </a:r>
                    </a:p>
                  </a:txBody>
                  <a:tcPr marL="3889" marR="3889" marT="388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4">
                  <a:txBody>
                    <a:bodyPr/>
                    <a:lstStyle/>
                    <a:p>
                      <a:pPr algn="ctr" fontAlgn="ctr"/>
                      <a:r>
                        <a:rPr lang="en-US" sz="800" b="1" i="0" u="none" strike="noStrike">
                          <a:solidFill>
                            <a:srgbClr val="000000"/>
                          </a:solidFill>
                          <a:effectLst/>
                          <a:latin typeface="Verdana" panose="020B0604030504040204" pitchFamily="34" charset="0"/>
                        </a:rPr>
                        <a:t>Confirm and Build</a:t>
                      </a:r>
                    </a:p>
                  </a:txBody>
                  <a:tcPr marL="3889" marR="3889" marT="388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algn="ctr" fontAlgn="ctr"/>
                      <a:r>
                        <a:rPr lang="en-US" sz="800" b="1" i="0" u="none" strike="noStrike">
                          <a:solidFill>
                            <a:srgbClr val="000000"/>
                          </a:solidFill>
                          <a:effectLst/>
                          <a:latin typeface="Verdana" panose="020B0604030504040204" pitchFamily="34" charset="0"/>
                        </a:rPr>
                        <a:t>Test &amp; Deliver</a:t>
                      </a:r>
                    </a:p>
                  </a:txBody>
                  <a:tcPr marL="3889" marR="3889" marT="388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gridSpan="3">
                  <a:txBody>
                    <a:bodyPr/>
                    <a:lstStyle/>
                    <a:p>
                      <a:pPr algn="ctr" fontAlgn="ctr"/>
                      <a:r>
                        <a:rPr lang="en-US" sz="800" b="1" i="0" u="none" strike="noStrike">
                          <a:solidFill>
                            <a:srgbClr val="000000"/>
                          </a:solidFill>
                          <a:effectLst/>
                          <a:latin typeface="Verdana" panose="020B0604030504040204" pitchFamily="34" charset="0"/>
                        </a:rPr>
                        <a:t>Confirm and Build</a:t>
                      </a:r>
                    </a:p>
                  </a:txBody>
                  <a:tcPr marL="3889" marR="3889" marT="388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gridSpan="2">
                  <a:txBody>
                    <a:bodyPr/>
                    <a:lstStyle/>
                    <a:p>
                      <a:pPr algn="ctr" fontAlgn="ctr"/>
                      <a:r>
                        <a:rPr lang="en-US" sz="800" b="1" i="0" u="none" strike="noStrike">
                          <a:solidFill>
                            <a:srgbClr val="000000"/>
                          </a:solidFill>
                          <a:effectLst/>
                          <a:latin typeface="Verdana" panose="020B0604030504040204" pitchFamily="34" charset="0"/>
                        </a:rPr>
                        <a:t>Test &amp; Deliver</a:t>
                      </a:r>
                    </a:p>
                  </a:txBody>
                  <a:tcPr marL="3889" marR="3889" marT="388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l" fontAlgn="ctr"/>
                      <a:r>
                        <a:rPr lang="en-US" sz="800" b="1" i="0" u="none" strike="noStrike">
                          <a:solidFill>
                            <a:srgbClr val="000000"/>
                          </a:solidFill>
                          <a:effectLst/>
                          <a:latin typeface="Verdana" panose="020B0604030504040204" pitchFamily="34" charset="0"/>
                        </a:rPr>
                        <a:t> </a:t>
                      </a:r>
                    </a:p>
                  </a:txBody>
                  <a:tcPr marL="3889" marR="3889" marT="3889"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1"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11725210"/>
                  </a:ext>
                </a:extLst>
              </a:tr>
              <a:tr h="150890">
                <a:tc>
                  <a:txBody>
                    <a:bodyPr/>
                    <a:lstStyle/>
                    <a:p>
                      <a:pPr algn="ctr" fontAlgn="ctr"/>
                      <a:r>
                        <a:rPr lang="en-US" sz="800" b="1" i="0" u="none" strike="noStrike">
                          <a:solidFill>
                            <a:srgbClr val="000000"/>
                          </a:solidFill>
                          <a:effectLst/>
                          <a:latin typeface="Verdana" panose="020B0604030504040204" pitchFamily="34" charset="0"/>
                        </a:rPr>
                        <a:t>Role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1" i="0" u="none" strike="noStrike">
                          <a:solidFill>
                            <a:srgbClr val="000000"/>
                          </a:solidFill>
                          <a:effectLst/>
                          <a:latin typeface="Verdana" panose="020B0604030504040204" pitchFamily="34" charset="0"/>
                        </a:rPr>
                        <a:t>Level</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1" i="0" u="none" strike="noStrike">
                          <a:solidFill>
                            <a:srgbClr val="000000"/>
                          </a:solidFill>
                          <a:effectLst/>
                          <a:latin typeface="Verdana" panose="020B0604030504040204" pitchFamily="34" charset="0"/>
                        </a:rPr>
                        <a:t>Role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1" i="0" u="none" strike="noStrike">
                          <a:solidFill>
                            <a:srgbClr val="000000"/>
                          </a:solidFill>
                          <a:effectLst/>
                          <a:latin typeface="Verdana" panose="020B0604030504040204" pitchFamily="34" charset="0"/>
                        </a:rPr>
                        <a:t>Location</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1" i="0" u="none" strike="noStrike">
                          <a:solidFill>
                            <a:srgbClr val="000000"/>
                          </a:solidFill>
                          <a:effectLst/>
                          <a:latin typeface="Verdana" panose="020B0604030504040204" pitchFamily="34" charset="0"/>
                        </a:rPr>
                        <a:t>Rate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1" i="0" u="none" strike="noStrike">
                          <a:solidFill>
                            <a:srgbClr val="000000"/>
                          </a:solidFill>
                          <a:effectLst/>
                          <a:latin typeface="Verdana" panose="020B0604030504040204" pitchFamily="34" charset="0"/>
                        </a:rPr>
                        <a:t>Week 1</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1" i="0" u="none" strike="noStrike">
                          <a:solidFill>
                            <a:srgbClr val="000000"/>
                          </a:solidFill>
                          <a:effectLst/>
                          <a:latin typeface="Verdana" panose="020B0604030504040204" pitchFamily="34" charset="0"/>
                        </a:rPr>
                        <a:t>Week 2</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1" i="0" u="none" strike="noStrike">
                          <a:solidFill>
                            <a:srgbClr val="000000"/>
                          </a:solidFill>
                          <a:effectLst/>
                          <a:latin typeface="Verdana" panose="020B0604030504040204" pitchFamily="34" charset="0"/>
                        </a:rPr>
                        <a:t>Week 3</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1" i="0" u="none" strike="noStrike">
                          <a:solidFill>
                            <a:srgbClr val="000000"/>
                          </a:solidFill>
                          <a:effectLst/>
                          <a:latin typeface="Verdana" panose="020B0604030504040204" pitchFamily="34" charset="0"/>
                        </a:rPr>
                        <a:t>Week 4</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1" i="0" u="none" strike="noStrike">
                          <a:solidFill>
                            <a:srgbClr val="000000"/>
                          </a:solidFill>
                          <a:effectLst/>
                          <a:latin typeface="Verdana" panose="020B0604030504040204" pitchFamily="34" charset="0"/>
                        </a:rPr>
                        <a:t>Week 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1" i="0" u="none" strike="noStrike">
                          <a:solidFill>
                            <a:srgbClr val="000000"/>
                          </a:solidFill>
                          <a:effectLst/>
                          <a:latin typeface="Verdana" panose="020B0604030504040204" pitchFamily="34" charset="0"/>
                        </a:rPr>
                        <a:t>Week 6</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1" i="0" u="none" strike="noStrike">
                          <a:solidFill>
                            <a:srgbClr val="000000"/>
                          </a:solidFill>
                          <a:effectLst/>
                          <a:latin typeface="Verdana" panose="020B0604030504040204" pitchFamily="34" charset="0"/>
                        </a:rPr>
                        <a:t>Week 7</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1" i="0" u="none" strike="noStrike">
                          <a:solidFill>
                            <a:srgbClr val="000000"/>
                          </a:solidFill>
                          <a:effectLst/>
                          <a:latin typeface="Verdana" panose="020B0604030504040204" pitchFamily="34" charset="0"/>
                        </a:rPr>
                        <a:t>Week 8</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1" i="0" u="none" strike="noStrike">
                          <a:solidFill>
                            <a:srgbClr val="000000"/>
                          </a:solidFill>
                          <a:effectLst/>
                          <a:latin typeface="Verdana" panose="020B0604030504040204" pitchFamily="34" charset="0"/>
                        </a:rPr>
                        <a:t>Week 9</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1" i="0" u="none" strike="noStrike">
                          <a:solidFill>
                            <a:srgbClr val="000000"/>
                          </a:solidFill>
                          <a:effectLst/>
                          <a:latin typeface="Verdana" panose="020B0604030504040204" pitchFamily="34" charset="0"/>
                        </a:rPr>
                        <a:t>Week 10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1" i="0" u="none" strike="noStrike">
                          <a:solidFill>
                            <a:srgbClr val="000000"/>
                          </a:solidFill>
                          <a:effectLst/>
                          <a:latin typeface="Verdana" panose="020B0604030504040204" pitchFamily="34" charset="0"/>
                        </a:rPr>
                        <a:t>Week 11</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1" i="0" u="none" strike="noStrike">
                          <a:solidFill>
                            <a:srgbClr val="000000"/>
                          </a:solidFill>
                          <a:effectLst/>
                          <a:latin typeface="Verdana" panose="020B0604030504040204" pitchFamily="34" charset="0"/>
                        </a:rPr>
                        <a:t>Week 12</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800" b="1" i="0" u="none" strike="noStrike">
                          <a:solidFill>
                            <a:srgbClr val="000000"/>
                          </a:solidFill>
                          <a:effectLst/>
                          <a:latin typeface="Verdana" panose="020B0604030504040204" pitchFamily="34" charset="0"/>
                        </a:rPr>
                        <a:t>Total Hrs.</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1" i="0" u="none" strike="noStrike">
                          <a:solidFill>
                            <a:srgbClr val="000000"/>
                          </a:solidFill>
                          <a:effectLst/>
                          <a:latin typeface="Verdana" panose="020B0604030504040204" pitchFamily="34" charset="0"/>
                        </a:rPr>
                        <a:t>Total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9868972"/>
                  </a:ext>
                </a:extLst>
              </a:tr>
              <a:tr h="147778">
                <a:tc>
                  <a:txBody>
                    <a:bodyPr/>
                    <a:lstStyle/>
                    <a:p>
                      <a:pPr algn="ctr" fontAlgn="ctr"/>
                      <a:r>
                        <a:rPr lang="en-US" sz="800" b="0" i="0" u="none" strike="noStrike">
                          <a:solidFill>
                            <a:srgbClr val="000000"/>
                          </a:solidFill>
                          <a:effectLst/>
                          <a:latin typeface="Verdana" panose="020B0604030504040204" pitchFamily="34" charset="0"/>
                        </a:rPr>
                        <a:t>TECH</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Manager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Developer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PMO</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 $ 161.12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270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800" b="0" i="0" u="none" strike="noStrike">
                          <a:solidFill>
                            <a:srgbClr val="000000"/>
                          </a:solidFill>
                          <a:effectLst/>
                          <a:latin typeface="Verdana" panose="020B0604030504040204" pitchFamily="34" charset="0"/>
                        </a:rPr>
                        <a:t> $      43,502.40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428546715"/>
                  </a:ext>
                </a:extLst>
              </a:tr>
              <a:tr h="147778">
                <a:tc>
                  <a:txBody>
                    <a:bodyPr/>
                    <a:lstStyle/>
                    <a:p>
                      <a:pPr algn="ctr" fontAlgn="ctr"/>
                      <a:r>
                        <a:rPr lang="en-US" sz="800" b="0" i="0" u="none" strike="noStrike">
                          <a:solidFill>
                            <a:srgbClr val="000000"/>
                          </a:solidFill>
                          <a:effectLst/>
                          <a:latin typeface="Verdana" panose="020B0604030504040204" pitchFamily="34" charset="0"/>
                        </a:rPr>
                        <a:t>TECH</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Sr. 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Developer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38.00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540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20,520.00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09800805"/>
                  </a:ext>
                </a:extLst>
              </a:tr>
              <a:tr h="147778">
                <a:tc>
                  <a:txBody>
                    <a:bodyPr/>
                    <a:lstStyle/>
                    <a:p>
                      <a:pPr algn="ctr" fontAlgn="ctr"/>
                      <a:r>
                        <a:rPr lang="en-US" sz="800" b="0" i="0" u="none" strike="noStrike">
                          <a:solidFill>
                            <a:srgbClr val="000000"/>
                          </a:solidFill>
                          <a:effectLst/>
                          <a:latin typeface="Verdana" panose="020B0604030504040204" pitchFamily="34" charset="0"/>
                        </a:rPr>
                        <a:t>TECH</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Developer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32.00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540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17,280.00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7383099"/>
                  </a:ext>
                </a:extLst>
              </a:tr>
              <a:tr h="147778">
                <a:tc>
                  <a:txBody>
                    <a:bodyPr/>
                    <a:lstStyle/>
                    <a:p>
                      <a:pPr algn="ctr" fontAlgn="ctr"/>
                      <a:r>
                        <a:rPr lang="en-US" sz="800" b="0" i="0" u="none" strike="noStrike">
                          <a:solidFill>
                            <a:srgbClr val="000000"/>
                          </a:solidFill>
                          <a:effectLst/>
                          <a:latin typeface="Verdana" panose="020B0604030504040204" pitchFamily="34" charset="0"/>
                        </a:rPr>
                        <a:t>TECH</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Developer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32.00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540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17,280.00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44747"/>
                  </a:ext>
                </a:extLst>
              </a:tr>
              <a:tr h="147778">
                <a:tc>
                  <a:txBody>
                    <a:bodyPr/>
                    <a:lstStyle/>
                    <a:p>
                      <a:pPr algn="ctr" fontAlgn="ctr"/>
                      <a:r>
                        <a:rPr lang="en-US" sz="800" b="0" i="0" u="none" strike="noStrike">
                          <a:solidFill>
                            <a:srgbClr val="000000"/>
                          </a:solidFill>
                          <a:effectLst/>
                          <a:latin typeface="Verdana" panose="020B0604030504040204" pitchFamily="34" charset="0"/>
                        </a:rPr>
                        <a:t>TECH</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Developer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32.00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540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17,280.00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98848134"/>
                  </a:ext>
                </a:extLst>
              </a:tr>
              <a:tr h="147778">
                <a:tc>
                  <a:txBody>
                    <a:bodyPr/>
                    <a:lstStyle/>
                    <a:p>
                      <a:pPr algn="ctr" fontAlgn="ctr"/>
                      <a:r>
                        <a:rPr lang="en-US" sz="800" b="0" i="0" u="none" strike="noStrike">
                          <a:solidFill>
                            <a:srgbClr val="000000"/>
                          </a:solidFill>
                          <a:effectLst/>
                          <a:latin typeface="Verdana" panose="020B0604030504040204" pitchFamily="34" charset="0"/>
                        </a:rPr>
                        <a:t>TECH</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Developer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32.00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540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17,280.00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50553485"/>
                  </a:ext>
                </a:extLst>
              </a:tr>
              <a:tr h="147778">
                <a:tc>
                  <a:txBody>
                    <a:bodyPr/>
                    <a:lstStyle/>
                    <a:p>
                      <a:pPr algn="ctr" fontAlgn="ctr"/>
                      <a:r>
                        <a:rPr lang="en-US" sz="800" b="0" i="0" u="none" strike="noStrike">
                          <a:solidFill>
                            <a:srgbClr val="000000"/>
                          </a:solidFill>
                          <a:effectLst/>
                          <a:latin typeface="Verdana" panose="020B0604030504040204" pitchFamily="34" charset="0"/>
                        </a:rPr>
                        <a:t>TECH</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Developer</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32.00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540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17,280.00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657009"/>
                  </a:ext>
                </a:extLst>
              </a:tr>
              <a:tr h="147778">
                <a:tc>
                  <a:txBody>
                    <a:bodyPr/>
                    <a:lstStyle/>
                    <a:p>
                      <a:pPr algn="ctr" fontAlgn="ctr"/>
                      <a:r>
                        <a:rPr lang="en-US" sz="800" b="0" i="0" u="none" strike="noStrike">
                          <a:solidFill>
                            <a:srgbClr val="000000"/>
                          </a:solidFill>
                          <a:effectLst/>
                          <a:latin typeface="Verdana" panose="020B0604030504040204" pitchFamily="34" charset="0"/>
                        </a:rPr>
                        <a:t>USI ERP</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Functional</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32.00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14,400.00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85712965"/>
                  </a:ext>
                </a:extLst>
              </a:tr>
              <a:tr h="147778">
                <a:tc>
                  <a:txBody>
                    <a:bodyPr/>
                    <a:lstStyle/>
                    <a:p>
                      <a:pPr algn="ctr" fontAlgn="ctr"/>
                      <a:r>
                        <a:rPr lang="en-US" sz="800" b="0" i="0" u="none" strike="noStrike">
                          <a:solidFill>
                            <a:srgbClr val="000000"/>
                          </a:solidFill>
                          <a:effectLst/>
                          <a:latin typeface="Verdana" panose="020B0604030504040204" pitchFamily="34" charset="0"/>
                        </a:rPr>
                        <a:t>USI Absence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Functional</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46.00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540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24,840.00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5372168"/>
                  </a:ext>
                </a:extLst>
              </a:tr>
              <a:tr h="147778">
                <a:tc>
                  <a:txBody>
                    <a:bodyPr/>
                    <a:lstStyle/>
                    <a:p>
                      <a:pPr algn="ctr" fontAlgn="ctr"/>
                      <a:r>
                        <a:rPr lang="en-US" sz="800" b="0" i="0" u="none" strike="noStrike">
                          <a:solidFill>
                            <a:srgbClr val="000000"/>
                          </a:solidFill>
                          <a:effectLst/>
                          <a:latin typeface="Verdana" panose="020B0604030504040204" pitchFamily="34" charset="0"/>
                        </a:rPr>
                        <a:t>USI Payroll</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Functional</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46.00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20,700.00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3507901"/>
                  </a:ext>
                </a:extLst>
              </a:tr>
              <a:tr h="147778">
                <a:tc>
                  <a:txBody>
                    <a:bodyPr/>
                    <a:lstStyle/>
                    <a:p>
                      <a:pPr algn="ctr" fontAlgn="ctr"/>
                      <a:r>
                        <a:rPr lang="en-US" sz="800" b="0" i="0" u="none" strike="noStrike">
                          <a:solidFill>
                            <a:srgbClr val="000000"/>
                          </a:solidFill>
                          <a:effectLst/>
                          <a:latin typeface="Verdana" panose="020B0604030504040204" pitchFamily="34" charset="0"/>
                        </a:rPr>
                        <a:t>TECH</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Sr. Consultant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KT</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Offshore</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38.00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45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135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800" b="0" i="0" u="none" strike="noStrike">
                          <a:solidFill>
                            <a:srgbClr val="000000"/>
                          </a:solidFill>
                          <a:effectLst/>
                          <a:latin typeface="Verdana" panose="020B0604030504040204" pitchFamily="34" charset="0"/>
                        </a:rPr>
                        <a:t> $       5,130.00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32126190"/>
                  </a:ext>
                </a:extLst>
              </a:tr>
              <a:tr h="147778">
                <a:tc>
                  <a:txBody>
                    <a:bodyPr/>
                    <a:lstStyle/>
                    <a:p>
                      <a:pPr algn="ctr" fontAlgn="ctr"/>
                      <a:r>
                        <a:rPr lang="en-US" sz="800" b="0" i="0" u="none" strike="noStrike">
                          <a:solidFill>
                            <a:srgbClr val="000000"/>
                          </a:solidFill>
                          <a:effectLst/>
                          <a:latin typeface="Verdana" panose="020B0604030504040204" pitchFamily="34" charset="0"/>
                        </a:rPr>
                        <a:t>Total</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315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315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405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405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405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405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450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450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450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450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450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0" i="0" u="none" strike="noStrike">
                          <a:solidFill>
                            <a:srgbClr val="000000"/>
                          </a:solidFill>
                          <a:effectLst/>
                          <a:latin typeface="Verdana" panose="020B0604030504040204" pitchFamily="34" charset="0"/>
                        </a:rPr>
                        <a:t>450</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1" i="0" u="none" strike="noStrike">
                          <a:solidFill>
                            <a:srgbClr val="000000"/>
                          </a:solidFill>
                          <a:effectLst/>
                          <a:latin typeface="Verdana" panose="020B0604030504040204" pitchFamily="34" charset="0"/>
                        </a:rPr>
                        <a:t>5085</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800" b="1" i="0" u="none" strike="noStrike" dirty="0">
                          <a:solidFill>
                            <a:srgbClr val="000000"/>
                          </a:solidFill>
                          <a:effectLst/>
                          <a:latin typeface="Verdana" panose="020B0604030504040204" pitchFamily="34" charset="0"/>
                        </a:rPr>
                        <a:t> $ 215,492.40 </a:t>
                      </a:r>
                    </a:p>
                  </a:txBody>
                  <a:tcPr marL="3889" marR="3889" marT="38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123723111"/>
                  </a:ext>
                </a:extLst>
              </a:tr>
            </a:tbl>
          </a:graphicData>
        </a:graphic>
      </p:graphicFrame>
    </p:spTree>
    <p:extLst>
      <p:ext uri="{BB962C8B-B14F-4D97-AF65-F5344CB8AC3E}">
        <p14:creationId xmlns:p14="http://schemas.microsoft.com/office/powerpoint/2010/main" val="31434207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3A36059F-8952-4650-876A-FCEE4B5C473E}"/>
              </a:ext>
            </a:extLst>
          </p:cNvPr>
          <p:cNvSpPr>
            <a:spLocks noGrp="1"/>
          </p:cNvSpPr>
          <p:nvPr>
            <p:ph type="title"/>
          </p:nvPr>
        </p:nvSpPr>
        <p:spPr>
          <a:xfrm>
            <a:off x="469900" y="202802"/>
            <a:ext cx="11252200" cy="334102"/>
          </a:xfrm>
        </p:spPr>
        <p:txBody>
          <a:bodyPr/>
          <a:lstStyle/>
          <a:p>
            <a:r>
              <a:rPr lang="en-US" sz="3600" dirty="0"/>
              <a:t>Release Management Effort Estimate for Quarter releases </a:t>
            </a:r>
            <a:r>
              <a:rPr lang="en-US" sz="3600" dirty="0">
                <a:highlight>
                  <a:srgbClr val="FFFF00"/>
                </a:highlight>
              </a:rPr>
              <a:t>(Internal)</a:t>
            </a:r>
          </a:p>
        </p:txBody>
      </p:sp>
      <p:graphicFrame>
        <p:nvGraphicFramePr>
          <p:cNvPr id="2" name="Table 1">
            <a:extLst>
              <a:ext uri="{FF2B5EF4-FFF2-40B4-BE49-F238E27FC236}">
                <a16:creationId xmlns:a16="http://schemas.microsoft.com/office/drawing/2014/main" id="{1CEF4C17-F6EA-418F-BD6C-2CE8FCD321FD}"/>
              </a:ext>
            </a:extLst>
          </p:cNvPr>
          <p:cNvGraphicFramePr>
            <a:graphicFrameLocks noGrp="1"/>
          </p:cNvGraphicFramePr>
          <p:nvPr>
            <p:extLst>
              <p:ext uri="{D42A27DB-BD31-4B8C-83A1-F6EECF244321}">
                <p14:modId xmlns:p14="http://schemas.microsoft.com/office/powerpoint/2010/main" val="3065149228"/>
              </p:ext>
            </p:extLst>
          </p:nvPr>
        </p:nvGraphicFramePr>
        <p:xfrm>
          <a:off x="636227" y="1486995"/>
          <a:ext cx="10582461" cy="2738755"/>
        </p:xfrm>
        <a:graphic>
          <a:graphicData uri="http://schemas.openxmlformats.org/drawingml/2006/table">
            <a:tbl>
              <a:tblPr/>
              <a:tblGrid>
                <a:gridCol w="871899">
                  <a:extLst>
                    <a:ext uri="{9D8B030D-6E8A-4147-A177-3AD203B41FA5}">
                      <a16:colId xmlns:a16="http://schemas.microsoft.com/office/drawing/2014/main" val="508428475"/>
                    </a:ext>
                  </a:extLst>
                </a:gridCol>
                <a:gridCol w="1555742">
                  <a:extLst>
                    <a:ext uri="{9D8B030D-6E8A-4147-A177-3AD203B41FA5}">
                      <a16:colId xmlns:a16="http://schemas.microsoft.com/office/drawing/2014/main" val="3507820640"/>
                    </a:ext>
                  </a:extLst>
                </a:gridCol>
                <a:gridCol w="871899">
                  <a:extLst>
                    <a:ext uri="{9D8B030D-6E8A-4147-A177-3AD203B41FA5}">
                      <a16:colId xmlns:a16="http://schemas.microsoft.com/office/drawing/2014/main" val="2858524660"/>
                    </a:ext>
                  </a:extLst>
                </a:gridCol>
                <a:gridCol w="871899">
                  <a:extLst>
                    <a:ext uri="{9D8B030D-6E8A-4147-A177-3AD203B41FA5}">
                      <a16:colId xmlns:a16="http://schemas.microsoft.com/office/drawing/2014/main" val="2636856066"/>
                    </a:ext>
                  </a:extLst>
                </a:gridCol>
                <a:gridCol w="871899">
                  <a:extLst>
                    <a:ext uri="{9D8B030D-6E8A-4147-A177-3AD203B41FA5}">
                      <a16:colId xmlns:a16="http://schemas.microsoft.com/office/drawing/2014/main" val="3106372751"/>
                    </a:ext>
                  </a:extLst>
                </a:gridCol>
                <a:gridCol w="871899">
                  <a:extLst>
                    <a:ext uri="{9D8B030D-6E8A-4147-A177-3AD203B41FA5}">
                      <a16:colId xmlns:a16="http://schemas.microsoft.com/office/drawing/2014/main" val="1603848326"/>
                    </a:ext>
                  </a:extLst>
                </a:gridCol>
                <a:gridCol w="871899">
                  <a:extLst>
                    <a:ext uri="{9D8B030D-6E8A-4147-A177-3AD203B41FA5}">
                      <a16:colId xmlns:a16="http://schemas.microsoft.com/office/drawing/2014/main" val="476136494"/>
                    </a:ext>
                  </a:extLst>
                </a:gridCol>
                <a:gridCol w="871899">
                  <a:extLst>
                    <a:ext uri="{9D8B030D-6E8A-4147-A177-3AD203B41FA5}">
                      <a16:colId xmlns:a16="http://schemas.microsoft.com/office/drawing/2014/main" val="2111176547"/>
                    </a:ext>
                  </a:extLst>
                </a:gridCol>
                <a:gridCol w="871899">
                  <a:extLst>
                    <a:ext uri="{9D8B030D-6E8A-4147-A177-3AD203B41FA5}">
                      <a16:colId xmlns:a16="http://schemas.microsoft.com/office/drawing/2014/main" val="2283796068"/>
                    </a:ext>
                  </a:extLst>
                </a:gridCol>
                <a:gridCol w="871899">
                  <a:extLst>
                    <a:ext uri="{9D8B030D-6E8A-4147-A177-3AD203B41FA5}">
                      <a16:colId xmlns:a16="http://schemas.microsoft.com/office/drawing/2014/main" val="2174396671"/>
                    </a:ext>
                  </a:extLst>
                </a:gridCol>
                <a:gridCol w="1179628">
                  <a:extLst>
                    <a:ext uri="{9D8B030D-6E8A-4147-A177-3AD203B41FA5}">
                      <a16:colId xmlns:a16="http://schemas.microsoft.com/office/drawing/2014/main" val="771370919"/>
                    </a:ext>
                  </a:extLst>
                </a:gridCol>
              </a:tblGrid>
              <a:tr h="195580">
                <a:tc gridSpan="11">
                  <a:txBody>
                    <a:bodyPr/>
                    <a:lstStyle/>
                    <a:p>
                      <a:pPr algn="ctr" fontAlgn="b"/>
                      <a:r>
                        <a:rPr lang="en-US" sz="1200" b="0" i="0" u="none" strike="noStrike">
                          <a:solidFill>
                            <a:srgbClr val="000000"/>
                          </a:solidFill>
                          <a:effectLst/>
                          <a:latin typeface="Verdana" panose="020B0604030504040204" pitchFamily="34" charset="0"/>
                        </a:rPr>
                        <a:t>Release Management with Selenium Jenkins (~70 scripts per Quarter release)</a:t>
                      </a:r>
                    </a:p>
                  </a:txBody>
                  <a:tcPr marL="4763" marR="4763" marT="4763"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68461909"/>
                  </a:ext>
                </a:extLst>
              </a:tr>
              <a:tr h="180975">
                <a:tc gridSpan="4">
                  <a:txBody>
                    <a:bodyPr/>
                    <a:lstStyle/>
                    <a:p>
                      <a:pPr algn="ctr" fontAlgn="ctr"/>
                      <a:r>
                        <a:rPr lang="en-US" sz="900" b="1" i="0" u="none" strike="noStrike">
                          <a:solidFill>
                            <a:srgbClr val="000000"/>
                          </a:solidFill>
                          <a:effectLst/>
                          <a:latin typeface="Verdana" panose="020B0604030504040204" pitchFamily="34" charset="0"/>
                        </a:rPr>
                        <a:t>Deloitte</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ctr"/>
                      <a:r>
                        <a:rPr lang="en-US" sz="900" b="1" i="0" u="none" strike="noStrike">
                          <a:solidFill>
                            <a:srgbClr val="000000"/>
                          </a:solidFill>
                          <a:effectLst/>
                          <a:latin typeface="Verdana" panose="020B0604030504040204" pitchFamily="34" charset="0"/>
                        </a:rPr>
                        <a:t>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gridSpan="2">
                  <a:txBody>
                    <a:bodyPr/>
                    <a:lstStyle/>
                    <a:p>
                      <a:pPr algn="ctr" fontAlgn="ctr"/>
                      <a:r>
                        <a:rPr lang="en-US" sz="900" b="1" i="0" u="none" strike="noStrike">
                          <a:solidFill>
                            <a:srgbClr val="000000"/>
                          </a:solidFill>
                          <a:effectLst/>
                          <a:latin typeface="Verdana" panose="020B0604030504040204" pitchFamily="34" charset="0"/>
                        </a:rPr>
                        <a:t>Assess</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fontAlgn="ctr"/>
                      <a:r>
                        <a:rPr lang="en-US" sz="900" b="1" i="0" u="none" strike="noStrike">
                          <a:solidFill>
                            <a:srgbClr val="000000"/>
                          </a:solidFill>
                          <a:effectLst/>
                          <a:latin typeface="Verdana" panose="020B0604030504040204" pitchFamily="34" charset="0"/>
                        </a:rPr>
                        <a:t>Confirm and Build</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l" fontAlgn="ctr"/>
                      <a:r>
                        <a:rPr lang="en-US" sz="1100" b="0" i="0" u="none" strike="noStrike">
                          <a:solidFill>
                            <a:srgbClr val="000000"/>
                          </a:solidFill>
                          <a:effectLst/>
                          <a:latin typeface="Calibri" panose="020F0502020204030204" pitchFamily="34" charset="0"/>
                        </a:rPr>
                        <a:t>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38013171"/>
                  </a:ext>
                </a:extLst>
              </a:tr>
              <a:tr h="180975">
                <a:tc>
                  <a:txBody>
                    <a:bodyPr/>
                    <a:lstStyle/>
                    <a:p>
                      <a:pPr algn="ctr" fontAlgn="ctr"/>
                      <a:r>
                        <a:rPr lang="en-US" sz="900" b="1" i="0" u="none" strike="noStrike">
                          <a:solidFill>
                            <a:srgbClr val="000000"/>
                          </a:solidFill>
                          <a:effectLst/>
                          <a:latin typeface="Verdana" panose="020B0604030504040204" pitchFamily="34" charset="0"/>
                        </a:rPr>
                        <a:t>Role</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1" i="0" u="none" strike="noStrike">
                          <a:solidFill>
                            <a:srgbClr val="000000"/>
                          </a:solidFill>
                          <a:effectLst/>
                          <a:latin typeface="Verdana" panose="020B0604030504040204" pitchFamily="34" charset="0"/>
                        </a:rPr>
                        <a:t>Level</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1" i="0" u="none" strike="noStrike">
                          <a:solidFill>
                            <a:srgbClr val="000000"/>
                          </a:solidFill>
                          <a:effectLst/>
                          <a:latin typeface="Verdana" panose="020B0604030504040204" pitchFamily="34" charset="0"/>
                        </a:rPr>
                        <a:t>Role</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1" i="0" u="none" strike="noStrike">
                          <a:solidFill>
                            <a:srgbClr val="000000"/>
                          </a:solidFill>
                          <a:effectLst/>
                          <a:latin typeface="Verdana" panose="020B0604030504040204" pitchFamily="34" charset="0"/>
                        </a:rPr>
                        <a:t>Location</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1" i="0" u="none" strike="noStrike">
                          <a:solidFill>
                            <a:srgbClr val="000000"/>
                          </a:solidFill>
                          <a:effectLst/>
                          <a:latin typeface="Verdana" panose="020B0604030504040204" pitchFamily="34" charset="0"/>
                        </a:rPr>
                        <a:t>Rate</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1" i="0" u="none" strike="noStrike">
                          <a:solidFill>
                            <a:srgbClr val="000000"/>
                          </a:solidFill>
                          <a:effectLst/>
                          <a:latin typeface="Verdana" panose="020B0604030504040204" pitchFamily="34" charset="0"/>
                        </a:rPr>
                        <a:t>Week 1</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1" i="0" u="none" strike="noStrike">
                          <a:solidFill>
                            <a:srgbClr val="000000"/>
                          </a:solidFill>
                          <a:effectLst/>
                          <a:latin typeface="Verdana" panose="020B0604030504040204" pitchFamily="34" charset="0"/>
                        </a:rPr>
                        <a:t>Week 2</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1" i="0" u="none" strike="noStrike">
                          <a:solidFill>
                            <a:srgbClr val="000000"/>
                          </a:solidFill>
                          <a:effectLst/>
                          <a:latin typeface="Verdana" panose="020B0604030504040204" pitchFamily="34" charset="0"/>
                        </a:rPr>
                        <a:t>Week 3</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1" i="0" u="none" strike="noStrike">
                          <a:solidFill>
                            <a:srgbClr val="000000"/>
                          </a:solidFill>
                          <a:effectLst/>
                          <a:latin typeface="Verdana" panose="020B0604030504040204" pitchFamily="34" charset="0"/>
                        </a:rPr>
                        <a:t>Week 4</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1" i="0" u="none" strike="noStrike">
                          <a:solidFill>
                            <a:srgbClr val="000000"/>
                          </a:solidFill>
                          <a:effectLst/>
                          <a:latin typeface="Verdana" panose="020B0604030504040204" pitchFamily="34" charset="0"/>
                        </a:rPr>
                        <a:t>Total Hrs.</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1" i="0" u="none" strike="noStrike">
                          <a:solidFill>
                            <a:srgbClr val="000000"/>
                          </a:solidFill>
                          <a:effectLst/>
                          <a:latin typeface="Verdana" panose="020B0604030504040204" pitchFamily="34" charset="0"/>
                        </a:rPr>
                        <a:t>Total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53182440"/>
                  </a:ext>
                </a:extLst>
              </a:tr>
              <a:tr h="285750">
                <a:tc>
                  <a:txBody>
                    <a:bodyPr/>
                    <a:lstStyle/>
                    <a:p>
                      <a:pPr algn="ctr" fontAlgn="ctr"/>
                      <a:r>
                        <a:rPr lang="en-US" sz="900" b="0" i="0" u="none" strike="noStrike">
                          <a:solidFill>
                            <a:srgbClr val="000000"/>
                          </a:solidFill>
                          <a:effectLst/>
                          <a:latin typeface="Verdana" panose="020B0604030504040204" pitchFamily="34" charset="0"/>
                        </a:rPr>
                        <a:t>TECH</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Consultant</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Developer</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Offshore</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 $   32.00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45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45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45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45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180</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 $    5,760.00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76157359"/>
                  </a:ext>
                </a:extLst>
              </a:tr>
              <a:tr h="285750">
                <a:tc>
                  <a:txBody>
                    <a:bodyPr/>
                    <a:lstStyle/>
                    <a:p>
                      <a:pPr algn="ctr" fontAlgn="ctr"/>
                      <a:r>
                        <a:rPr lang="en-US" sz="900" b="0" i="0" u="none" strike="noStrike">
                          <a:solidFill>
                            <a:srgbClr val="000000"/>
                          </a:solidFill>
                          <a:effectLst/>
                          <a:latin typeface="Verdana" panose="020B0604030504040204" pitchFamily="34" charset="0"/>
                        </a:rPr>
                        <a:t>TECH</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Consultant</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Developer</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Offshore</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 $   32.00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45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45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45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45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180</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 $    5,760.00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14833563"/>
                  </a:ext>
                </a:extLst>
              </a:tr>
              <a:tr h="285750">
                <a:tc>
                  <a:txBody>
                    <a:bodyPr/>
                    <a:lstStyle/>
                    <a:p>
                      <a:pPr algn="ctr" fontAlgn="ctr"/>
                      <a:r>
                        <a:rPr lang="en-US" sz="900" b="0" i="0" u="none" strike="noStrike">
                          <a:solidFill>
                            <a:srgbClr val="000000"/>
                          </a:solidFill>
                          <a:effectLst/>
                          <a:latin typeface="Verdana" panose="020B0604030504040204" pitchFamily="34" charset="0"/>
                        </a:rPr>
                        <a:t>TECH</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Consultant</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Developer</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Offshore</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 $   32.00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45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45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45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45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180</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 $    5,760.00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2325405"/>
                  </a:ext>
                </a:extLst>
              </a:tr>
              <a:tr h="285750">
                <a:tc>
                  <a:txBody>
                    <a:bodyPr/>
                    <a:lstStyle/>
                    <a:p>
                      <a:pPr algn="ctr" fontAlgn="ctr"/>
                      <a:r>
                        <a:rPr lang="en-US" sz="900" b="0" i="0" u="none" strike="noStrike">
                          <a:solidFill>
                            <a:srgbClr val="000000"/>
                          </a:solidFill>
                          <a:effectLst/>
                          <a:latin typeface="Verdana" panose="020B0604030504040204" pitchFamily="34" charset="0"/>
                        </a:rPr>
                        <a:t>TECH</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Consultant</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Developer</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Offshore</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 $   32.00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45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45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45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45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180</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 $    5,760.00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55088659"/>
                  </a:ext>
                </a:extLst>
              </a:tr>
              <a:tr h="285750">
                <a:tc>
                  <a:txBody>
                    <a:bodyPr/>
                    <a:lstStyle/>
                    <a:p>
                      <a:pPr algn="ctr" fontAlgn="ctr"/>
                      <a:r>
                        <a:rPr lang="en-US" sz="900" b="0" i="0" u="none" strike="noStrike">
                          <a:solidFill>
                            <a:srgbClr val="000000"/>
                          </a:solidFill>
                          <a:effectLst/>
                          <a:latin typeface="Verdana" panose="020B0604030504040204" pitchFamily="34" charset="0"/>
                        </a:rPr>
                        <a:t>TECH</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Consultant</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Developer</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Offshore</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 $   32.00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45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45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45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45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180</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 $    5,760.00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86261421"/>
                  </a:ext>
                </a:extLst>
              </a:tr>
              <a:tr h="285750">
                <a:tc>
                  <a:txBody>
                    <a:bodyPr/>
                    <a:lstStyle/>
                    <a:p>
                      <a:pPr algn="ctr" fontAlgn="ctr"/>
                      <a:r>
                        <a:rPr lang="en-US" sz="900" b="0" i="0" u="none" strike="noStrike">
                          <a:solidFill>
                            <a:srgbClr val="000000"/>
                          </a:solidFill>
                          <a:effectLst/>
                          <a:latin typeface="Verdana" panose="020B0604030504040204" pitchFamily="34" charset="0"/>
                        </a:rPr>
                        <a:t>USI ERP</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Consultant</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Functional</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Offshore</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 $   32.00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0</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0</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0</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45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45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 $    1,440.00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42364096"/>
                  </a:ext>
                </a:extLst>
              </a:tr>
              <a:tr h="285750">
                <a:tc>
                  <a:txBody>
                    <a:bodyPr/>
                    <a:lstStyle/>
                    <a:p>
                      <a:pPr algn="ctr" fontAlgn="ctr"/>
                      <a:r>
                        <a:rPr lang="en-US" sz="900" b="0" i="0" u="none" strike="noStrike">
                          <a:solidFill>
                            <a:srgbClr val="000000"/>
                          </a:solidFill>
                          <a:effectLst/>
                          <a:latin typeface="Verdana" panose="020B0604030504040204" pitchFamily="34" charset="0"/>
                        </a:rPr>
                        <a:t>USI HCM</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Consultant</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Functional</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Offshore</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 $   46.00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0</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0</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0</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45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45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a:solidFill>
                            <a:srgbClr val="000000"/>
                          </a:solidFill>
                          <a:effectLst/>
                          <a:latin typeface="Verdana" panose="020B0604030504040204" pitchFamily="34" charset="0"/>
                        </a:rPr>
                        <a:t> $    2,070.00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79317434"/>
                  </a:ext>
                </a:extLst>
              </a:tr>
              <a:tr h="180975">
                <a:tc>
                  <a:txBody>
                    <a:bodyPr/>
                    <a:lstStyle/>
                    <a:p>
                      <a:pPr algn="ctr" fontAlgn="ctr"/>
                      <a:r>
                        <a:rPr lang="en-US" sz="900" b="0" i="0" u="none" strike="noStrike">
                          <a:solidFill>
                            <a:srgbClr val="000000"/>
                          </a:solidFill>
                          <a:effectLst/>
                          <a:latin typeface="Verdana" panose="020B0604030504040204" pitchFamily="34" charset="0"/>
                        </a:rPr>
                        <a:t>Total</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900" b="0" i="0" u="none" strike="noStrike">
                          <a:solidFill>
                            <a:srgbClr val="000000"/>
                          </a:solidFill>
                          <a:effectLst/>
                          <a:latin typeface="Verdana" panose="020B0604030504040204" pitchFamily="34" charset="0"/>
                        </a:rPr>
                        <a:t>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900" b="0" i="0" u="none" strike="noStrike">
                          <a:solidFill>
                            <a:srgbClr val="000000"/>
                          </a:solidFill>
                          <a:effectLst/>
                          <a:latin typeface="Verdana" panose="020B0604030504040204" pitchFamily="34" charset="0"/>
                        </a:rPr>
                        <a:t>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900" b="0" i="0" u="none" strike="noStrike">
                          <a:solidFill>
                            <a:srgbClr val="000000"/>
                          </a:solidFill>
                          <a:effectLst/>
                          <a:latin typeface="Verdana" panose="020B0604030504040204" pitchFamily="34" charset="0"/>
                        </a:rPr>
                        <a:t>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900" b="0" i="0" u="none" strike="noStrike">
                          <a:solidFill>
                            <a:srgbClr val="000000"/>
                          </a:solidFill>
                          <a:effectLst/>
                          <a:latin typeface="Verdana" panose="020B0604030504040204" pitchFamily="34" charset="0"/>
                        </a:rPr>
                        <a:t>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900" b="0" i="0" u="none" strike="noStrike">
                          <a:solidFill>
                            <a:srgbClr val="000000"/>
                          </a:solidFill>
                          <a:effectLst/>
                          <a:latin typeface="Verdana" panose="020B0604030504040204" pitchFamily="34" charset="0"/>
                        </a:rPr>
                        <a:t>225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900" b="0" i="0" u="none" strike="noStrike">
                          <a:solidFill>
                            <a:srgbClr val="000000"/>
                          </a:solidFill>
                          <a:effectLst/>
                          <a:latin typeface="Verdana" panose="020B0604030504040204" pitchFamily="34" charset="0"/>
                        </a:rPr>
                        <a:t>225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900" b="0" i="0" u="none" strike="noStrike">
                          <a:solidFill>
                            <a:srgbClr val="000000"/>
                          </a:solidFill>
                          <a:effectLst/>
                          <a:latin typeface="Verdana" panose="020B0604030504040204" pitchFamily="34" charset="0"/>
                        </a:rPr>
                        <a:t>225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900" b="0" i="0" u="none" strike="noStrike">
                          <a:solidFill>
                            <a:srgbClr val="000000"/>
                          </a:solidFill>
                          <a:effectLst/>
                          <a:latin typeface="Verdana" panose="020B0604030504040204" pitchFamily="34" charset="0"/>
                        </a:rPr>
                        <a:t>315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900" b="1" i="0" u="none" strike="noStrike">
                          <a:solidFill>
                            <a:srgbClr val="000000"/>
                          </a:solidFill>
                          <a:effectLst/>
                          <a:latin typeface="Verdana" panose="020B0604030504040204" pitchFamily="34" charset="0"/>
                        </a:rPr>
                        <a:t>990</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r>
                        <a:rPr lang="en-US" sz="900" b="1" i="0" u="none" strike="noStrike" dirty="0">
                          <a:solidFill>
                            <a:srgbClr val="000000"/>
                          </a:solidFill>
                          <a:effectLst/>
                          <a:latin typeface="Verdana" panose="020B0604030504040204" pitchFamily="34" charset="0"/>
                        </a:rPr>
                        <a:t> $32,310.00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2293201167"/>
                  </a:ext>
                </a:extLst>
              </a:tr>
            </a:tbl>
          </a:graphicData>
        </a:graphic>
      </p:graphicFrame>
      <p:sp>
        <p:nvSpPr>
          <p:cNvPr id="5" name="TextBox 4">
            <a:extLst>
              <a:ext uri="{FF2B5EF4-FFF2-40B4-BE49-F238E27FC236}">
                <a16:creationId xmlns:a16="http://schemas.microsoft.com/office/drawing/2014/main" id="{C37ECC39-AEA7-4613-8341-02DA5260E3DD}"/>
              </a:ext>
            </a:extLst>
          </p:cNvPr>
          <p:cNvSpPr txBox="1"/>
          <p:nvPr/>
        </p:nvSpPr>
        <p:spPr>
          <a:xfrm>
            <a:off x="591669" y="4495160"/>
            <a:ext cx="10381129" cy="646331"/>
          </a:xfrm>
          <a:prstGeom prst="rect">
            <a:avLst/>
          </a:prstGeom>
          <a:noFill/>
        </p:spPr>
        <p:txBody>
          <a:bodyPr wrap="square" rtlCol="0">
            <a:spAutoFit/>
          </a:bodyPr>
          <a:lstStyle/>
          <a:p>
            <a:r>
              <a:rPr lang="en-US" b="1" dirty="0"/>
              <a:t>Resource effort $ value for supporting bots over 4 upgrades for an year will be $32,310 * 4 = $129,240/-</a:t>
            </a:r>
          </a:p>
          <a:p>
            <a:r>
              <a:rPr lang="en-US" b="1" dirty="0"/>
              <a:t>In case of a UI Path the licensing cost per year will be extra.</a:t>
            </a:r>
          </a:p>
        </p:txBody>
      </p:sp>
    </p:spTree>
    <p:extLst>
      <p:ext uri="{BB962C8B-B14F-4D97-AF65-F5344CB8AC3E}">
        <p14:creationId xmlns:p14="http://schemas.microsoft.com/office/powerpoint/2010/main" val="23437505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262E354-2C58-494B-B897-E21C737BB87B}"/>
              </a:ext>
            </a:extLst>
          </p:cNvPr>
          <p:cNvGraphicFramePr>
            <a:graphicFrameLocks noGrp="1"/>
          </p:cNvGraphicFramePr>
          <p:nvPr>
            <p:extLst>
              <p:ext uri="{D42A27DB-BD31-4B8C-83A1-F6EECF244321}">
                <p14:modId xmlns:p14="http://schemas.microsoft.com/office/powerpoint/2010/main" val="3506133391"/>
              </p:ext>
            </p:extLst>
          </p:nvPr>
        </p:nvGraphicFramePr>
        <p:xfrm>
          <a:off x="526952" y="712129"/>
          <a:ext cx="10115433" cy="5920228"/>
        </p:xfrm>
        <a:graphic>
          <a:graphicData uri="http://schemas.openxmlformats.org/drawingml/2006/table">
            <a:tbl>
              <a:tblPr/>
              <a:tblGrid>
                <a:gridCol w="1724752">
                  <a:extLst>
                    <a:ext uri="{9D8B030D-6E8A-4147-A177-3AD203B41FA5}">
                      <a16:colId xmlns:a16="http://schemas.microsoft.com/office/drawing/2014/main" val="2038663344"/>
                    </a:ext>
                  </a:extLst>
                </a:gridCol>
                <a:gridCol w="6246397">
                  <a:extLst>
                    <a:ext uri="{9D8B030D-6E8A-4147-A177-3AD203B41FA5}">
                      <a16:colId xmlns:a16="http://schemas.microsoft.com/office/drawing/2014/main" val="4207144487"/>
                    </a:ext>
                  </a:extLst>
                </a:gridCol>
                <a:gridCol w="699222">
                  <a:extLst>
                    <a:ext uri="{9D8B030D-6E8A-4147-A177-3AD203B41FA5}">
                      <a16:colId xmlns:a16="http://schemas.microsoft.com/office/drawing/2014/main" val="3487563709"/>
                    </a:ext>
                  </a:extLst>
                </a:gridCol>
                <a:gridCol w="1445062">
                  <a:extLst>
                    <a:ext uri="{9D8B030D-6E8A-4147-A177-3AD203B41FA5}">
                      <a16:colId xmlns:a16="http://schemas.microsoft.com/office/drawing/2014/main" val="4027345384"/>
                    </a:ext>
                  </a:extLst>
                </a:gridCol>
              </a:tblGrid>
              <a:tr h="108585">
                <a:tc>
                  <a:txBody>
                    <a:bodyPr/>
                    <a:lstStyle/>
                    <a:p>
                      <a:pPr algn="l" fontAlgn="t"/>
                      <a:r>
                        <a:rPr lang="en-US" sz="900" b="1" i="0" u="none" strike="noStrike" dirty="0">
                          <a:solidFill>
                            <a:srgbClr val="FFFFFF"/>
                          </a:solidFill>
                          <a:effectLst/>
                          <a:latin typeface="Calibri" panose="020F0502020204030204" pitchFamily="34" charset="0"/>
                          <a:cs typeface="Calibri" panose="020F0502020204030204" pitchFamily="34" charset="0"/>
                        </a:rPr>
                        <a:t>Scenario ID</a:t>
                      </a:r>
                    </a:p>
                  </a:txBody>
                  <a:tcPr marL="2799" marR="2799" marT="279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tc>
                  <a:txBody>
                    <a:bodyPr/>
                    <a:lstStyle/>
                    <a:p>
                      <a:pPr algn="l" fontAlgn="t"/>
                      <a:r>
                        <a:rPr lang="en-US" sz="900" b="1" i="0" u="none" strike="noStrike" dirty="0">
                          <a:solidFill>
                            <a:srgbClr val="FFFFFF"/>
                          </a:solidFill>
                          <a:effectLst/>
                          <a:latin typeface="Calibri" panose="020F0502020204030204" pitchFamily="34" charset="0"/>
                          <a:cs typeface="Calibri" panose="020F0502020204030204" pitchFamily="34" charset="0"/>
                        </a:rPr>
                        <a:t>Test Case</a:t>
                      </a:r>
                    </a:p>
                  </a:txBody>
                  <a:tcPr marL="2799" marR="2799" marT="279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tc>
                  <a:txBody>
                    <a:bodyPr/>
                    <a:lstStyle/>
                    <a:p>
                      <a:pPr algn="l" fontAlgn="t"/>
                      <a:r>
                        <a:rPr lang="en-US" sz="900" b="1" i="0" u="none" strike="noStrike" dirty="0">
                          <a:solidFill>
                            <a:srgbClr val="FFFFFF"/>
                          </a:solidFill>
                          <a:effectLst/>
                          <a:latin typeface="Calibri" panose="020F0502020204030204" pitchFamily="34" charset="0"/>
                          <a:cs typeface="Calibri" panose="020F0502020204030204" pitchFamily="34" charset="0"/>
                        </a:rPr>
                        <a:t>Track</a:t>
                      </a:r>
                    </a:p>
                  </a:txBody>
                  <a:tcPr marL="2799" marR="2799" marT="279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tc>
                  <a:txBody>
                    <a:bodyPr/>
                    <a:lstStyle/>
                    <a:p>
                      <a:pPr algn="l" fontAlgn="t"/>
                      <a:r>
                        <a:rPr lang="en-US" sz="900" b="1" i="0" u="none" strike="noStrike" dirty="0">
                          <a:solidFill>
                            <a:srgbClr val="FFFFFF"/>
                          </a:solidFill>
                          <a:effectLst/>
                          <a:latin typeface="Calibri" panose="020F0502020204030204" pitchFamily="34" charset="0"/>
                          <a:cs typeface="Calibri" panose="020F0502020204030204" pitchFamily="34" charset="0"/>
                        </a:rPr>
                        <a:t>Module</a:t>
                      </a:r>
                    </a:p>
                  </a:txBody>
                  <a:tcPr marL="2799" marR="2799" marT="2799"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extLst>
                  <a:ext uri="{0D108BD9-81ED-4DB2-BD59-A6C34878D82A}">
                    <a16:rowId xmlns:a16="http://schemas.microsoft.com/office/drawing/2014/main" val="2644654306"/>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E2E-003-01</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Invoice to Payment - Vision Wireless – HGV</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dirty="0">
                          <a:solidFill>
                            <a:srgbClr val="000000"/>
                          </a:solidFill>
                          <a:effectLst/>
                          <a:latin typeface="Calibri" panose="020F0502020204030204" pitchFamily="34" charset="0"/>
                          <a:cs typeface="Calibri" panose="020F0502020204030204" pitchFamily="34" charset="0"/>
                        </a:rPr>
                        <a:t>AP</a:t>
                      </a:r>
                    </a:p>
                  </a:txBody>
                  <a:tcPr marL="2799" marR="2799" marT="27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47768285"/>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E2E-004</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Invoice to Payment - CLD HGV</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dirty="0">
                          <a:solidFill>
                            <a:srgbClr val="000000"/>
                          </a:solidFill>
                          <a:effectLst/>
                          <a:latin typeface="Calibri" panose="020F0502020204030204" pitchFamily="34" charset="0"/>
                          <a:cs typeface="Calibri" panose="020F0502020204030204" pitchFamily="34" charset="0"/>
                        </a:rPr>
                        <a:t>AP</a:t>
                      </a:r>
                    </a:p>
                  </a:txBody>
                  <a:tcPr marL="2799" marR="2799" marT="27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26390126"/>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E2E-005-01</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Invoice to Payment - Concur AMEX Expenses HGV</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dirty="0">
                          <a:solidFill>
                            <a:srgbClr val="000000"/>
                          </a:solidFill>
                          <a:effectLst/>
                          <a:latin typeface="Calibri" panose="020F0502020204030204" pitchFamily="34" charset="0"/>
                          <a:cs typeface="Calibri" panose="020F0502020204030204" pitchFamily="34" charset="0"/>
                        </a:rPr>
                        <a:t>AP</a:t>
                      </a:r>
                    </a:p>
                  </a:txBody>
                  <a:tcPr marL="2799" marR="2799" marT="27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121889"/>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E2E-005-02</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Invoice to Payment - Concur PCard Expenses HGV</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dirty="0">
                          <a:solidFill>
                            <a:srgbClr val="000000"/>
                          </a:solidFill>
                          <a:effectLst/>
                          <a:latin typeface="Calibri" panose="020F0502020204030204" pitchFamily="34" charset="0"/>
                          <a:cs typeface="Calibri" panose="020F0502020204030204" pitchFamily="34" charset="0"/>
                        </a:rPr>
                        <a:t>AP</a:t>
                      </a:r>
                    </a:p>
                  </a:txBody>
                  <a:tcPr marL="2799" marR="2799" marT="27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5437006"/>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E2E-006-01-01</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Invoice to Payment - Concur Manual Expenses HGV</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dirty="0">
                          <a:solidFill>
                            <a:srgbClr val="000000"/>
                          </a:solidFill>
                          <a:effectLst/>
                          <a:latin typeface="Calibri" panose="020F0502020204030204" pitchFamily="34" charset="0"/>
                          <a:cs typeface="Calibri" panose="020F0502020204030204" pitchFamily="34" charset="0"/>
                        </a:rPr>
                        <a:t>AP</a:t>
                      </a:r>
                    </a:p>
                  </a:txBody>
                  <a:tcPr marL="2799" marR="2799" marT="27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59532578"/>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E2E-009-01</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Invoice to Payment - Voice - HGV +HOA</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dirty="0">
                          <a:solidFill>
                            <a:srgbClr val="000000"/>
                          </a:solidFill>
                          <a:effectLst/>
                          <a:latin typeface="Calibri" panose="020F0502020204030204" pitchFamily="34" charset="0"/>
                          <a:cs typeface="Calibri" panose="020F0502020204030204" pitchFamily="34" charset="0"/>
                        </a:rPr>
                        <a:t>AP</a:t>
                      </a:r>
                    </a:p>
                  </a:txBody>
                  <a:tcPr marL="2799" marR="2799" marT="27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5625190"/>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E2E-022</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Payables period close</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dirty="0">
                          <a:solidFill>
                            <a:srgbClr val="000000"/>
                          </a:solidFill>
                          <a:effectLst/>
                          <a:latin typeface="Calibri" panose="020F0502020204030204" pitchFamily="34" charset="0"/>
                          <a:cs typeface="Calibri" panose="020F0502020204030204" pitchFamily="34" charset="0"/>
                        </a:rPr>
                        <a:t>AP</a:t>
                      </a:r>
                    </a:p>
                  </a:txBody>
                  <a:tcPr marL="2799" marR="2799" marT="27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80754993"/>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E2E-053-02</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Manual Check Request HOA Operations</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dirty="0">
                          <a:solidFill>
                            <a:srgbClr val="000000"/>
                          </a:solidFill>
                          <a:effectLst/>
                          <a:latin typeface="Calibri" panose="020F0502020204030204" pitchFamily="34" charset="0"/>
                          <a:cs typeface="Calibri" panose="020F0502020204030204" pitchFamily="34" charset="0"/>
                        </a:rPr>
                        <a:t>AP</a:t>
                      </a:r>
                    </a:p>
                  </a:txBody>
                  <a:tcPr marL="2799" marR="2799" marT="27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1255705"/>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E2E-054-01</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Invoice to Payment - Scanned Invoice HOA - Escrow</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dirty="0">
                          <a:solidFill>
                            <a:srgbClr val="000000"/>
                          </a:solidFill>
                          <a:effectLst/>
                          <a:latin typeface="Calibri" panose="020F0502020204030204" pitchFamily="34" charset="0"/>
                          <a:cs typeface="Calibri" panose="020F0502020204030204" pitchFamily="34" charset="0"/>
                        </a:rPr>
                        <a:t>AP</a:t>
                      </a:r>
                    </a:p>
                  </a:txBody>
                  <a:tcPr marL="2799" marR="2799" marT="27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0186737"/>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E2E-050</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Invoice to Payment - Scanned Invoice HGV - Non PO</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dirty="0">
                          <a:solidFill>
                            <a:srgbClr val="000000"/>
                          </a:solidFill>
                          <a:effectLst/>
                          <a:latin typeface="Calibri" panose="020F0502020204030204" pitchFamily="34" charset="0"/>
                          <a:cs typeface="Calibri" panose="020F0502020204030204" pitchFamily="34" charset="0"/>
                        </a:rPr>
                        <a:t>AP</a:t>
                      </a:r>
                    </a:p>
                  </a:txBody>
                  <a:tcPr marL="2799" marR="2799" marT="27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77886558"/>
                  </a:ext>
                </a:extLst>
              </a:tr>
              <a:tr h="181909">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E2E-007</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Invoice to Cash - Kyriba Receipts Internal Receivables (HOA/FFS)</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dirty="0">
                          <a:solidFill>
                            <a:srgbClr val="000000"/>
                          </a:solidFill>
                          <a:effectLst/>
                          <a:latin typeface="Calibri" panose="020F0502020204030204" pitchFamily="34" charset="0"/>
                          <a:cs typeface="Calibri" panose="020F0502020204030204" pitchFamily="34" charset="0"/>
                        </a:rPr>
                        <a:t>AR</a:t>
                      </a:r>
                    </a:p>
                  </a:txBody>
                  <a:tcPr marL="2799" marR="2799" marT="27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87147224"/>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E2E-008</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Invoice to Cash - Manual Receipts - Externals Receivables</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dirty="0">
                          <a:solidFill>
                            <a:srgbClr val="000000"/>
                          </a:solidFill>
                          <a:effectLst/>
                          <a:latin typeface="Calibri" panose="020F0502020204030204" pitchFamily="34" charset="0"/>
                          <a:cs typeface="Calibri" panose="020F0502020204030204" pitchFamily="34" charset="0"/>
                        </a:rPr>
                        <a:t>AR</a:t>
                      </a:r>
                    </a:p>
                  </a:txBody>
                  <a:tcPr marL="2799" marR="2799" marT="27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05872570"/>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E2E-016</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Import GL Journals from Chorus HGV</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GL</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20732491"/>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E2E-016-01</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Import GL Journals from Harland HGV</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GL</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52245395"/>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E2E-016-02</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Import Journals from Kyriba HGV</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GL</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22715493"/>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E2E-016-03</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Import Journals from Kyriba HOA</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GL</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26974625"/>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E2E-016-04</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Import Journals from Kyriba FFS</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GL</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831836"/>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E2E-036</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Import GL Journals from Chorus - HOA</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GL</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07754534"/>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E2E-037</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Import GL Journals from VOICE - HOA</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GL</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87380365"/>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E2E-051-01</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Voice to GL - Payables to Payment HOA Reserve</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GL</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34297328"/>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E2E-052-01</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Voice to GL - Payables to Payment HOA Operations</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GL</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1596005"/>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E2E-055</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Payroll to GL Testing for HGV Employees</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HCM</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Payroll</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1421279"/>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E2E-056-01</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Payroll to GL Testing for HOA Employees</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HCM</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Payroll</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93685859"/>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E2E-057</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Payroll to GL Testing for FFS Employees</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HCM</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Payroll</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72164942"/>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E2E-058-01</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Payroll Elements Testing to GL - Earnings, Deduction, etc.</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HCM</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Payroll</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03026252"/>
                  </a:ext>
                </a:extLst>
              </a:tr>
              <a:tr h="108585">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E2E-059</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PTO Accrual - HGV</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HCM</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Payroll</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73325662"/>
                  </a:ext>
                </a:extLst>
              </a:tr>
              <a:tr h="108585">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E2E-060</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Wages Accrual - HGV</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HCM</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Payroll</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32278173"/>
                  </a:ext>
                </a:extLst>
              </a:tr>
              <a:tr h="108585">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E2E-061</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PTO Accrual - HOA</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HCM</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Payroll</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09035698"/>
                  </a:ext>
                </a:extLst>
              </a:tr>
              <a:tr h="108585">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E2E-062</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Wages Accrual - HOA</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HCM</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Payroll</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34678886"/>
                  </a:ext>
                </a:extLst>
              </a:tr>
              <a:tr h="108585">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E2E-063</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PTO Accrual - FFS</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HCM</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Payroll</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1497373"/>
                  </a:ext>
                </a:extLst>
              </a:tr>
              <a:tr h="108585">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E2E-064</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Wages Accrual FFS</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HCM</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Payroll</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956380"/>
                  </a:ext>
                </a:extLst>
              </a:tr>
              <a:tr h="108585">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E2E-065-01</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Import Journals from FuseBox(Shift4) - Chorus</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GL</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91624866"/>
                  </a:ext>
                </a:extLst>
              </a:tr>
              <a:tr h="108585">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E2E-066</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Import Journals from CCT - Chorus</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GL</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83226380"/>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E2E-013</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Fixed Asset projects - Project Costing to Capitalization</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dirty="0">
                          <a:solidFill>
                            <a:srgbClr val="000000"/>
                          </a:solidFill>
                          <a:effectLst/>
                          <a:latin typeface="Calibri" panose="020F0502020204030204" pitchFamily="34" charset="0"/>
                          <a:cs typeface="Calibri" panose="020F0502020204030204" pitchFamily="34" charset="0"/>
                        </a:rPr>
                        <a:t>PPM</a:t>
                      </a:r>
                    </a:p>
                  </a:txBody>
                  <a:tcPr marL="2799" marR="2799" marT="27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89261118"/>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E2E-011</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IT Projects - Project Costing to Capitalization - Non-PO</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dirty="0">
                          <a:solidFill>
                            <a:srgbClr val="000000"/>
                          </a:solidFill>
                          <a:effectLst/>
                          <a:latin typeface="Calibri" panose="020F0502020204030204" pitchFamily="34" charset="0"/>
                          <a:cs typeface="Calibri" panose="020F0502020204030204" pitchFamily="34" charset="0"/>
                        </a:rPr>
                        <a:t>PPM</a:t>
                      </a:r>
                    </a:p>
                  </a:txBody>
                  <a:tcPr marL="2799" marR="2799" marT="27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73457490"/>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E2E-012</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Construction Projects - Project Costing to Inventory</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dirty="0">
                          <a:solidFill>
                            <a:srgbClr val="000000"/>
                          </a:solidFill>
                          <a:effectLst/>
                          <a:latin typeface="Calibri" panose="020F0502020204030204" pitchFamily="34" charset="0"/>
                          <a:cs typeface="Calibri" panose="020F0502020204030204" pitchFamily="34" charset="0"/>
                        </a:rPr>
                        <a:t>PPM</a:t>
                      </a:r>
                    </a:p>
                  </a:txBody>
                  <a:tcPr marL="2799" marR="2799" marT="27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50173583"/>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E2E-001</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Requisition to Payment - Scanned Invoice HGV - PO</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dirty="0">
                          <a:solidFill>
                            <a:srgbClr val="000000"/>
                          </a:solidFill>
                          <a:effectLst/>
                          <a:latin typeface="Calibri" panose="020F0502020204030204" pitchFamily="34" charset="0"/>
                          <a:cs typeface="Calibri" panose="020F0502020204030204" pitchFamily="34" charset="0"/>
                        </a:rPr>
                        <a:t>Procurement</a:t>
                      </a:r>
                    </a:p>
                  </a:txBody>
                  <a:tcPr marL="2799" marR="2799" marT="27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018342"/>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E2E-002</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Requisition to Payment - Asset - HGV</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dirty="0">
                          <a:solidFill>
                            <a:srgbClr val="000000"/>
                          </a:solidFill>
                          <a:effectLst/>
                          <a:latin typeface="Calibri" panose="020F0502020204030204" pitchFamily="34" charset="0"/>
                          <a:cs typeface="Calibri" panose="020F0502020204030204" pitchFamily="34" charset="0"/>
                        </a:rPr>
                        <a:t>Procurement</a:t>
                      </a:r>
                    </a:p>
                  </a:txBody>
                  <a:tcPr marL="2799" marR="2799" marT="27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4226151"/>
                  </a:ext>
                </a:extLst>
              </a:tr>
              <a:tr h="108585">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E2E-014-01-01</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900" b="0" i="0" u="none" strike="noStrike" dirty="0">
                          <a:solidFill>
                            <a:srgbClr val="000000"/>
                          </a:solidFill>
                          <a:effectLst/>
                          <a:latin typeface="Calibri" panose="020F0502020204030204" pitchFamily="34" charset="0"/>
                          <a:cs typeface="Calibri" panose="020F0502020204030204" pitchFamily="34" charset="0"/>
                        </a:rPr>
                        <a:t>Purchase Order to Payment - BirchStreet - HGV</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dirty="0">
                          <a:solidFill>
                            <a:srgbClr val="000000"/>
                          </a:solidFill>
                          <a:effectLst/>
                          <a:latin typeface="Calibri" panose="020F0502020204030204" pitchFamily="34" charset="0"/>
                          <a:cs typeface="Calibri" panose="020F0502020204030204" pitchFamily="34" charset="0"/>
                        </a:rPr>
                        <a:t>Procurement</a:t>
                      </a:r>
                    </a:p>
                  </a:txBody>
                  <a:tcPr marL="2799" marR="2799" marT="27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1789116"/>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E2E-014-02</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Purchase Order to Payment - BirchStreet - HOA</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dirty="0">
                          <a:solidFill>
                            <a:srgbClr val="000000"/>
                          </a:solidFill>
                          <a:effectLst/>
                          <a:latin typeface="Calibri" panose="020F0502020204030204" pitchFamily="34" charset="0"/>
                          <a:cs typeface="Calibri" panose="020F0502020204030204" pitchFamily="34" charset="0"/>
                        </a:rPr>
                        <a:t>Procurement</a:t>
                      </a:r>
                    </a:p>
                  </a:txBody>
                  <a:tcPr marL="2799" marR="2799" marT="27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6382631"/>
                  </a:ext>
                </a:extLst>
              </a:tr>
              <a:tr h="108585">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E2E-034-01</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en-US" sz="900" b="0" i="0" u="none" strike="noStrike" dirty="0">
                          <a:solidFill>
                            <a:srgbClr val="000000"/>
                          </a:solidFill>
                          <a:effectLst/>
                          <a:latin typeface="Calibri" panose="020F0502020204030204" pitchFamily="34" charset="0"/>
                          <a:cs typeface="Calibri" panose="020F0502020204030204" pitchFamily="34" charset="0"/>
                        </a:rPr>
                        <a:t>Requisition to Payment - Scanned Invoice HOA - Operations</a:t>
                      </a: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kumimoji="0" lang="en-US" sz="9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ERP</a:t>
                      </a:r>
                      <a:endParaRPr lang="en-US" sz="900" b="0" i="0" u="none" strike="noStrike" dirty="0">
                        <a:solidFill>
                          <a:srgbClr val="000000"/>
                        </a:solidFill>
                        <a:effectLst/>
                        <a:latin typeface="Calibri" panose="020F0502020204030204" pitchFamily="34" charset="0"/>
                        <a:cs typeface="Calibri" panose="020F0502020204030204" pitchFamily="34" charset="0"/>
                      </a:endParaRPr>
                    </a:p>
                  </a:txBody>
                  <a:tcPr marL="2799" marR="2799" marT="279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900" b="0" i="0" u="none" strike="noStrike" dirty="0">
                          <a:solidFill>
                            <a:srgbClr val="000000"/>
                          </a:solidFill>
                          <a:effectLst/>
                          <a:latin typeface="Calibri" panose="020F0502020204030204" pitchFamily="34" charset="0"/>
                          <a:cs typeface="Calibri" panose="020F0502020204030204" pitchFamily="34" charset="0"/>
                        </a:rPr>
                        <a:t>Procurement</a:t>
                      </a:r>
                    </a:p>
                  </a:txBody>
                  <a:tcPr marL="2799" marR="2799" marT="279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909490"/>
                  </a:ext>
                </a:extLst>
              </a:tr>
            </a:tbl>
          </a:graphicData>
        </a:graphic>
      </p:graphicFrame>
      <p:sp>
        <p:nvSpPr>
          <p:cNvPr id="5" name="Title 1">
            <a:extLst>
              <a:ext uri="{FF2B5EF4-FFF2-40B4-BE49-F238E27FC236}">
                <a16:creationId xmlns:a16="http://schemas.microsoft.com/office/drawing/2014/main" id="{DB87CFBD-7A7E-46C5-B0B0-764C6F8181A0}"/>
              </a:ext>
            </a:extLst>
          </p:cNvPr>
          <p:cNvSpPr>
            <a:spLocks noGrp="1"/>
          </p:cNvSpPr>
          <p:nvPr>
            <p:ph type="title"/>
          </p:nvPr>
        </p:nvSpPr>
        <p:spPr>
          <a:xfrm>
            <a:off x="447552" y="173642"/>
            <a:ext cx="11252200" cy="332352"/>
          </a:xfrm>
        </p:spPr>
        <p:txBody>
          <a:bodyPr>
            <a:noAutofit/>
          </a:bodyPr>
          <a:lstStyle/>
          <a:p>
            <a:pPr defTabSz="1214962"/>
            <a:r>
              <a:rPr lang="en-US" sz="3600" dirty="0">
                <a:solidFill>
                  <a:schemeClr val="tx1"/>
                </a:solidFill>
                <a:cs typeface="Arial" panose="020B0604020202020204" pitchFamily="34" charset="0"/>
              </a:rPr>
              <a:t>HGV E2E Scenarios List</a:t>
            </a:r>
          </a:p>
        </p:txBody>
      </p:sp>
    </p:spTree>
    <p:extLst>
      <p:ext uri="{BB962C8B-B14F-4D97-AF65-F5344CB8AC3E}">
        <p14:creationId xmlns:p14="http://schemas.microsoft.com/office/powerpoint/2010/main" val="2243171792"/>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0157" y="248930"/>
            <a:ext cx="11252200" cy="332352"/>
          </a:xfrm>
        </p:spPr>
        <p:txBody>
          <a:bodyPr>
            <a:noAutofit/>
          </a:bodyPr>
          <a:lstStyle/>
          <a:p>
            <a:pPr defTabSz="1214962"/>
            <a:r>
              <a:rPr lang="en-US" sz="3200" dirty="0">
                <a:solidFill>
                  <a:schemeClr val="tx1"/>
                </a:solidFill>
                <a:cs typeface="Arial" panose="020B0604020202020204" pitchFamily="34" charset="0"/>
              </a:rPr>
              <a:t>Automation Estimation Model between Selenium and UiPath</a:t>
            </a:r>
          </a:p>
        </p:txBody>
      </p:sp>
      <p:graphicFrame>
        <p:nvGraphicFramePr>
          <p:cNvPr id="64" name="Table 63"/>
          <p:cNvGraphicFramePr>
            <a:graphicFrameLocks noGrp="1"/>
          </p:cNvGraphicFramePr>
          <p:nvPr>
            <p:extLst>
              <p:ext uri="{D42A27DB-BD31-4B8C-83A1-F6EECF244321}">
                <p14:modId xmlns:p14="http://schemas.microsoft.com/office/powerpoint/2010/main" val="1470116189"/>
              </p:ext>
            </p:extLst>
          </p:nvPr>
        </p:nvGraphicFramePr>
        <p:xfrm>
          <a:off x="350155" y="1159430"/>
          <a:ext cx="11032218" cy="2366304"/>
        </p:xfrm>
        <a:graphic>
          <a:graphicData uri="http://schemas.openxmlformats.org/drawingml/2006/table">
            <a:tbl>
              <a:tblPr firstRow="1" firstCol="1" bandRow="1">
                <a:tableStyleId>{2D5ABB26-0587-4C30-8999-92F81FD0307C}</a:tableStyleId>
              </a:tblPr>
              <a:tblGrid>
                <a:gridCol w="3062264">
                  <a:extLst>
                    <a:ext uri="{9D8B030D-6E8A-4147-A177-3AD203B41FA5}">
                      <a16:colId xmlns:a16="http://schemas.microsoft.com/office/drawing/2014/main" val="3387621500"/>
                    </a:ext>
                  </a:extLst>
                </a:gridCol>
                <a:gridCol w="2581164">
                  <a:extLst>
                    <a:ext uri="{9D8B030D-6E8A-4147-A177-3AD203B41FA5}">
                      <a16:colId xmlns:a16="http://schemas.microsoft.com/office/drawing/2014/main" val="1481296892"/>
                    </a:ext>
                  </a:extLst>
                </a:gridCol>
                <a:gridCol w="2967115">
                  <a:extLst>
                    <a:ext uri="{9D8B030D-6E8A-4147-A177-3AD203B41FA5}">
                      <a16:colId xmlns:a16="http://schemas.microsoft.com/office/drawing/2014/main" val="643637335"/>
                    </a:ext>
                  </a:extLst>
                </a:gridCol>
                <a:gridCol w="2421675">
                  <a:extLst>
                    <a:ext uri="{9D8B030D-6E8A-4147-A177-3AD203B41FA5}">
                      <a16:colId xmlns:a16="http://schemas.microsoft.com/office/drawing/2014/main" val="55055066"/>
                    </a:ext>
                  </a:extLst>
                </a:gridCol>
              </a:tblGrid>
              <a:tr h="255696">
                <a:tc>
                  <a:txBody>
                    <a:bodyPr/>
                    <a:lstStyle/>
                    <a:p>
                      <a:pPr marL="0" marR="0" algn="ctr">
                        <a:spcBef>
                          <a:spcPts val="0"/>
                        </a:spcBef>
                        <a:spcAft>
                          <a:spcPts val="0"/>
                        </a:spcAft>
                      </a:pPr>
                      <a:r>
                        <a:rPr lang="en-US" sz="1050" b="1" dirty="0">
                          <a:solidFill>
                            <a:schemeClr val="bg1"/>
                          </a:solidFill>
                          <a:effectLst/>
                          <a:latin typeface="+mj-lt"/>
                          <a:cs typeface="Segoe UI Light" panose="020B0502040204020203" pitchFamily="34" charset="0"/>
                        </a:rPr>
                        <a:t>Process Criteria</a:t>
                      </a:r>
                      <a:endParaRPr lang="en-US" sz="1050" b="1" dirty="0">
                        <a:solidFill>
                          <a:schemeClr val="bg1"/>
                        </a:solidFill>
                        <a:effectLst/>
                        <a:latin typeface="+mj-lt"/>
                        <a:ea typeface="Calibri" panose="020F0502020204030204" pitchFamily="34" charset="0"/>
                        <a:cs typeface="Segoe UI Light" panose="020B0502040204020203" pitchFamily="34" charset="0"/>
                      </a:endParaRPr>
                    </a:p>
                  </a:txBody>
                  <a:tcPr marL="45720" marR="45720" anchor="ctr">
                    <a:lnB w="9525" cap="flat" cmpd="sng" algn="ctr">
                      <a:solidFill>
                        <a:srgbClr val="92D050"/>
                      </a:solidFill>
                      <a:prstDash val="solid"/>
                      <a:round/>
                      <a:headEnd type="none" w="med" len="med"/>
                      <a:tailEnd type="none" w="med" len="med"/>
                    </a:lnB>
                    <a:solidFill>
                      <a:schemeClr val="accent6"/>
                    </a:solidFill>
                  </a:tcPr>
                </a:tc>
                <a:tc>
                  <a:txBody>
                    <a:bodyPr/>
                    <a:lstStyle/>
                    <a:p>
                      <a:pPr marL="0" marR="0" algn="ctr">
                        <a:spcBef>
                          <a:spcPts val="0"/>
                        </a:spcBef>
                        <a:spcAft>
                          <a:spcPts val="0"/>
                        </a:spcAft>
                      </a:pPr>
                      <a:r>
                        <a:rPr lang="en-US" sz="1050" b="1" dirty="0">
                          <a:effectLst/>
                          <a:latin typeface="+mj-lt"/>
                          <a:ea typeface="Calibri" panose="020F0502020204030204" pitchFamily="34" charset="0"/>
                          <a:cs typeface="Segoe UI Light" panose="020B0502040204020203" pitchFamily="34" charset="0"/>
                        </a:rPr>
                        <a:t>Simple</a:t>
                      </a:r>
                    </a:p>
                  </a:txBody>
                  <a:tcPr marL="45720" marR="45720" anchor="ctr">
                    <a:lnB w="9525" cap="flat" cmpd="sng" algn="ctr">
                      <a:solidFill>
                        <a:srgbClr val="92D050"/>
                      </a:solidFill>
                      <a:prstDash val="solid"/>
                      <a:round/>
                      <a:headEnd type="none" w="med" len="med"/>
                      <a:tailEnd type="none" w="med" len="med"/>
                    </a:lnB>
                    <a:solidFill>
                      <a:schemeClr val="accent3">
                        <a:lumMod val="20000"/>
                        <a:lumOff val="80000"/>
                      </a:schemeClr>
                    </a:solidFill>
                  </a:tcPr>
                </a:tc>
                <a:tc>
                  <a:txBody>
                    <a:bodyPr/>
                    <a:lstStyle/>
                    <a:p>
                      <a:pPr marL="0" marR="0" algn="ctr">
                        <a:spcBef>
                          <a:spcPts val="0"/>
                        </a:spcBef>
                        <a:spcAft>
                          <a:spcPts val="0"/>
                        </a:spcAft>
                      </a:pPr>
                      <a:r>
                        <a:rPr lang="en-US" sz="1050" b="1" dirty="0">
                          <a:effectLst/>
                          <a:latin typeface="+mj-lt"/>
                          <a:cs typeface="Segoe UI Light" panose="020B0502040204020203" pitchFamily="34" charset="0"/>
                        </a:rPr>
                        <a:t>Medium</a:t>
                      </a:r>
                      <a:endParaRPr lang="en-US" sz="1050" b="1" dirty="0">
                        <a:effectLst/>
                        <a:latin typeface="+mj-lt"/>
                        <a:ea typeface="Calibri" panose="020F0502020204030204" pitchFamily="34" charset="0"/>
                        <a:cs typeface="Segoe UI Light" panose="020B0502040204020203" pitchFamily="34" charset="0"/>
                      </a:endParaRPr>
                    </a:p>
                  </a:txBody>
                  <a:tcPr marL="45720" marR="45720" anchor="ctr">
                    <a:lnB w="9525" cap="flat" cmpd="sng" algn="ctr">
                      <a:solidFill>
                        <a:srgbClr val="92D050"/>
                      </a:solidFill>
                      <a:prstDash val="solid"/>
                      <a:round/>
                      <a:headEnd type="none" w="med" len="med"/>
                      <a:tailEnd type="none" w="med" len="med"/>
                    </a:lnB>
                    <a:solidFill>
                      <a:schemeClr val="accent3">
                        <a:lumMod val="20000"/>
                        <a:lumOff val="80000"/>
                      </a:schemeClr>
                    </a:solidFill>
                  </a:tcPr>
                </a:tc>
                <a:tc>
                  <a:txBody>
                    <a:bodyPr/>
                    <a:lstStyle/>
                    <a:p>
                      <a:pPr marL="0" marR="0" algn="ctr">
                        <a:spcBef>
                          <a:spcPts val="0"/>
                        </a:spcBef>
                        <a:spcAft>
                          <a:spcPts val="0"/>
                        </a:spcAft>
                      </a:pPr>
                      <a:r>
                        <a:rPr lang="en-US" sz="1050" b="1" dirty="0">
                          <a:effectLst/>
                          <a:latin typeface="+mj-lt"/>
                          <a:ea typeface="Calibri" panose="020F0502020204030204" pitchFamily="34" charset="0"/>
                          <a:cs typeface="Segoe UI Light" panose="020B0502040204020203" pitchFamily="34" charset="0"/>
                        </a:rPr>
                        <a:t>High</a:t>
                      </a:r>
                    </a:p>
                  </a:txBody>
                  <a:tcPr marL="45720" marR="45720" anchor="ctr">
                    <a:lnB w="9525" cap="flat" cmpd="sng" algn="ctr">
                      <a:solidFill>
                        <a:srgbClr val="92D050"/>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872448318"/>
                  </a:ext>
                </a:extLst>
              </a:tr>
              <a:tr h="247612">
                <a:tc>
                  <a:txBody>
                    <a:bodyPr/>
                    <a:lstStyle/>
                    <a:p>
                      <a:pPr marL="0" marR="0">
                        <a:spcBef>
                          <a:spcPts val="0"/>
                        </a:spcBef>
                        <a:spcAft>
                          <a:spcPts val="0"/>
                        </a:spcAft>
                      </a:pPr>
                      <a:r>
                        <a:rPr lang="en-US" sz="900" b="1" dirty="0">
                          <a:effectLst/>
                          <a:latin typeface="+mj-lt"/>
                          <a:cs typeface="Segoe UI" panose="020B0502040204020203" pitchFamily="34" charset="0"/>
                        </a:rPr>
                        <a:t>Number of Screens </a:t>
                      </a:r>
                      <a:endParaRPr lang="en-US" sz="900" b="1" dirty="0">
                        <a:effectLst/>
                        <a:latin typeface="+mj-lt"/>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900" dirty="0">
                          <a:effectLst/>
                          <a:latin typeface="+mj-lt"/>
                          <a:cs typeface="Segoe UI" panose="020B0502040204020203" pitchFamily="34" charset="0"/>
                        </a:rPr>
                        <a:t>3-4</a:t>
                      </a:r>
                      <a:endParaRPr lang="en-US" sz="900" dirty="0">
                        <a:effectLst/>
                        <a:latin typeface="+mj-lt"/>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tcPr>
                </a:tc>
                <a:tc>
                  <a:txBody>
                    <a:bodyPr/>
                    <a:lstStyle/>
                    <a:p>
                      <a:pPr marL="0" marR="0" algn="ctr">
                        <a:spcBef>
                          <a:spcPts val="0"/>
                        </a:spcBef>
                        <a:spcAft>
                          <a:spcPts val="0"/>
                        </a:spcAft>
                      </a:pPr>
                      <a:r>
                        <a:rPr lang="en-US" sz="900" dirty="0">
                          <a:effectLst/>
                          <a:latin typeface="+mj-lt"/>
                          <a:ea typeface="Calibri" panose="020F0502020204030204" pitchFamily="34" charset="0"/>
                          <a:cs typeface="Segoe UI" panose="020B0502040204020203" pitchFamily="34" charset="0"/>
                        </a:rPr>
                        <a:t>6-10</a:t>
                      </a: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tcPr>
                </a:tc>
                <a:tc>
                  <a:txBody>
                    <a:bodyPr/>
                    <a:lstStyle/>
                    <a:p>
                      <a:pPr marL="0" marR="0" algn="ctr">
                        <a:spcBef>
                          <a:spcPts val="0"/>
                        </a:spcBef>
                        <a:spcAft>
                          <a:spcPts val="0"/>
                        </a:spcAft>
                      </a:pPr>
                      <a:r>
                        <a:rPr lang="en-US" sz="900" dirty="0">
                          <a:effectLst/>
                          <a:latin typeface="+mj-lt"/>
                          <a:cs typeface="Segoe UI" panose="020B0502040204020203" pitchFamily="34" charset="0"/>
                        </a:rPr>
                        <a:t>8-15</a:t>
                      </a:r>
                      <a:endParaRPr lang="en-US" sz="900" dirty="0">
                        <a:effectLst/>
                        <a:latin typeface="+mj-lt"/>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tcPr>
                </a:tc>
                <a:extLst>
                  <a:ext uri="{0D108BD9-81ED-4DB2-BD59-A6C34878D82A}">
                    <a16:rowId xmlns:a16="http://schemas.microsoft.com/office/drawing/2014/main" val="2864792989"/>
                  </a:ext>
                </a:extLst>
              </a:tr>
              <a:tr h="403846">
                <a:tc>
                  <a:txBody>
                    <a:bodyPr/>
                    <a:lstStyle/>
                    <a:p>
                      <a:pPr marL="0" marR="0">
                        <a:spcBef>
                          <a:spcPts val="0"/>
                        </a:spcBef>
                        <a:spcAft>
                          <a:spcPts val="0"/>
                        </a:spcAft>
                      </a:pPr>
                      <a:r>
                        <a:rPr lang="en-US" sz="900" b="1" dirty="0">
                          <a:effectLst/>
                          <a:latin typeface="+mj-lt"/>
                          <a:cs typeface="Segoe UI" panose="020B0502040204020203" pitchFamily="34" charset="0"/>
                        </a:rPr>
                        <a:t>Steps</a:t>
                      </a:r>
                      <a:endParaRPr lang="en-US" sz="900" b="1" dirty="0">
                        <a:effectLst/>
                        <a:latin typeface="+mj-lt"/>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900" dirty="0">
                          <a:effectLst/>
                          <a:latin typeface="+mj-lt"/>
                          <a:cs typeface="Segoe UI" panose="020B0502040204020203" pitchFamily="34" charset="0"/>
                        </a:rPr>
                        <a:t>5-10</a:t>
                      </a:r>
                    </a:p>
                    <a:p>
                      <a:pPr marL="0" marR="0" algn="ctr">
                        <a:spcBef>
                          <a:spcPts val="0"/>
                        </a:spcBef>
                        <a:spcAft>
                          <a:spcPts val="0"/>
                        </a:spcAft>
                      </a:pPr>
                      <a:r>
                        <a:rPr lang="en-US" sz="900" dirty="0">
                          <a:effectLst/>
                          <a:latin typeface="+mj-lt"/>
                          <a:cs typeface="Segoe UI" panose="020B0502040204020203" pitchFamily="34" charset="0"/>
                        </a:rPr>
                        <a:t>without alternate flow</a:t>
                      </a:r>
                      <a:endParaRPr lang="en-US" sz="900" dirty="0">
                        <a:effectLst/>
                        <a:latin typeface="+mj-lt"/>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tcPr>
                </a:tc>
                <a:tc>
                  <a:txBody>
                    <a:bodyPr/>
                    <a:lstStyle/>
                    <a:p>
                      <a:pPr marL="0" marR="0" algn="ctr">
                        <a:spcBef>
                          <a:spcPts val="0"/>
                        </a:spcBef>
                        <a:spcAft>
                          <a:spcPts val="0"/>
                        </a:spcAft>
                      </a:pPr>
                      <a:r>
                        <a:rPr lang="en-US" sz="900" dirty="0">
                          <a:effectLst/>
                          <a:latin typeface="+mj-lt"/>
                          <a:cs typeface="Segoe UI" panose="020B0502040204020203" pitchFamily="34" charset="0"/>
                        </a:rPr>
                        <a:t>10-20</a:t>
                      </a:r>
                    </a:p>
                    <a:p>
                      <a:pPr marL="0" marR="0" algn="ctr">
                        <a:spcBef>
                          <a:spcPts val="0"/>
                        </a:spcBef>
                        <a:spcAft>
                          <a:spcPts val="0"/>
                        </a:spcAft>
                      </a:pPr>
                      <a:r>
                        <a:rPr lang="en-US" sz="900" dirty="0">
                          <a:effectLst/>
                          <a:latin typeface="+mj-lt"/>
                          <a:cs typeface="Segoe UI" panose="020B0502040204020203" pitchFamily="34" charset="0"/>
                        </a:rPr>
                        <a:t>Incl. alternate flows</a:t>
                      </a:r>
                      <a:endParaRPr lang="en-US" sz="900" dirty="0">
                        <a:effectLst/>
                        <a:latin typeface="+mj-lt"/>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tcPr>
                </a:tc>
                <a:tc>
                  <a:txBody>
                    <a:bodyPr/>
                    <a:lstStyle/>
                    <a:p>
                      <a:pPr marL="0" marR="0" algn="ctr">
                        <a:spcBef>
                          <a:spcPts val="0"/>
                        </a:spcBef>
                        <a:spcAft>
                          <a:spcPts val="0"/>
                        </a:spcAft>
                      </a:pPr>
                      <a:r>
                        <a:rPr lang="en-US" sz="900" dirty="0">
                          <a:effectLst/>
                          <a:latin typeface="+mj-lt"/>
                          <a:cs typeface="Segoe UI" panose="020B0502040204020203" pitchFamily="34" charset="0"/>
                        </a:rPr>
                        <a:t>20-40</a:t>
                      </a:r>
                    </a:p>
                    <a:p>
                      <a:pPr marL="0" marR="0" algn="ctr">
                        <a:spcBef>
                          <a:spcPts val="0"/>
                        </a:spcBef>
                        <a:spcAft>
                          <a:spcPts val="0"/>
                        </a:spcAft>
                      </a:pPr>
                      <a:r>
                        <a:rPr lang="en-US" sz="900" dirty="0">
                          <a:effectLst/>
                          <a:latin typeface="+mj-lt"/>
                          <a:cs typeface="Segoe UI" panose="020B0502040204020203" pitchFamily="34" charset="0"/>
                        </a:rPr>
                        <a:t>Incl. nested rules</a:t>
                      </a:r>
                      <a:endParaRPr lang="en-US" sz="900" dirty="0">
                        <a:effectLst/>
                        <a:latin typeface="+mj-lt"/>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tcPr>
                </a:tc>
                <a:extLst>
                  <a:ext uri="{0D108BD9-81ED-4DB2-BD59-A6C34878D82A}">
                    <a16:rowId xmlns:a16="http://schemas.microsoft.com/office/drawing/2014/main" val="405750541"/>
                  </a:ext>
                </a:extLst>
              </a:tr>
              <a:tr h="403846">
                <a:tc>
                  <a:txBody>
                    <a:bodyPr/>
                    <a:lstStyle/>
                    <a:p>
                      <a:pPr marL="0" marR="0">
                        <a:spcBef>
                          <a:spcPts val="0"/>
                        </a:spcBef>
                        <a:spcAft>
                          <a:spcPts val="0"/>
                        </a:spcAft>
                      </a:pPr>
                      <a:r>
                        <a:rPr lang="en-US" sz="900" b="1" dirty="0">
                          <a:effectLst/>
                          <a:latin typeface="+mj-lt"/>
                          <a:cs typeface="Segoe UI" panose="020B0502040204020203" pitchFamily="34" charset="0"/>
                        </a:rPr>
                        <a:t>Input</a:t>
                      </a:r>
                      <a:r>
                        <a:rPr lang="en-US" sz="900" b="1" baseline="0" dirty="0">
                          <a:effectLst/>
                          <a:latin typeface="+mj-lt"/>
                          <a:cs typeface="Segoe UI" panose="020B0502040204020203" pitchFamily="34" charset="0"/>
                        </a:rPr>
                        <a:t> Data</a:t>
                      </a:r>
                      <a:endParaRPr lang="en-US" sz="900" b="1" dirty="0">
                        <a:effectLst/>
                        <a:latin typeface="+mj-lt"/>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900" dirty="0">
                          <a:effectLst/>
                          <a:latin typeface="+mj-lt"/>
                          <a:cs typeface="Segoe UI" panose="020B0502040204020203" pitchFamily="34" charset="0"/>
                        </a:rPr>
                        <a:t>Digital, Structured </a:t>
                      </a:r>
                      <a:br>
                        <a:rPr lang="en-US" sz="900" dirty="0">
                          <a:effectLst/>
                          <a:latin typeface="+mj-lt"/>
                          <a:cs typeface="Segoe UI" panose="020B0502040204020203" pitchFamily="34" charset="0"/>
                        </a:rPr>
                      </a:br>
                      <a:r>
                        <a:rPr lang="en-US" sz="900" dirty="0">
                          <a:effectLst/>
                          <a:latin typeface="+mj-lt"/>
                          <a:cs typeface="Segoe UI" panose="020B0502040204020203" pitchFamily="34" charset="0"/>
                        </a:rPr>
                        <a:t>&amp; Standardized</a:t>
                      </a:r>
                      <a:endParaRPr lang="en-US" sz="900" dirty="0">
                        <a:effectLst/>
                        <a:latin typeface="+mj-lt"/>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tcPr>
                </a:tc>
                <a:tc>
                  <a:txBody>
                    <a:bodyPr/>
                    <a:lstStyle/>
                    <a:p>
                      <a:pPr marL="0" marR="0" algn="ctr">
                        <a:spcBef>
                          <a:spcPts val="0"/>
                        </a:spcBef>
                        <a:spcAft>
                          <a:spcPts val="0"/>
                        </a:spcAft>
                      </a:pPr>
                      <a:r>
                        <a:rPr lang="en-US" sz="900" dirty="0">
                          <a:effectLst/>
                          <a:latin typeface="+mj-lt"/>
                          <a:cs typeface="Segoe UI" panose="020B0502040204020203" pitchFamily="34" charset="0"/>
                        </a:rPr>
                        <a:t>Digital, Structured </a:t>
                      </a:r>
                      <a:br>
                        <a:rPr lang="en-US" sz="900" dirty="0">
                          <a:effectLst/>
                          <a:latin typeface="+mj-lt"/>
                          <a:cs typeface="Segoe UI" panose="020B0502040204020203" pitchFamily="34" charset="0"/>
                        </a:rPr>
                      </a:br>
                      <a:r>
                        <a:rPr lang="en-US" sz="900" dirty="0">
                          <a:effectLst/>
                          <a:latin typeface="+mj-lt"/>
                          <a:cs typeface="Segoe UI" panose="020B0502040204020203" pitchFamily="34" charset="0"/>
                        </a:rPr>
                        <a:t>&amp; Standardized</a:t>
                      </a:r>
                      <a:endParaRPr lang="en-US" sz="900" dirty="0">
                        <a:effectLst/>
                        <a:latin typeface="+mj-lt"/>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tcPr>
                </a:tc>
                <a:tc>
                  <a:txBody>
                    <a:bodyPr/>
                    <a:lstStyle/>
                    <a:p>
                      <a:pPr marL="0" marR="0" algn="ctr">
                        <a:spcBef>
                          <a:spcPts val="0"/>
                        </a:spcBef>
                        <a:spcAft>
                          <a:spcPts val="0"/>
                        </a:spcAft>
                      </a:pPr>
                      <a:r>
                        <a:rPr lang="en-US" sz="900" kern="1200" dirty="0">
                          <a:solidFill>
                            <a:schemeClr val="tx1"/>
                          </a:solidFill>
                          <a:effectLst/>
                          <a:latin typeface="+mn-lt"/>
                          <a:ea typeface="+mn-ea"/>
                          <a:cs typeface="Segoe UI" panose="020B0502040204020203" pitchFamily="34" charset="0"/>
                        </a:rPr>
                        <a:t>Digital, Structured </a:t>
                      </a:r>
                      <a:br>
                        <a:rPr lang="en-US" sz="900" kern="1200" dirty="0">
                          <a:solidFill>
                            <a:schemeClr val="tx1"/>
                          </a:solidFill>
                          <a:effectLst/>
                          <a:latin typeface="+mn-lt"/>
                          <a:ea typeface="+mn-ea"/>
                          <a:cs typeface="Segoe UI" panose="020B0502040204020203" pitchFamily="34" charset="0"/>
                        </a:rPr>
                      </a:br>
                      <a:r>
                        <a:rPr lang="en-US" sz="900" kern="1200" dirty="0">
                          <a:solidFill>
                            <a:schemeClr val="tx1"/>
                          </a:solidFill>
                          <a:effectLst/>
                          <a:latin typeface="+mn-lt"/>
                          <a:ea typeface="+mn-ea"/>
                          <a:cs typeface="Segoe UI" panose="020B0502040204020203" pitchFamily="34" charset="0"/>
                        </a:rPr>
                        <a:t>&amp; Standardized</a:t>
                      </a:r>
                      <a:endParaRPr lang="en-US" sz="900" kern="1200" dirty="0">
                        <a:solidFill>
                          <a:schemeClr val="tx1"/>
                        </a:solidFill>
                        <a:effectLst/>
                        <a:latin typeface="+mn-lt"/>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tcPr>
                </a:tc>
                <a:extLst>
                  <a:ext uri="{0D108BD9-81ED-4DB2-BD59-A6C34878D82A}">
                    <a16:rowId xmlns:a16="http://schemas.microsoft.com/office/drawing/2014/main" val="2026709947"/>
                  </a:ext>
                </a:extLst>
              </a:tr>
              <a:tr h="247612">
                <a:tc>
                  <a:txBody>
                    <a:bodyPr/>
                    <a:lstStyle/>
                    <a:p>
                      <a:pPr marL="0" marR="0">
                        <a:spcBef>
                          <a:spcPts val="0"/>
                        </a:spcBef>
                        <a:spcAft>
                          <a:spcPts val="0"/>
                        </a:spcAft>
                      </a:pPr>
                      <a:r>
                        <a:rPr lang="en-US" sz="900" b="1" dirty="0">
                          <a:effectLst/>
                          <a:latin typeface="+mj-lt"/>
                          <a:cs typeface="Segoe UI" panose="020B0502040204020203" pitchFamily="34" charset="0"/>
                        </a:rPr>
                        <a:t># of Business Rules</a:t>
                      </a:r>
                      <a:endParaRPr lang="en-US" sz="900" b="1" dirty="0">
                        <a:effectLst/>
                        <a:latin typeface="+mj-lt"/>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900" dirty="0">
                          <a:effectLst/>
                          <a:latin typeface="+mj-lt"/>
                          <a:cs typeface="Segoe UI" panose="020B0502040204020203" pitchFamily="34" charset="0"/>
                        </a:rPr>
                        <a:t>5-10</a:t>
                      </a:r>
                      <a:endParaRPr lang="en-US" sz="900" dirty="0">
                        <a:effectLst/>
                        <a:latin typeface="+mj-lt"/>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tcPr>
                </a:tc>
                <a:tc>
                  <a:txBody>
                    <a:bodyPr/>
                    <a:lstStyle/>
                    <a:p>
                      <a:pPr marL="0" marR="0" algn="ctr">
                        <a:spcBef>
                          <a:spcPts val="0"/>
                        </a:spcBef>
                        <a:spcAft>
                          <a:spcPts val="0"/>
                        </a:spcAft>
                      </a:pPr>
                      <a:r>
                        <a:rPr lang="en-US" sz="900" dirty="0">
                          <a:effectLst/>
                          <a:latin typeface="+mj-lt"/>
                          <a:cs typeface="Segoe UI" panose="020B0502040204020203" pitchFamily="34" charset="0"/>
                        </a:rPr>
                        <a:t>10-20</a:t>
                      </a:r>
                      <a:endParaRPr lang="en-US" sz="900" dirty="0">
                        <a:effectLst/>
                        <a:latin typeface="+mj-lt"/>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tcPr>
                </a:tc>
                <a:tc>
                  <a:txBody>
                    <a:bodyPr/>
                    <a:lstStyle/>
                    <a:p>
                      <a:pPr marL="0" marR="0" algn="ctr">
                        <a:spcBef>
                          <a:spcPts val="0"/>
                        </a:spcBef>
                        <a:spcAft>
                          <a:spcPts val="0"/>
                        </a:spcAft>
                      </a:pPr>
                      <a:r>
                        <a:rPr lang="en-US" sz="900" dirty="0">
                          <a:effectLst/>
                          <a:latin typeface="+mj-lt"/>
                          <a:ea typeface="Calibri" panose="020F0502020204030204" pitchFamily="34" charset="0"/>
                          <a:cs typeface="Segoe UI" panose="020B0502040204020203" pitchFamily="34" charset="0"/>
                        </a:rPr>
                        <a:t>20-30</a:t>
                      </a: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tcPr>
                </a:tc>
                <a:extLst>
                  <a:ext uri="{0D108BD9-81ED-4DB2-BD59-A6C34878D82A}">
                    <a16:rowId xmlns:a16="http://schemas.microsoft.com/office/drawing/2014/main" val="117201233"/>
                  </a:ext>
                </a:extLst>
              </a:tr>
              <a:tr h="403846">
                <a:tc>
                  <a:txBody>
                    <a:bodyPr/>
                    <a:lstStyle/>
                    <a:p>
                      <a:pPr marL="0" marR="0">
                        <a:spcBef>
                          <a:spcPts val="0"/>
                        </a:spcBef>
                        <a:spcAft>
                          <a:spcPts val="0"/>
                        </a:spcAft>
                      </a:pPr>
                      <a:r>
                        <a:rPr lang="en-US" sz="900" b="1" dirty="0">
                          <a:effectLst/>
                          <a:latin typeface="+mj-lt"/>
                          <a:cs typeface="Segoe UI" panose="020B0502040204020203" pitchFamily="34" charset="0"/>
                        </a:rPr>
                        <a:t>Data Handling</a:t>
                      </a:r>
                      <a:endParaRPr lang="en-US" sz="900" b="1" dirty="0">
                        <a:effectLst/>
                        <a:latin typeface="+mj-lt"/>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900" dirty="0">
                          <a:effectLst/>
                          <a:latin typeface="Segoe UI" panose="020B0502040204020203" pitchFamily="34" charset="0"/>
                          <a:cs typeface="Segoe UI" panose="020B0502040204020203" pitchFamily="34" charset="0"/>
                        </a:rPr>
                        <a:t>Copy/paste</a:t>
                      </a:r>
                      <a:endParaRPr lang="en-US" sz="900" dirty="0">
                        <a:effectLst/>
                        <a:latin typeface="Segoe UI" panose="020B0502040204020203" pitchFamily="34" charset="0"/>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tcPr>
                </a:tc>
                <a:tc>
                  <a:txBody>
                    <a:bodyPr/>
                    <a:lstStyle/>
                    <a:p>
                      <a:pPr marL="0" marR="0" algn="ctr">
                        <a:spcBef>
                          <a:spcPts val="0"/>
                        </a:spcBef>
                        <a:spcAft>
                          <a:spcPts val="0"/>
                        </a:spcAft>
                      </a:pPr>
                      <a:r>
                        <a:rPr lang="en-US" sz="900" dirty="0">
                          <a:effectLst/>
                          <a:latin typeface="Segoe UI" panose="020B0502040204020203" pitchFamily="34" charset="0"/>
                          <a:cs typeface="Segoe UI" panose="020B0502040204020203" pitchFamily="34" charset="0"/>
                        </a:rPr>
                        <a:t>Copy, paste, read and </a:t>
                      </a:r>
                      <a:br>
                        <a:rPr lang="en-US" sz="900" dirty="0">
                          <a:effectLst/>
                          <a:latin typeface="Segoe UI" panose="020B0502040204020203" pitchFamily="34" charset="0"/>
                          <a:cs typeface="Segoe UI" panose="020B0502040204020203" pitchFamily="34" charset="0"/>
                        </a:rPr>
                      </a:br>
                      <a:r>
                        <a:rPr lang="en-US" sz="900" dirty="0">
                          <a:effectLst/>
                          <a:latin typeface="Segoe UI" panose="020B0502040204020203" pitchFamily="34" charset="0"/>
                          <a:cs typeface="Segoe UI" panose="020B0502040204020203" pitchFamily="34" charset="0"/>
                        </a:rPr>
                        <a:t>modify data</a:t>
                      </a:r>
                      <a:endParaRPr lang="en-US" sz="900" dirty="0">
                        <a:effectLst/>
                        <a:latin typeface="Segoe UI" panose="020B0502040204020203" pitchFamily="34" charset="0"/>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tcPr>
                </a:tc>
                <a:tc>
                  <a:txBody>
                    <a:bodyPr/>
                    <a:lstStyle/>
                    <a:p>
                      <a:pPr marL="0" marR="0" algn="ctr">
                        <a:spcBef>
                          <a:spcPts val="0"/>
                        </a:spcBef>
                        <a:spcAft>
                          <a:spcPts val="0"/>
                        </a:spcAft>
                      </a:pPr>
                      <a:r>
                        <a:rPr lang="en-US" sz="900" dirty="0">
                          <a:effectLst/>
                          <a:latin typeface="Segoe UI" panose="020B0502040204020203" pitchFamily="34" charset="0"/>
                          <a:cs typeface="Segoe UI" panose="020B0502040204020203" pitchFamily="34" charset="0"/>
                        </a:rPr>
                        <a:t>Copy, paste, read data, </a:t>
                      </a:r>
                    </a:p>
                    <a:p>
                      <a:pPr marL="0" marR="0" algn="ctr">
                        <a:spcBef>
                          <a:spcPts val="0"/>
                        </a:spcBef>
                        <a:spcAft>
                          <a:spcPts val="0"/>
                        </a:spcAft>
                      </a:pPr>
                      <a:r>
                        <a:rPr lang="en-US" sz="900" dirty="0">
                          <a:effectLst/>
                          <a:latin typeface="Segoe UI" panose="020B0502040204020203" pitchFamily="34" charset="0"/>
                          <a:cs typeface="Segoe UI" panose="020B0502040204020203" pitchFamily="34" charset="0"/>
                        </a:rPr>
                        <a:t>data enrichment</a:t>
                      </a:r>
                      <a:endParaRPr lang="en-US" sz="900" dirty="0">
                        <a:effectLst/>
                        <a:latin typeface="Segoe UI" panose="020B0502040204020203" pitchFamily="34" charset="0"/>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tcPr>
                </a:tc>
                <a:extLst>
                  <a:ext uri="{0D108BD9-81ED-4DB2-BD59-A6C34878D82A}">
                    <a16:rowId xmlns:a16="http://schemas.microsoft.com/office/drawing/2014/main" val="10008"/>
                  </a:ext>
                </a:extLst>
              </a:tr>
              <a:tr h="403846">
                <a:tc>
                  <a:txBody>
                    <a:bodyPr/>
                    <a:lstStyle/>
                    <a:p>
                      <a:pPr marL="0" marR="0">
                        <a:spcBef>
                          <a:spcPts val="0"/>
                        </a:spcBef>
                        <a:spcAft>
                          <a:spcPts val="0"/>
                        </a:spcAft>
                      </a:pPr>
                      <a:r>
                        <a:rPr lang="en-US" sz="900" b="1" dirty="0">
                          <a:effectLst/>
                          <a:latin typeface="+mj-lt"/>
                          <a:cs typeface="Segoe UI" panose="020B0502040204020203" pitchFamily="34" charset="0"/>
                        </a:rPr>
                        <a:t>Operational Risk Level</a:t>
                      </a:r>
                      <a:endParaRPr lang="en-US" sz="900" b="1" dirty="0">
                        <a:effectLst/>
                        <a:latin typeface="+mj-lt"/>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bg1">
                        <a:lumMod val="95000"/>
                      </a:schemeClr>
                    </a:solidFill>
                  </a:tcPr>
                </a:tc>
                <a:tc>
                  <a:txBody>
                    <a:bodyPr/>
                    <a:lstStyle/>
                    <a:p>
                      <a:pPr marL="0" marR="0" algn="ctr">
                        <a:spcBef>
                          <a:spcPts val="0"/>
                        </a:spcBef>
                        <a:spcAft>
                          <a:spcPts val="0"/>
                        </a:spcAft>
                      </a:pPr>
                      <a:r>
                        <a:rPr lang="en-US" sz="900" dirty="0">
                          <a:effectLst/>
                          <a:latin typeface="Segoe UI" panose="020B0502040204020203" pitchFamily="34" charset="0"/>
                          <a:cs typeface="Segoe UI" panose="020B0502040204020203" pitchFamily="34" charset="0"/>
                        </a:rPr>
                        <a:t>Non-core processing</a:t>
                      </a:r>
                    </a:p>
                    <a:p>
                      <a:pPr marL="0" marR="0" algn="ctr">
                        <a:spcBef>
                          <a:spcPts val="0"/>
                        </a:spcBef>
                        <a:spcAft>
                          <a:spcPts val="0"/>
                        </a:spcAft>
                      </a:pPr>
                      <a:r>
                        <a:rPr lang="en-US" sz="900" dirty="0">
                          <a:effectLst/>
                          <a:latin typeface="Segoe UI" panose="020B0502040204020203" pitchFamily="34" charset="0"/>
                          <a:ea typeface="Calibri" panose="020F0502020204030204" pitchFamily="34" charset="0"/>
                          <a:cs typeface="Segoe UI" panose="020B0502040204020203" pitchFamily="34" charset="0"/>
                        </a:rPr>
                        <a:t>(Test environments)</a:t>
                      </a: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tcPr>
                </a:tc>
                <a:tc>
                  <a:txBody>
                    <a:bodyPr/>
                    <a:lstStyle/>
                    <a:p>
                      <a:pPr marL="0" marR="0" algn="ctr">
                        <a:spcBef>
                          <a:spcPts val="0"/>
                        </a:spcBef>
                        <a:spcAft>
                          <a:spcPts val="0"/>
                        </a:spcAft>
                      </a:pPr>
                      <a:r>
                        <a:rPr lang="en-US" sz="900" dirty="0">
                          <a:effectLst/>
                          <a:latin typeface="Segoe UI" panose="020B0502040204020203" pitchFamily="34" charset="0"/>
                          <a:cs typeface="Segoe UI" panose="020B0502040204020203" pitchFamily="34" charset="0"/>
                        </a:rPr>
                        <a:t>Time or business </a:t>
                      </a:r>
                      <a:br>
                        <a:rPr lang="en-US" sz="900" dirty="0">
                          <a:effectLst/>
                          <a:latin typeface="Segoe UI" panose="020B0502040204020203" pitchFamily="34" charset="0"/>
                          <a:cs typeface="Segoe UI" panose="020B0502040204020203" pitchFamily="34" charset="0"/>
                        </a:rPr>
                      </a:br>
                      <a:r>
                        <a:rPr lang="en-US" sz="900" dirty="0">
                          <a:effectLst/>
                          <a:latin typeface="Segoe UI" panose="020B0502040204020203" pitchFamily="34" charset="0"/>
                          <a:cs typeface="Segoe UI" panose="020B0502040204020203" pitchFamily="34" charset="0"/>
                        </a:rPr>
                        <a:t>dependent processing</a:t>
                      </a:r>
                      <a:endParaRPr lang="en-US" sz="900" dirty="0">
                        <a:effectLst/>
                        <a:latin typeface="Segoe UI" panose="020B0502040204020203" pitchFamily="34" charset="0"/>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tcPr>
                </a:tc>
                <a:tc>
                  <a:txBody>
                    <a:bodyPr/>
                    <a:lstStyle/>
                    <a:p>
                      <a:pPr marL="0" marR="0" algn="ctr">
                        <a:spcBef>
                          <a:spcPts val="0"/>
                        </a:spcBef>
                        <a:spcAft>
                          <a:spcPts val="0"/>
                        </a:spcAft>
                      </a:pPr>
                      <a:r>
                        <a:rPr lang="en-US" sz="900" dirty="0">
                          <a:effectLst/>
                          <a:latin typeface="Segoe UI" panose="020B0502040204020203" pitchFamily="34" charset="0"/>
                          <a:cs typeface="Segoe UI" panose="020B0502040204020203" pitchFamily="34" charset="0"/>
                        </a:rPr>
                        <a:t>Business critical </a:t>
                      </a:r>
                      <a:br>
                        <a:rPr lang="en-US" sz="900" dirty="0">
                          <a:effectLst/>
                          <a:latin typeface="Segoe UI" panose="020B0502040204020203" pitchFamily="34" charset="0"/>
                          <a:cs typeface="Segoe UI" panose="020B0502040204020203" pitchFamily="34" charset="0"/>
                        </a:rPr>
                      </a:br>
                      <a:r>
                        <a:rPr lang="en-US" sz="900" dirty="0">
                          <a:effectLst/>
                          <a:latin typeface="Segoe UI" panose="020B0502040204020203" pitchFamily="34" charset="0"/>
                          <a:cs typeface="Segoe UI" panose="020B0502040204020203" pitchFamily="34" charset="0"/>
                        </a:rPr>
                        <a:t>BAU processing</a:t>
                      </a:r>
                      <a:endParaRPr lang="en-US" sz="900" dirty="0">
                        <a:effectLst/>
                        <a:latin typeface="Segoe UI" panose="020B0502040204020203" pitchFamily="34" charset="0"/>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graphicFrame>
        <p:nvGraphicFramePr>
          <p:cNvPr id="3" name="Table 2"/>
          <p:cNvGraphicFramePr>
            <a:graphicFrameLocks noGrp="1"/>
          </p:cNvGraphicFramePr>
          <p:nvPr/>
        </p:nvGraphicFramePr>
        <p:xfrm>
          <a:off x="350156" y="3798998"/>
          <a:ext cx="11032217" cy="321727"/>
        </p:xfrm>
        <a:graphic>
          <a:graphicData uri="http://schemas.openxmlformats.org/drawingml/2006/table">
            <a:tbl>
              <a:tblPr firstRow="1" firstCol="1" bandRow="1">
                <a:tableStyleId>{2D5ABB26-0587-4C30-8999-92F81FD0307C}</a:tableStyleId>
              </a:tblPr>
              <a:tblGrid>
                <a:gridCol w="3072600">
                  <a:extLst>
                    <a:ext uri="{9D8B030D-6E8A-4147-A177-3AD203B41FA5}">
                      <a16:colId xmlns:a16="http://schemas.microsoft.com/office/drawing/2014/main" val="20000"/>
                    </a:ext>
                  </a:extLst>
                </a:gridCol>
                <a:gridCol w="2528839">
                  <a:extLst>
                    <a:ext uri="{9D8B030D-6E8A-4147-A177-3AD203B41FA5}">
                      <a16:colId xmlns:a16="http://schemas.microsoft.com/office/drawing/2014/main" val="20001"/>
                    </a:ext>
                  </a:extLst>
                </a:gridCol>
                <a:gridCol w="2855149">
                  <a:extLst>
                    <a:ext uri="{9D8B030D-6E8A-4147-A177-3AD203B41FA5}">
                      <a16:colId xmlns:a16="http://schemas.microsoft.com/office/drawing/2014/main" val="20002"/>
                    </a:ext>
                  </a:extLst>
                </a:gridCol>
                <a:gridCol w="2575629">
                  <a:extLst>
                    <a:ext uri="{9D8B030D-6E8A-4147-A177-3AD203B41FA5}">
                      <a16:colId xmlns:a16="http://schemas.microsoft.com/office/drawing/2014/main" val="20003"/>
                    </a:ext>
                  </a:extLst>
                </a:gridCol>
              </a:tblGrid>
              <a:tr h="321727">
                <a:tc>
                  <a:txBody>
                    <a:bodyPr/>
                    <a:lstStyle/>
                    <a:p>
                      <a:pPr marL="0" marR="0">
                        <a:spcBef>
                          <a:spcPts val="0"/>
                        </a:spcBef>
                        <a:spcAft>
                          <a:spcPts val="0"/>
                        </a:spcAft>
                      </a:pPr>
                      <a:r>
                        <a:rPr lang="en-US" sz="700" b="1" dirty="0">
                          <a:solidFill>
                            <a:schemeClr val="bg1"/>
                          </a:solidFill>
                          <a:effectLst/>
                          <a:latin typeface="+mj-lt"/>
                          <a:ea typeface="Calibri" panose="020F0502020204030204" pitchFamily="34" charset="0"/>
                          <a:cs typeface="Segoe UI" panose="020B0502040204020203" pitchFamily="34" charset="0"/>
                        </a:rPr>
                        <a:t>Typical Functional/Business</a:t>
                      </a:r>
                      <a:r>
                        <a:rPr lang="en-US" sz="700" b="1" baseline="0" dirty="0">
                          <a:solidFill>
                            <a:schemeClr val="bg1"/>
                          </a:solidFill>
                          <a:effectLst/>
                          <a:latin typeface="+mj-lt"/>
                          <a:ea typeface="Calibri" panose="020F0502020204030204" pitchFamily="34" charset="0"/>
                          <a:cs typeface="Segoe UI" panose="020B0502040204020203" pitchFamily="34" charset="0"/>
                        </a:rPr>
                        <a:t> Analyst Effort</a:t>
                      </a:r>
                      <a:endParaRPr lang="en-US" sz="700" b="1" dirty="0">
                        <a:solidFill>
                          <a:schemeClr val="bg1"/>
                        </a:solidFill>
                        <a:effectLst/>
                        <a:latin typeface="+mj-lt"/>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bg2">
                        <a:lumMod val="90000"/>
                      </a:schemeClr>
                    </a:solidFill>
                  </a:tcPr>
                </a:tc>
                <a:tc>
                  <a:txBody>
                    <a:bodyPr/>
                    <a:lstStyle/>
                    <a:p>
                      <a:pPr marL="0" marR="0" lvl="0" indent="0" algn="ctr" defTabSz="914400" rtl="0" eaLnBrk="1" fontAlgn="base" latinLnBrk="0" hangingPunct="1">
                        <a:lnSpc>
                          <a:spcPct val="90000"/>
                        </a:lnSpc>
                        <a:spcBef>
                          <a:spcPts val="0"/>
                        </a:spcBef>
                        <a:spcAft>
                          <a:spcPts val="0"/>
                        </a:spcAft>
                        <a:buClrTx/>
                        <a:buSzTx/>
                        <a:buFontTx/>
                        <a:buNone/>
                        <a:tabLst/>
                        <a:defRPr/>
                      </a:pPr>
                      <a:r>
                        <a:rPr lang="en-US" sz="700" kern="1200" noProof="0" dirty="0">
                          <a:solidFill>
                            <a:schemeClr val="tx1"/>
                          </a:solidFill>
                          <a:effectLst/>
                          <a:latin typeface="+mj-lt"/>
                          <a:ea typeface="+mn-ea"/>
                          <a:cs typeface="Segoe UI" panose="020B0502040204020203" pitchFamily="34" charset="0"/>
                        </a:rPr>
                        <a:t>3 Hrs</a:t>
                      </a:r>
                    </a:p>
                  </a:txBody>
                  <a:tcPr marL="0" marR="23089" marT="48966" marB="54000" anchor="ctr" horzOverflow="overflow">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base" latinLnBrk="0" hangingPunct="1">
                        <a:lnSpc>
                          <a:spcPct val="90000"/>
                        </a:lnSpc>
                        <a:spcBef>
                          <a:spcPts val="0"/>
                        </a:spcBef>
                        <a:spcAft>
                          <a:spcPts val="0"/>
                        </a:spcAft>
                        <a:buClrTx/>
                        <a:buSzTx/>
                        <a:buFontTx/>
                        <a:buNone/>
                        <a:tabLst/>
                        <a:defRPr/>
                      </a:pPr>
                      <a:r>
                        <a:rPr lang="en-US" sz="700" kern="1200" noProof="0" dirty="0">
                          <a:solidFill>
                            <a:schemeClr val="tx1"/>
                          </a:solidFill>
                          <a:effectLst/>
                          <a:latin typeface="+mj-lt"/>
                          <a:ea typeface="+mn-ea"/>
                          <a:cs typeface="Segoe UI" panose="020B0502040204020203" pitchFamily="34" charset="0"/>
                        </a:rPr>
                        <a:t>5 Hrs</a:t>
                      </a:r>
                    </a:p>
                  </a:txBody>
                  <a:tcPr marL="0" marR="23089" marT="48966" marB="54000" anchor="ctr" horzOverflow="overflow">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base" latinLnBrk="0" hangingPunct="1">
                        <a:lnSpc>
                          <a:spcPct val="90000"/>
                        </a:lnSpc>
                        <a:spcBef>
                          <a:spcPts val="0"/>
                        </a:spcBef>
                        <a:spcAft>
                          <a:spcPts val="0"/>
                        </a:spcAft>
                        <a:buClrTx/>
                        <a:buSzTx/>
                        <a:buFontTx/>
                        <a:buNone/>
                        <a:tabLst/>
                        <a:defRPr/>
                      </a:pPr>
                      <a:r>
                        <a:rPr lang="en-US" sz="700" kern="1200" noProof="0" dirty="0">
                          <a:solidFill>
                            <a:schemeClr val="tx1"/>
                          </a:solidFill>
                          <a:effectLst/>
                          <a:latin typeface="+mj-lt"/>
                          <a:ea typeface="+mn-ea"/>
                          <a:cs typeface="Segoe UI" panose="020B0502040204020203" pitchFamily="34" charset="0"/>
                        </a:rPr>
                        <a:t>10 Hrs</a:t>
                      </a:r>
                    </a:p>
                  </a:txBody>
                  <a:tcPr marL="0" marR="23089" marT="48966" marB="54000" anchor="ctr" horzOverflow="overflow">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0"/>
                  </a:ext>
                </a:extLst>
              </a:tr>
            </a:tbl>
          </a:graphicData>
        </a:graphic>
      </p:graphicFrame>
      <p:graphicFrame>
        <p:nvGraphicFramePr>
          <p:cNvPr id="14" name="Table 13"/>
          <p:cNvGraphicFramePr>
            <a:graphicFrameLocks noGrp="1"/>
          </p:cNvGraphicFramePr>
          <p:nvPr/>
        </p:nvGraphicFramePr>
        <p:xfrm>
          <a:off x="315197" y="6054700"/>
          <a:ext cx="11032216" cy="348773"/>
        </p:xfrm>
        <a:graphic>
          <a:graphicData uri="http://schemas.openxmlformats.org/drawingml/2006/table">
            <a:tbl>
              <a:tblPr firstRow="1" firstCol="1" bandRow="1">
                <a:tableStyleId>{2D5ABB26-0587-4C30-8999-92F81FD0307C}</a:tableStyleId>
              </a:tblPr>
              <a:tblGrid>
                <a:gridCol w="3111882">
                  <a:extLst>
                    <a:ext uri="{9D8B030D-6E8A-4147-A177-3AD203B41FA5}">
                      <a16:colId xmlns:a16="http://schemas.microsoft.com/office/drawing/2014/main" val="20000"/>
                    </a:ext>
                  </a:extLst>
                </a:gridCol>
                <a:gridCol w="2759295">
                  <a:extLst>
                    <a:ext uri="{9D8B030D-6E8A-4147-A177-3AD203B41FA5}">
                      <a16:colId xmlns:a16="http://schemas.microsoft.com/office/drawing/2014/main" val="20001"/>
                    </a:ext>
                  </a:extLst>
                </a:gridCol>
                <a:gridCol w="2540808">
                  <a:extLst>
                    <a:ext uri="{9D8B030D-6E8A-4147-A177-3AD203B41FA5}">
                      <a16:colId xmlns:a16="http://schemas.microsoft.com/office/drawing/2014/main" val="20002"/>
                    </a:ext>
                  </a:extLst>
                </a:gridCol>
                <a:gridCol w="2620231">
                  <a:extLst>
                    <a:ext uri="{9D8B030D-6E8A-4147-A177-3AD203B41FA5}">
                      <a16:colId xmlns:a16="http://schemas.microsoft.com/office/drawing/2014/main" val="20003"/>
                    </a:ext>
                  </a:extLst>
                </a:gridCol>
              </a:tblGrid>
              <a:tr h="348773">
                <a:tc>
                  <a:txBody>
                    <a:bodyPr/>
                    <a:lstStyle/>
                    <a:p>
                      <a:pPr marL="0" marR="0" algn="l" defTabSz="1219170" rtl="0" eaLnBrk="1" latinLnBrk="0" hangingPunct="1">
                        <a:spcBef>
                          <a:spcPts val="0"/>
                        </a:spcBef>
                        <a:spcAft>
                          <a:spcPts val="0"/>
                        </a:spcAft>
                      </a:pPr>
                      <a:r>
                        <a:rPr lang="en-US" sz="1000" b="1" kern="1200" dirty="0">
                          <a:solidFill>
                            <a:schemeClr val="bg1"/>
                          </a:solidFill>
                          <a:effectLst/>
                          <a:latin typeface="+mj-lt"/>
                          <a:ea typeface="+mn-ea"/>
                          <a:cs typeface="Segoe UI" panose="020B0502040204020203" pitchFamily="34" charset="0"/>
                        </a:rPr>
                        <a:t>Typical Developer Effort (Retrofit)</a:t>
                      </a: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accent1"/>
                    </a:solidFill>
                  </a:tcPr>
                </a:tc>
                <a:tc>
                  <a:txBody>
                    <a:bodyPr/>
                    <a:lstStyle/>
                    <a:p>
                      <a:pPr marL="0" marR="0" lvl="0" indent="0" algn="ctr" defTabSz="1219170" rtl="0" eaLnBrk="1" fontAlgn="base" latinLnBrk="0" hangingPunct="1">
                        <a:lnSpc>
                          <a:spcPct val="90000"/>
                        </a:lnSpc>
                        <a:spcBef>
                          <a:spcPts val="0"/>
                        </a:spcBef>
                        <a:spcAft>
                          <a:spcPts val="0"/>
                        </a:spcAft>
                        <a:buClrTx/>
                        <a:buSzTx/>
                        <a:buFontTx/>
                        <a:buNone/>
                        <a:tabLst/>
                      </a:pPr>
                      <a:r>
                        <a:rPr lang="en-US" sz="900" kern="1200" noProof="0" dirty="0">
                          <a:solidFill>
                            <a:schemeClr val="tx1"/>
                          </a:solidFill>
                          <a:effectLst/>
                          <a:latin typeface="Segoe UI" panose="020B0502040204020203" pitchFamily="34" charset="0"/>
                          <a:ea typeface="+mn-ea"/>
                          <a:cs typeface="Segoe UI" panose="020B0502040204020203" pitchFamily="34" charset="0"/>
                        </a:rPr>
                        <a:t>3 Hrs.</a:t>
                      </a:r>
                    </a:p>
                  </a:txBody>
                  <a:tcPr marL="0" marR="23089" marT="48966" marB="54000" anchor="ctr" horzOverflow="overflow">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1219170" rtl="0" eaLnBrk="1" fontAlgn="base" latinLnBrk="0" hangingPunct="1">
                        <a:lnSpc>
                          <a:spcPct val="90000"/>
                        </a:lnSpc>
                        <a:spcBef>
                          <a:spcPts val="0"/>
                        </a:spcBef>
                        <a:spcAft>
                          <a:spcPts val="0"/>
                        </a:spcAft>
                        <a:buClrTx/>
                        <a:buSzTx/>
                        <a:buFontTx/>
                        <a:buNone/>
                        <a:tabLst/>
                      </a:pPr>
                      <a:r>
                        <a:rPr lang="en-US" sz="900" kern="1200" noProof="0" dirty="0">
                          <a:solidFill>
                            <a:schemeClr val="tx1"/>
                          </a:solidFill>
                          <a:effectLst/>
                          <a:latin typeface="Segoe UI" panose="020B0502040204020203" pitchFamily="34" charset="0"/>
                          <a:ea typeface="+mn-ea"/>
                          <a:cs typeface="Segoe UI" panose="020B0502040204020203" pitchFamily="34" charset="0"/>
                        </a:rPr>
                        <a:t>7 Hrs.</a:t>
                      </a:r>
                    </a:p>
                  </a:txBody>
                  <a:tcPr marL="0" marR="23089" marT="48966" marB="54000" anchor="ctr" horzOverflow="overflow">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1219170" rtl="0" eaLnBrk="1" fontAlgn="base" latinLnBrk="0" hangingPunct="1">
                        <a:lnSpc>
                          <a:spcPct val="90000"/>
                        </a:lnSpc>
                        <a:spcBef>
                          <a:spcPts val="0"/>
                        </a:spcBef>
                        <a:spcAft>
                          <a:spcPts val="0"/>
                        </a:spcAft>
                        <a:buClrTx/>
                        <a:buSzTx/>
                        <a:buFontTx/>
                        <a:buNone/>
                        <a:tabLst/>
                      </a:pPr>
                      <a:r>
                        <a:rPr lang="en-US" sz="900" kern="1200" noProof="0" dirty="0">
                          <a:solidFill>
                            <a:schemeClr val="tx1"/>
                          </a:solidFill>
                          <a:effectLst/>
                          <a:latin typeface="Segoe UI" panose="020B0502040204020203" pitchFamily="34" charset="0"/>
                          <a:ea typeface="+mn-ea"/>
                          <a:cs typeface="Segoe UI" panose="020B0502040204020203" pitchFamily="34" charset="0"/>
                        </a:rPr>
                        <a:t>10 Hrs.</a:t>
                      </a:r>
                    </a:p>
                  </a:txBody>
                  <a:tcPr marL="0" marR="23089" marT="48966" marB="54000" anchor="ctr" horzOverflow="overflow">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1222694426"/>
              </p:ext>
            </p:extLst>
          </p:nvPr>
        </p:nvGraphicFramePr>
        <p:xfrm>
          <a:off x="315197" y="4924942"/>
          <a:ext cx="11067174" cy="766920"/>
        </p:xfrm>
        <a:graphic>
          <a:graphicData uri="http://schemas.openxmlformats.org/drawingml/2006/table">
            <a:tbl>
              <a:tblPr firstRow="1" firstCol="1" bandRow="1">
                <a:tableStyleId>{2D5ABB26-0587-4C30-8999-92F81FD0307C}</a:tableStyleId>
              </a:tblPr>
              <a:tblGrid>
                <a:gridCol w="3120038">
                  <a:extLst>
                    <a:ext uri="{9D8B030D-6E8A-4147-A177-3AD203B41FA5}">
                      <a16:colId xmlns:a16="http://schemas.microsoft.com/office/drawing/2014/main" val="20000"/>
                    </a:ext>
                  </a:extLst>
                </a:gridCol>
                <a:gridCol w="2527230">
                  <a:extLst>
                    <a:ext uri="{9D8B030D-6E8A-4147-A177-3AD203B41FA5}">
                      <a16:colId xmlns:a16="http://schemas.microsoft.com/office/drawing/2014/main" val="20001"/>
                    </a:ext>
                  </a:extLst>
                </a:gridCol>
                <a:gridCol w="2743284">
                  <a:extLst>
                    <a:ext uri="{9D8B030D-6E8A-4147-A177-3AD203B41FA5}">
                      <a16:colId xmlns:a16="http://schemas.microsoft.com/office/drawing/2014/main" val="20002"/>
                    </a:ext>
                  </a:extLst>
                </a:gridCol>
                <a:gridCol w="2676622">
                  <a:extLst>
                    <a:ext uri="{9D8B030D-6E8A-4147-A177-3AD203B41FA5}">
                      <a16:colId xmlns:a16="http://schemas.microsoft.com/office/drawing/2014/main" val="20003"/>
                    </a:ext>
                  </a:extLst>
                </a:gridCol>
              </a:tblGrid>
              <a:tr h="383460">
                <a:tc>
                  <a:txBody>
                    <a:bodyPr/>
                    <a:lstStyle/>
                    <a:p>
                      <a:pPr marL="0" marR="0">
                        <a:spcBef>
                          <a:spcPts val="0"/>
                        </a:spcBef>
                        <a:spcAft>
                          <a:spcPts val="0"/>
                        </a:spcAft>
                      </a:pPr>
                      <a:r>
                        <a:rPr lang="en-US" sz="900" b="1" dirty="0">
                          <a:solidFill>
                            <a:schemeClr val="bg1"/>
                          </a:solidFill>
                          <a:effectLst/>
                          <a:latin typeface="+mj-lt"/>
                          <a:cs typeface="Segoe UI" panose="020B0502040204020203" pitchFamily="34" charset="0"/>
                        </a:rPr>
                        <a:t> </a:t>
                      </a:r>
                      <a:r>
                        <a:rPr lang="en-US" sz="1000" b="1" dirty="0">
                          <a:solidFill>
                            <a:schemeClr val="bg1"/>
                          </a:solidFill>
                          <a:effectLst/>
                          <a:latin typeface="+mj-lt"/>
                          <a:cs typeface="Segoe UI" panose="020B0502040204020203" pitchFamily="34" charset="0"/>
                        </a:rPr>
                        <a:t>Typical Build Duration (New) – Selenium</a:t>
                      </a:r>
                      <a:endParaRPr lang="en-US" sz="900" b="1" dirty="0">
                        <a:solidFill>
                          <a:schemeClr val="bg1"/>
                        </a:solidFill>
                        <a:effectLst/>
                        <a:latin typeface="+mj-lt"/>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accent1"/>
                    </a:solidFill>
                  </a:tcPr>
                </a:tc>
                <a:tc>
                  <a:txBody>
                    <a:bodyPr/>
                    <a:lstStyle/>
                    <a:p>
                      <a:pPr marL="0" marR="0" algn="ctr">
                        <a:spcBef>
                          <a:spcPts val="0"/>
                        </a:spcBef>
                        <a:spcAft>
                          <a:spcPts val="0"/>
                        </a:spcAft>
                      </a:pPr>
                      <a:r>
                        <a:rPr lang="en-US" sz="900" dirty="0">
                          <a:effectLst/>
                          <a:latin typeface="Segoe UI" panose="020B0502040204020203" pitchFamily="34" charset="0"/>
                          <a:cs typeface="Segoe UI" panose="020B0502040204020203" pitchFamily="34" charset="0"/>
                        </a:rPr>
                        <a:t>30 Hrs</a:t>
                      </a:r>
                      <a:endParaRPr lang="en-US" sz="900" dirty="0">
                        <a:effectLst/>
                        <a:latin typeface="Segoe UI" panose="020B0502040204020203" pitchFamily="34" charset="0"/>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accent1">
                        <a:lumMod val="20000"/>
                        <a:lumOff val="80000"/>
                      </a:schemeClr>
                    </a:solidFill>
                  </a:tcPr>
                </a:tc>
                <a:tc>
                  <a:txBody>
                    <a:bodyPr/>
                    <a:lstStyle/>
                    <a:p>
                      <a:pPr marL="0" marR="0" algn="ctr">
                        <a:spcBef>
                          <a:spcPts val="0"/>
                        </a:spcBef>
                        <a:spcAft>
                          <a:spcPts val="0"/>
                        </a:spcAft>
                      </a:pPr>
                      <a:r>
                        <a:rPr lang="en-US" sz="900" dirty="0">
                          <a:effectLst/>
                          <a:latin typeface="Segoe UI" panose="020B0502040204020203" pitchFamily="34" charset="0"/>
                          <a:ea typeface="Calibri" panose="020F0502020204030204" pitchFamily="34" charset="0"/>
                          <a:cs typeface="Segoe UI" panose="020B0502040204020203" pitchFamily="34" charset="0"/>
                        </a:rPr>
                        <a:t>41 Hrs</a:t>
                      </a: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accent1">
                        <a:lumMod val="20000"/>
                        <a:lumOff val="80000"/>
                      </a:schemeClr>
                    </a:solidFill>
                  </a:tcPr>
                </a:tc>
                <a:tc>
                  <a:txBody>
                    <a:bodyPr/>
                    <a:lstStyle/>
                    <a:p>
                      <a:pPr marL="0" marR="0" algn="ctr">
                        <a:spcBef>
                          <a:spcPts val="0"/>
                        </a:spcBef>
                        <a:spcAft>
                          <a:spcPts val="0"/>
                        </a:spcAft>
                      </a:pPr>
                      <a:r>
                        <a:rPr lang="en-US" sz="900" dirty="0">
                          <a:effectLst/>
                          <a:latin typeface="Segoe UI" panose="020B0502040204020203" pitchFamily="34" charset="0"/>
                          <a:cs typeface="Segoe UI" panose="020B0502040204020203" pitchFamily="34" charset="0"/>
                        </a:rPr>
                        <a:t>55 Hrs</a:t>
                      </a:r>
                      <a:endParaRPr lang="en-US" sz="900" dirty="0">
                        <a:effectLst/>
                        <a:latin typeface="Segoe UI" panose="020B0502040204020203" pitchFamily="34" charset="0"/>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r h="383460">
                <a:tc>
                  <a:txBody>
                    <a:bodyPr/>
                    <a:lstStyle/>
                    <a:p>
                      <a:pPr marL="0" marR="0">
                        <a:spcBef>
                          <a:spcPts val="0"/>
                        </a:spcBef>
                        <a:spcAft>
                          <a:spcPts val="0"/>
                        </a:spcAft>
                      </a:pPr>
                      <a:endParaRPr lang="en-US" sz="900" b="1" dirty="0">
                        <a:solidFill>
                          <a:schemeClr val="bg1"/>
                        </a:solidFill>
                        <a:effectLst/>
                        <a:latin typeface="+mj-lt"/>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accent1"/>
                    </a:solidFill>
                  </a:tcPr>
                </a:tc>
                <a:tc>
                  <a:txBody>
                    <a:bodyPr/>
                    <a:lstStyle/>
                    <a:p>
                      <a:pPr marL="0" marR="0" algn="ctr">
                        <a:spcBef>
                          <a:spcPts val="0"/>
                        </a:spcBef>
                        <a:spcAft>
                          <a:spcPts val="0"/>
                        </a:spcAft>
                      </a:pPr>
                      <a:endParaRPr lang="en-US" sz="900" dirty="0">
                        <a:effectLst/>
                        <a:latin typeface="Segoe UI" panose="020B0502040204020203" pitchFamily="34" charset="0"/>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accent1">
                        <a:lumMod val="20000"/>
                        <a:lumOff val="80000"/>
                      </a:schemeClr>
                    </a:solidFill>
                  </a:tcPr>
                </a:tc>
                <a:tc>
                  <a:txBody>
                    <a:bodyPr/>
                    <a:lstStyle/>
                    <a:p>
                      <a:pPr marL="0" marR="0" algn="ctr">
                        <a:spcBef>
                          <a:spcPts val="0"/>
                        </a:spcBef>
                        <a:spcAft>
                          <a:spcPts val="0"/>
                        </a:spcAft>
                      </a:pPr>
                      <a:endParaRPr lang="en-US" sz="900" dirty="0">
                        <a:effectLst/>
                        <a:latin typeface="Segoe UI" panose="020B0502040204020203" pitchFamily="34" charset="0"/>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accent1">
                        <a:lumMod val="20000"/>
                        <a:lumOff val="80000"/>
                      </a:schemeClr>
                    </a:solidFill>
                  </a:tcPr>
                </a:tc>
                <a:tc>
                  <a:txBody>
                    <a:bodyPr/>
                    <a:lstStyle/>
                    <a:p>
                      <a:pPr marL="0" marR="0" algn="ctr">
                        <a:spcBef>
                          <a:spcPts val="0"/>
                        </a:spcBef>
                        <a:spcAft>
                          <a:spcPts val="0"/>
                        </a:spcAft>
                      </a:pPr>
                      <a:endParaRPr lang="en-US" sz="900" dirty="0">
                        <a:effectLst/>
                        <a:latin typeface="Segoe UI" panose="020B0502040204020203" pitchFamily="34" charset="0"/>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2"/>
                  </a:ext>
                </a:extLst>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1578316397"/>
              </p:ext>
            </p:extLst>
          </p:nvPr>
        </p:nvGraphicFramePr>
        <p:xfrm>
          <a:off x="350155" y="4288919"/>
          <a:ext cx="11032217" cy="487020"/>
        </p:xfrm>
        <a:graphic>
          <a:graphicData uri="http://schemas.openxmlformats.org/drawingml/2006/table">
            <a:tbl>
              <a:tblPr firstRow="1" firstCol="1" bandRow="1">
                <a:tableStyleId>{2D5ABB26-0587-4C30-8999-92F81FD0307C}</a:tableStyleId>
              </a:tblPr>
              <a:tblGrid>
                <a:gridCol w="3103611">
                  <a:extLst>
                    <a:ext uri="{9D8B030D-6E8A-4147-A177-3AD203B41FA5}">
                      <a16:colId xmlns:a16="http://schemas.microsoft.com/office/drawing/2014/main" val="20000"/>
                    </a:ext>
                  </a:extLst>
                </a:gridCol>
                <a:gridCol w="2365191">
                  <a:extLst>
                    <a:ext uri="{9D8B030D-6E8A-4147-A177-3AD203B41FA5}">
                      <a16:colId xmlns:a16="http://schemas.microsoft.com/office/drawing/2014/main" val="20001"/>
                    </a:ext>
                  </a:extLst>
                </a:gridCol>
                <a:gridCol w="2895247">
                  <a:extLst>
                    <a:ext uri="{9D8B030D-6E8A-4147-A177-3AD203B41FA5}">
                      <a16:colId xmlns:a16="http://schemas.microsoft.com/office/drawing/2014/main" val="20002"/>
                    </a:ext>
                  </a:extLst>
                </a:gridCol>
                <a:gridCol w="2668168">
                  <a:extLst>
                    <a:ext uri="{9D8B030D-6E8A-4147-A177-3AD203B41FA5}">
                      <a16:colId xmlns:a16="http://schemas.microsoft.com/office/drawing/2014/main" val="20003"/>
                    </a:ext>
                  </a:extLst>
                </a:gridCol>
              </a:tblGrid>
              <a:tr h="243510">
                <a:tc>
                  <a:txBody>
                    <a:bodyPr/>
                    <a:lstStyle/>
                    <a:p>
                      <a:pPr marL="0" marR="0">
                        <a:spcBef>
                          <a:spcPts val="0"/>
                        </a:spcBef>
                        <a:spcAft>
                          <a:spcPts val="0"/>
                        </a:spcAft>
                      </a:pPr>
                      <a:r>
                        <a:rPr lang="en-US" sz="700" b="1" dirty="0">
                          <a:solidFill>
                            <a:schemeClr val="bg1"/>
                          </a:solidFill>
                          <a:effectLst/>
                          <a:latin typeface="+mj-lt"/>
                          <a:ea typeface="Calibri" panose="020F0502020204030204" pitchFamily="34" charset="0"/>
                          <a:cs typeface="Segoe UI" panose="020B0502040204020203" pitchFamily="34" charset="0"/>
                        </a:rPr>
                        <a:t>Typical Developer</a:t>
                      </a:r>
                      <a:r>
                        <a:rPr lang="en-US" sz="700" b="1" baseline="0" dirty="0">
                          <a:solidFill>
                            <a:schemeClr val="bg1"/>
                          </a:solidFill>
                          <a:effectLst/>
                          <a:latin typeface="+mj-lt"/>
                          <a:ea typeface="Calibri" panose="020F0502020204030204" pitchFamily="34" charset="0"/>
                          <a:cs typeface="Segoe UI" panose="020B0502040204020203" pitchFamily="34" charset="0"/>
                        </a:rPr>
                        <a:t> Effort (New) – Selenium</a:t>
                      </a:r>
                      <a:endParaRPr lang="en-US" sz="700" b="1" dirty="0">
                        <a:solidFill>
                          <a:schemeClr val="bg1"/>
                        </a:solidFill>
                        <a:effectLst/>
                        <a:latin typeface="+mj-lt"/>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bg2">
                        <a:lumMod val="90000"/>
                      </a:schemeClr>
                    </a:solidFill>
                  </a:tcPr>
                </a:tc>
                <a:tc>
                  <a:txBody>
                    <a:bodyPr/>
                    <a:lstStyle/>
                    <a:p>
                      <a:pPr marL="0" marR="0" lvl="0" indent="0" algn="ctr" defTabSz="914400" rtl="0" eaLnBrk="1" fontAlgn="base" latinLnBrk="0" hangingPunct="1">
                        <a:lnSpc>
                          <a:spcPct val="90000"/>
                        </a:lnSpc>
                        <a:spcBef>
                          <a:spcPts val="0"/>
                        </a:spcBef>
                        <a:spcAft>
                          <a:spcPts val="0"/>
                        </a:spcAft>
                        <a:buClrTx/>
                        <a:buSzTx/>
                        <a:buFontTx/>
                        <a:buNone/>
                        <a:tabLst/>
                      </a:pPr>
                      <a:r>
                        <a:rPr lang="en-US" sz="700" kern="1200" noProof="0" dirty="0">
                          <a:solidFill>
                            <a:schemeClr val="tx1"/>
                          </a:solidFill>
                          <a:effectLst/>
                          <a:latin typeface="+mj-lt"/>
                          <a:ea typeface="+mn-ea"/>
                          <a:cs typeface="Segoe UI" panose="020B0502040204020203" pitchFamily="34" charset="0"/>
                        </a:rPr>
                        <a:t> 27 Hrs.</a:t>
                      </a:r>
                    </a:p>
                  </a:txBody>
                  <a:tcPr marL="0" marR="23089" marT="48966" marB="54000" anchor="ctr" horzOverflow="overflow">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base" latinLnBrk="0" hangingPunct="1">
                        <a:lnSpc>
                          <a:spcPct val="90000"/>
                        </a:lnSpc>
                        <a:spcBef>
                          <a:spcPts val="0"/>
                        </a:spcBef>
                        <a:spcAft>
                          <a:spcPts val="0"/>
                        </a:spcAft>
                        <a:buClrTx/>
                        <a:buSzTx/>
                        <a:buFontTx/>
                        <a:buNone/>
                        <a:tabLst/>
                      </a:pPr>
                      <a:r>
                        <a:rPr lang="en-US" sz="700" kern="1200" noProof="0" dirty="0">
                          <a:solidFill>
                            <a:schemeClr val="tx1"/>
                          </a:solidFill>
                          <a:effectLst/>
                          <a:latin typeface="+mj-lt"/>
                          <a:ea typeface="+mn-ea"/>
                          <a:cs typeface="Segoe UI" panose="020B0502040204020203" pitchFamily="34" charset="0"/>
                        </a:rPr>
                        <a:t>36 Hrs.</a:t>
                      </a:r>
                    </a:p>
                  </a:txBody>
                  <a:tcPr marL="0" marR="23089" marT="48966" marB="54000" anchor="ctr" horzOverflow="overflow">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base" latinLnBrk="0" hangingPunct="1">
                        <a:lnSpc>
                          <a:spcPct val="90000"/>
                        </a:lnSpc>
                        <a:spcBef>
                          <a:spcPts val="0"/>
                        </a:spcBef>
                        <a:spcAft>
                          <a:spcPts val="0"/>
                        </a:spcAft>
                        <a:buClrTx/>
                        <a:buSzTx/>
                        <a:buFontTx/>
                        <a:buNone/>
                        <a:tabLst/>
                      </a:pPr>
                      <a:r>
                        <a:rPr lang="en-US" sz="700" kern="1200" noProof="0" dirty="0">
                          <a:solidFill>
                            <a:schemeClr val="tx1"/>
                          </a:solidFill>
                          <a:effectLst/>
                          <a:latin typeface="+mj-lt"/>
                          <a:ea typeface="+mn-ea"/>
                          <a:cs typeface="Segoe UI" panose="020B0502040204020203" pitchFamily="34" charset="0"/>
                        </a:rPr>
                        <a:t>45 Hrs.</a:t>
                      </a:r>
                    </a:p>
                  </a:txBody>
                  <a:tcPr marL="0" marR="23089" marT="48966" marB="54000" anchor="ctr" horzOverflow="overflow">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0"/>
                  </a:ext>
                </a:extLst>
              </a:tr>
              <a:tr h="243510">
                <a:tc>
                  <a:txBody>
                    <a:bodyPr/>
                    <a:lstStyle/>
                    <a:p>
                      <a:pPr marL="0" marR="0">
                        <a:spcBef>
                          <a:spcPts val="0"/>
                        </a:spcBef>
                        <a:spcAft>
                          <a:spcPts val="0"/>
                        </a:spcAft>
                      </a:pPr>
                      <a:r>
                        <a:rPr lang="en-US" sz="700" b="1" dirty="0">
                          <a:solidFill>
                            <a:schemeClr val="bg1"/>
                          </a:solidFill>
                          <a:effectLst/>
                          <a:latin typeface="+mj-lt"/>
                          <a:ea typeface="Calibri" panose="020F0502020204030204" pitchFamily="34" charset="0"/>
                          <a:cs typeface="Segoe UI" panose="020B0502040204020203" pitchFamily="34" charset="0"/>
                        </a:rPr>
                        <a:t>Typical Developer</a:t>
                      </a:r>
                      <a:r>
                        <a:rPr lang="en-US" sz="700" b="1" baseline="0" dirty="0">
                          <a:solidFill>
                            <a:schemeClr val="bg1"/>
                          </a:solidFill>
                          <a:effectLst/>
                          <a:latin typeface="+mj-lt"/>
                          <a:ea typeface="Calibri" panose="020F0502020204030204" pitchFamily="34" charset="0"/>
                          <a:cs typeface="Segoe UI" panose="020B0502040204020203" pitchFamily="34" charset="0"/>
                        </a:rPr>
                        <a:t> Effort (New) – UIPath</a:t>
                      </a:r>
                      <a:endParaRPr lang="en-US" sz="700" b="1" dirty="0">
                        <a:solidFill>
                          <a:schemeClr val="bg1"/>
                        </a:solidFill>
                        <a:effectLst/>
                        <a:latin typeface="+mj-lt"/>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bg2">
                        <a:lumMod val="90000"/>
                      </a:schemeClr>
                    </a:solidFill>
                  </a:tcPr>
                </a:tc>
                <a:tc>
                  <a:txBody>
                    <a:bodyPr/>
                    <a:lstStyle/>
                    <a:p>
                      <a:pPr marL="0" marR="0" lvl="0" indent="0" algn="ctr" defTabSz="914400" rtl="0" eaLnBrk="1" fontAlgn="base" latinLnBrk="0" hangingPunct="1">
                        <a:lnSpc>
                          <a:spcPct val="90000"/>
                        </a:lnSpc>
                        <a:spcBef>
                          <a:spcPts val="0"/>
                        </a:spcBef>
                        <a:spcAft>
                          <a:spcPts val="0"/>
                        </a:spcAft>
                        <a:buClrTx/>
                        <a:buSzTx/>
                        <a:buFontTx/>
                        <a:buNone/>
                        <a:tabLst/>
                      </a:pPr>
                      <a:r>
                        <a:rPr lang="en-US" sz="700" kern="1200" noProof="0" dirty="0">
                          <a:solidFill>
                            <a:schemeClr val="tx1"/>
                          </a:solidFill>
                          <a:effectLst/>
                          <a:latin typeface="+mj-lt"/>
                          <a:ea typeface="+mn-ea"/>
                          <a:cs typeface="Segoe UI" panose="020B0502040204020203" pitchFamily="34" charset="0"/>
                        </a:rPr>
                        <a:t>9 </a:t>
                      </a:r>
                      <a:r>
                        <a:rPr lang="en-US" sz="700" kern="1200" noProof="0" dirty="0" err="1">
                          <a:solidFill>
                            <a:schemeClr val="tx1"/>
                          </a:solidFill>
                          <a:effectLst/>
                          <a:latin typeface="+mj-lt"/>
                          <a:ea typeface="+mn-ea"/>
                          <a:cs typeface="Segoe UI" panose="020B0502040204020203" pitchFamily="34" charset="0"/>
                        </a:rPr>
                        <a:t>Hrs</a:t>
                      </a:r>
                      <a:endParaRPr lang="en-US" sz="700" kern="1200" noProof="0" dirty="0">
                        <a:solidFill>
                          <a:schemeClr val="tx1"/>
                        </a:solidFill>
                        <a:effectLst/>
                        <a:latin typeface="+mj-lt"/>
                        <a:ea typeface="+mn-ea"/>
                        <a:cs typeface="Segoe UI" panose="020B0502040204020203" pitchFamily="34" charset="0"/>
                      </a:endParaRPr>
                    </a:p>
                  </a:txBody>
                  <a:tcPr marL="0" marR="23089" marT="48966" marB="54000" anchor="ctr" horzOverflow="overflow">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base" latinLnBrk="0" hangingPunct="1">
                        <a:lnSpc>
                          <a:spcPct val="90000"/>
                        </a:lnSpc>
                        <a:spcBef>
                          <a:spcPts val="0"/>
                        </a:spcBef>
                        <a:spcAft>
                          <a:spcPts val="0"/>
                        </a:spcAft>
                        <a:buClrTx/>
                        <a:buSzTx/>
                        <a:buFontTx/>
                        <a:buNone/>
                        <a:tabLst/>
                      </a:pPr>
                      <a:r>
                        <a:rPr lang="en-US" sz="700" kern="1200" noProof="0" dirty="0">
                          <a:solidFill>
                            <a:schemeClr val="tx1"/>
                          </a:solidFill>
                          <a:effectLst/>
                          <a:latin typeface="+mj-lt"/>
                          <a:ea typeface="+mn-ea"/>
                          <a:cs typeface="Segoe UI" panose="020B0502040204020203" pitchFamily="34" charset="0"/>
                        </a:rPr>
                        <a:t>18 Hrs</a:t>
                      </a:r>
                    </a:p>
                  </a:txBody>
                  <a:tcPr marL="0" marR="23089" marT="48966" marB="54000" anchor="ctr" horzOverflow="overflow">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base" latinLnBrk="0" hangingPunct="1">
                        <a:lnSpc>
                          <a:spcPct val="90000"/>
                        </a:lnSpc>
                        <a:spcBef>
                          <a:spcPts val="0"/>
                        </a:spcBef>
                        <a:spcAft>
                          <a:spcPts val="0"/>
                        </a:spcAft>
                        <a:buClrTx/>
                        <a:buSzTx/>
                        <a:buFontTx/>
                        <a:buNone/>
                        <a:tabLst/>
                      </a:pPr>
                      <a:r>
                        <a:rPr lang="en-US" sz="700" kern="1200" noProof="0" dirty="0">
                          <a:solidFill>
                            <a:schemeClr val="tx1"/>
                          </a:solidFill>
                          <a:effectLst/>
                          <a:latin typeface="+mj-lt"/>
                          <a:ea typeface="+mn-ea"/>
                          <a:cs typeface="Segoe UI" panose="020B0502040204020203" pitchFamily="34" charset="0"/>
                        </a:rPr>
                        <a:t>36 Hrs.</a:t>
                      </a:r>
                    </a:p>
                  </a:txBody>
                  <a:tcPr marL="0" marR="23089" marT="48966" marB="54000" anchor="ctr" horzOverflow="overflow">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19" name="Table 18"/>
          <p:cNvGraphicFramePr>
            <a:graphicFrameLocks noGrp="1"/>
          </p:cNvGraphicFramePr>
          <p:nvPr/>
        </p:nvGraphicFramePr>
        <p:xfrm>
          <a:off x="315198" y="5397976"/>
          <a:ext cx="11067174" cy="383460"/>
        </p:xfrm>
        <a:graphic>
          <a:graphicData uri="http://schemas.openxmlformats.org/drawingml/2006/table">
            <a:tbl>
              <a:tblPr firstRow="1" firstCol="1" bandRow="1">
                <a:tableStyleId>{2D5ABB26-0587-4C30-8999-92F81FD0307C}</a:tableStyleId>
              </a:tblPr>
              <a:tblGrid>
                <a:gridCol w="3130371">
                  <a:extLst>
                    <a:ext uri="{9D8B030D-6E8A-4147-A177-3AD203B41FA5}">
                      <a16:colId xmlns:a16="http://schemas.microsoft.com/office/drawing/2014/main" val="20000"/>
                    </a:ext>
                  </a:extLst>
                </a:gridCol>
                <a:gridCol w="2516898">
                  <a:extLst>
                    <a:ext uri="{9D8B030D-6E8A-4147-A177-3AD203B41FA5}">
                      <a16:colId xmlns:a16="http://schemas.microsoft.com/office/drawing/2014/main" val="20001"/>
                    </a:ext>
                  </a:extLst>
                </a:gridCol>
                <a:gridCol w="2743283">
                  <a:extLst>
                    <a:ext uri="{9D8B030D-6E8A-4147-A177-3AD203B41FA5}">
                      <a16:colId xmlns:a16="http://schemas.microsoft.com/office/drawing/2014/main" val="20002"/>
                    </a:ext>
                  </a:extLst>
                </a:gridCol>
                <a:gridCol w="2676622">
                  <a:extLst>
                    <a:ext uri="{9D8B030D-6E8A-4147-A177-3AD203B41FA5}">
                      <a16:colId xmlns:a16="http://schemas.microsoft.com/office/drawing/2014/main" val="20003"/>
                    </a:ext>
                  </a:extLst>
                </a:gridCol>
              </a:tblGrid>
              <a:tr h="383460">
                <a:tc>
                  <a:txBody>
                    <a:bodyPr/>
                    <a:lstStyle/>
                    <a:p>
                      <a:pPr marL="0" marR="0">
                        <a:spcBef>
                          <a:spcPts val="0"/>
                        </a:spcBef>
                        <a:spcAft>
                          <a:spcPts val="0"/>
                        </a:spcAft>
                      </a:pPr>
                      <a:r>
                        <a:rPr lang="en-US" sz="900" b="1" dirty="0">
                          <a:solidFill>
                            <a:schemeClr val="bg1"/>
                          </a:solidFill>
                          <a:effectLst/>
                          <a:latin typeface="+mj-lt"/>
                          <a:cs typeface="Segoe UI" panose="020B0502040204020203" pitchFamily="34" charset="0"/>
                        </a:rPr>
                        <a:t> </a:t>
                      </a:r>
                      <a:r>
                        <a:rPr lang="en-US" sz="1000" b="1" dirty="0">
                          <a:solidFill>
                            <a:schemeClr val="bg1"/>
                          </a:solidFill>
                          <a:effectLst/>
                          <a:latin typeface="+mj-lt"/>
                          <a:cs typeface="Segoe UI" panose="020B0502040204020203" pitchFamily="34" charset="0"/>
                        </a:rPr>
                        <a:t>Typical Build Duration (New) </a:t>
                      </a:r>
                      <a:r>
                        <a:rPr lang="en-US" sz="1000" b="1" baseline="0" dirty="0">
                          <a:solidFill>
                            <a:schemeClr val="bg1"/>
                          </a:solidFill>
                          <a:effectLst/>
                          <a:latin typeface="+mj-lt"/>
                          <a:cs typeface="Segoe UI" panose="020B0502040204020203" pitchFamily="34" charset="0"/>
                        </a:rPr>
                        <a:t> - UIPath</a:t>
                      </a:r>
                      <a:endParaRPr lang="en-US" sz="900" b="1" dirty="0">
                        <a:solidFill>
                          <a:schemeClr val="bg1"/>
                        </a:solidFill>
                        <a:effectLst/>
                        <a:latin typeface="+mj-lt"/>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accent1"/>
                    </a:solidFill>
                  </a:tcPr>
                </a:tc>
                <a:tc>
                  <a:txBody>
                    <a:bodyPr/>
                    <a:lstStyle/>
                    <a:p>
                      <a:pPr marL="0" marR="0" algn="ctr">
                        <a:spcBef>
                          <a:spcPts val="0"/>
                        </a:spcBef>
                        <a:spcAft>
                          <a:spcPts val="0"/>
                        </a:spcAft>
                      </a:pPr>
                      <a:r>
                        <a:rPr lang="en-US" sz="900" dirty="0">
                          <a:effectLst/>
                          <a:latin typeface="Segoe UI" panose="020B0502040204020203" pitchFamily="34" charset="0"/>
                          <a:cs typeface="Segoe UI" panose="020B0502040204020203" pitchFamily="34" charset="0"/>
                        </a:rPr>
                        <a:t>12 Hrs</a:t>
                      </a:r>
                      <a:endParaRPr lang="en-US" sz="900" dirty="0">
                        <a:effectLst/>
                        <a:latin typeface="Segoe UI" panose="020B0502040204020203" pitchFamily="34" charset="0"/>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accent1">
                        <a:lumMod val="20000"/>
                        <a:lumOff val="80000"/>
                      </a:schemeClr>
                    </a:solidFill>
                  </a:tcPr>
                </a:tc>
                <a:tc>
                  <a:txBody>
                    <a:bodyPr/>
                    <a:lstStyle/>
                    <a:p>
                      <a:pPr marL="0" marR="0" algn="ctr">
                        <a:spcBef>
                          <a:spcPts val="0"/>
                        </a:spcBef>
                        <a:spcAft>
                          <a:spcPts val="0"/>
                        </a:spcAft>
                      </a:pPr>
                      <a:r>
                        <a:rPr lang="en-US" sz="900" dirty="0">
                          <a:effectLst/>
                          <a:latin typeface="Segoe UI" panose="020B0502040204020203" pitchFamily="34" charset="0"/>
                          <a:ea typeface="Calibri" panose="020F0502020204030204" pitchFamily="34" charset="0"/>
                          <a:cs typeface="Segoe UI" panose="020B0502040204020203" pitchFamily="34" charset="0"/>
                        </a:rPr>
                        <a:t>23 Hrs</a:t>
                      </a: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accent1">
                        <a:lumMod val="20000"/>
                        <a:lumOff val="80000"/>
                      </a:schemeClr>
                    </a:solidFill>
                  </a:tcPr>
                </a:tc>
                <a:tc>
                  <a:txBody>
                    <a:bodyPr/>
                    <a:lstStyle/>
                    <a:p>
                      <a:pPr marL="0" marR="0" algn="ctr">
                        <a:spcBef>
                          <a:spcPts val="0"/>
                        </a:spcBef>
                        <a:spcAft>
                          <a:spcPts val="0"/>
                        </a:spcAft>
                      </a:pPr>
                      <a:r>
                        <a:rPr lang="en-US" sz="900" dirty="0">
                          <a:effectLst/>
                          <a:latin typeface="Segoe UI" panose="020B0502040204020203" pitchFamily="34" charset="0"/>
                          <a:cs typeface="Segoe UI" panose="020B0502040204020203" pitchFamily="34" charset="0"/>
                        </a:rPr>
                        <a:t>46 Hrs</a:t>
                      </a:r>
                      <a:endParaRPr lang="en-US" sz="900" dirty="0">
                        <a:effectLst/>
                        <a:latin typeface="Segoe UI" panose="020B0502040204020203" pitchFamily="34" charset="0"/>
                        <a:ea typeface="Calibri" panose="020F0502020204030204" pitchFamily="34" charset="0"/>
                        <a:cs typeface="Segoe UI" panose="020B0502040204020203" pitchFamily="34" charset="0"/>
                      </a:endParaRPr>
                    </a:p>
                  </a:txBody>
                  <a:tcPr marL="45720" marR="45720" anchor="ctr">
                    <a:lnT w="9525" cap="flat" cmpd="sng" algn="ctr">
                      <a:solidFill>
                        <a:srgbClr val="92D050"/>
                      </a:solidFill>
                      <a:prstDash val="solid"/>
                      <a:round/>
                      <a:headEnd type="none" w="med" len="med"/>
                      <a:tailEnd type="none" w="med" len="med"/>
                    </a:lnT>
                    <a:lnB w="9525" cap="flat" cmpd="sng" algn="ctr">
                      <a:solidFill>
                        <a:srgbClr val="92D05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614894848"/>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5">
            <a:extLst>
              <a:ext uri="{FF2B5EF4-FFF2-40B4-BE49-F238E27FC236}">
                <a16:creationId xmlns:a16="http://schemas.microsoft.com/office/drawing/2014/main" id="{47FA315D-842A-4141-B447-6B599A06478E}"/>
              </a:ext>
            </a:extLst>
          </p:cNvPr>
          <p:cNvSpPr txBox="1">
            <a:spLocks/>
          </p:cNvSpPr>
          <p:nvPr/>
        </p:nvSpPr>
        <p:spPr>
          <a:xfrm>
            <a:off x="469900" y="1132978"/>
            <a:ext cx="11252200" cy="757255"/>
          </a:xfrm>
          <a:prstGeom prst="rect">
            <a:avLst/>
          </a:prstGeom>
        </p:spPr>
        <p:txBody>
          <a:bodyPr vert="horz" lIns="0" tIns="0" rIns="0" bIns="0" rtlCol="0">
            <a:noAutofit/>
          </a:bodyPr>
          <a:lstStyle>
            <a:lvl1pPr marL="0" indent="0" algn="l" defTabSz="1219170" rtl="0" eaLnBrk="1" latinLnBrk="0" hangingPunct="1">
              <a:spcBef>
                <a:spcPts val="0"/>
              </a:spcBef>
              <a:spcAft>
                <a:spcPts val="1000"/>
              </a:spcAft>
              <a:buSzPct val="100000"/>
              <a:buFontTx/>
              <a:buNone/>
              <a:defRPr sz="1600" b="0" kern="1200">
                <a:solidFill>
                  <a:srgbClr val="575757"/>
                </a:solidFill>
                <a:latin typeface="+mn-lt"/>
                <a:ea typeface="+mn-ea"/>
                <a:cs typeface="+mn-cs"/>
              </a:defRPr>
            </a:lvl1pPr>
            <a:lvl2pPr marL="127000" indent="-127000" algn="l" defTabSz="1219170" rtl="0" eaLnBrk="1" latinLnBrk="0" hangingPunct="1">
              <a:spcBef>
                <a:spcPts val="0"/>
              </a:spcBef>
              <a:spcAft>
                <a:spcPts val="1000"/>
              </a:spcAft>
              <a:buClrTx/>
              <a:buSzPct val="100000"/>
              <a:buFont typeface="Arial" panose="020B0604020202020204" pitchFamily="34" charset="0"/>
              <a:buChar char="•"/>
              <a:defRPr lang="en-US" sz="1600" b="0" kern="1200" dirty="0" smtClean="0">
                <a:solidFill>
                  <a:srgbClr val="53565A"/>
                </a:solidFill>
                <a:latin typeface="+mn-lt"/>
                <a:ea typeface="+mn-ea"/>
                <a:cs typeface="+mn-cs"/>
              </a:defRPr>
            </a:lvl2pPr>
            <a:lvl3pPr marL="2794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dirty="0" smtClean="0">
                <a:solidFill>
                  <a:srgbClr val="53565A"/>
                </a:solidFill>
                <a:latin typeface="+mn-lt"/>
                <a:ea typeface="+mn-ea"/>
                <a:cs typeface="+mn-cs"/>
              </a:defRPr>
            </a:lvl3pPr>
            <a:lvl4pPr marL="431800" indent="-127000" algn="l" defTabSz="1219170" rtl="0" eaLnBrk="1" latinLnBrk="0" hangingPunct="1">
              <a:spcBef>
                <a:spcPts val="0"/>
              </a:spcBef>
              <a:spcAft>
                <a:spcPts val="1000"/>
              </a:spcAft>
              <a:buClrTx/>
              <a:buSzPct val="100000"/>
              <a:buFont typeface="Arial" panose="020B0604020202020204" pitchFamily="34" charset="0"/>
              <a:buChar char="◦"/>
              <a:defRPr lang="en-US" sz="1600" kern="1200" baseline="0" dirty="0" smtClean="0">
                <a:solidFill>
                  <a:srgbClr val="53565A"/>
                </a:solidFill>
                <a:latin typeface="+mn-lt"/>
                <a:ea typeface="+mn-ea"/>
                <a:cs typeface="+mn-cs"/>
              </a:defRPr>
            </a:lvl4pPr>
            <a:lvl5pPr marL="584200" indent="-127000" algn="l" defTabSz="1064657" rtl="0" eaLnBrk="1" latinLnBrk="0" hangingPunct="1">
              <a:spcBef>
                <a:spcPts val="0"/>
              </a:spcBef>
              <a:spcAft>
                <a:spcPts val="1000"/>
              </a:spcAft>
              <a:buClrTx/>
              <a:buSzPct val="100000"/>
              <a:buFont typeface="Arial" panose="020B0604020202020204" pitchFamily="34" charset="0"/>
              <a:buChar char="−"/>
              <a:tabLst/>
              <a:defRPr lang="en-US" sz="1600" kern="1200" baseline="0" dirty="0" smtClean="0">
                <a:solidFill>
                  <a:srgbClr val="53565A"/>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000"/>
              </a:spcAft>
              <a:buClrTx/>
              <a:buSzPct val="100000"/>
              <a:buFontTx/>
              <a:buNone/>
              <a:tabLst/>
              <a:defRPr/>
            </a:pPr>
            <a:r>
              <a:rPr kumimoji="0" lang="en-US" sz="1600" b="0" i="0" u="none" strike="noStrike" kern="1200" cap="none" spc="0" normalizeH="0" baseline="0" noProof="0" dirty="0">
                <a:ln>
                  <a:noFill/>
                </a:ln>
                <a:solidFill>
                  <a:schemeClr val="tx1"/>
                </a:solidFill>
                <a:effectLst/>
                <a:uLnTx/>
                <a:uFillTx/>
                <a:latin typeface="Arial" panose="020B0604020202020204"/>
                <a:ea typeface="+mn-ea"/>
                <a:cs typeface="+mn-cs"/>
              </a:rPr>
              <a:t>We compared the existing test scripts that are used in HGV and evaluated the development that is needed. Deloitte is willing to work with HGV to identify the “Business Critical Scenarios” that you would like to automate for future release cycles</a:t>
            </a:r>
          </a:p>
        </p:txBody>
      </p:sp>
      <p:graphicFrame>
        <p:nvGraphicFramePr>
          <p:cNvPr id="5" name="Group 3">
            <a:extLst>
              <a:ext uri="{FF2B5EF4-FFF2-40B4-BE49-F238E27FC236}">
                <a16:creationId xmlns:a16="http://schemas.microsoft.com/office/drawing/2014/main" id="{F5EA0369-18B6-47E1-8F38-182FA9913B80}"/>
              </a:ext>
            </a:extLst>
          </p:cNvPr>
          <p:cNvGraphicFramePr>
            <a:graphicFrameLocks noGrp="1"/>
          </p:cNvGraphicFramePr>
          <p:nvPr>
            <p:extLst>
              <p:ext uri="{D42A27DB-BD31-4B8C-83A1-F6EECF244321}">
                <p14:modId xmlns:p14="http://schemas.microsoft.com/office/powerpoint/2010/main" val="3479469164"/>
              </p:ext>
            </p:extLst>
          </p:nvPr>
        </p:nvGraphicFramePr>
        <p:xfrm>
          <a:off x="469900" y="1953106"/>
          <a:ext cx="11216132" cy="3429527"/>
        </p:xfrm>
        <a:graphic>
          <a:graphicData uri="http://schemas.openxmlformats.org/drawingml/2006/table">
            <a:tbl>
              <a:tblPr/>
              <a:tblGrid>
                <a:gridCol w="1816100">
                  <a:extLst>
                    <a:ext uri="{9D8B030D-6E8A-4147-A177-3AD203B41FA5}">
                      <a16:colId xmlns:a16="http://schemas.microsoft.com/office/drawing/2014/main" val="20000"/>
                    </a:ext>
                  </a:extLst>
                </a:gridCol>
                <a:gridCol w="2624328">
                  <a:extLst>
                    <a:ext uri="{9D8B030D-6E8A-4147-A177-3AD203B41FA5}">
                      <a16:colId xmlns:a16="http://schemas.microsoft.com/office/drawing/2014/main" val="3218093232"/>
                    </a:ext>
                  </a:extLst>
                </a:gridCol>
                <a:gridCol w="2615184">
                  <a:extLst>
                    <a:ext uri="{9D8B030D-6E8A-4147-A177-3AD203B41FA5}">
                      <a16:colId xmlns:a16="http://schemas.microsoft.com/office/drawing/2014/main" val="4243167798"/>
                    </a:ext>
                  </a:extLst>
                </a:gridCol>
                <a:gridCol w="2295144">
                  <a:extLst>
                    <a:ext uri="{9D8B030D-6E8A-4147-A177-3AD203B41FA5}">
                      <a16:colId xmlns:a16="http://schemas.microsoft.com/office/drawing/2014/main" val="2513101589"/>
                    </a:ext>
                  </a:extLst>
                </a:gridCol>
                <a:gridCol w="1865376">
                  <a:extLst>
                    <a:ext uri="{9D8B030D-6E8A-4147-A177-3AD203B41FA5}">
                      <a16:colId xmlns:a16="http://schemas.microsoft.com/office/drawing/2014/main" val="2045046729"/>
                    </a:ext>
                  </a:extLst>
                </a:gridCol>
              </a:tblGrid>
              <a:tr h="372637">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a:r>
                        <a:rPr lang="en-US" sz="1600" b="1" kern="1200" dirty="0">
                          <a:solidFill>
                            <a:schemeClr val="tx1"/>
                          </a:solidFill>
                          <a:latin typeface="+mn-lt"/>
                          <a:ea typeface="+mn-ea"/>
                          <a:cs typeface="+mn-cs"/>
                        </a:rPr>
                        <a:t>Module Scope</a:t>
                      </a:r>
                    </a:p>
                  </a:txBody>
                  <a:tcPr anchor="ctr">
                    <a:lnL w="12700" cmpd="sng">
                      <a:noFill/>
                      <a:prstDash val="solid"/>
                    </a:lnL>
                    <a:lnR w="6350" cap="flat" cmpd="sng" algn="ctr">
                      <a:noFill/>
                      <a:prstDash val="solid"/>
                      <a:round/>
                      <a:headEnd type="none" w="med" len="med"/>
                      <a:tailEnd type="none" w="med" len="med"/>
                    </a:lnR>
                    <a:lnT w="12700" cap="flat" cmpd="sng" algn="ctr">
                      <a:solidFill>
                        <a:srgbClr val="005587"/>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a:r>
                        <a:rPr lang="en-US" sz="1600" b="1" kern="1200" dirty="0">
                          <a:solidFill>
                            <a:schemeClr val="tx1"/>
                          </a:solidFill>
                          <a:latin typeface="+mn-lt"/>
                          <a:ea typeface="+mn-ea"/>
                          <a:cs typeface="+mn-cs"/>
                        </a:rPr>
                        <a:t>Low</a:t>
                      </a:r>
                    </a:p>
                  </a:txBody>
                  <a:tcPr anchor="ctr">
                    <a:lnL w="6350" cap="flat" cmpd="sng" algn="ctr">
                      <a:no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12700" cap="flat" cmpd="sng" algn="ctr">
                      <a:solidFill>
                        <a:srgbClr val="005587"/>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a:r>
                        <a:rPr lang="en-US" sz="1600" b="1" kern="1200" dirty="0">
                          <a:solidFill>
                            <a:schemeClr val="tx1"/>
                          </a:solidFill>
                          <a:latin typeface="+mn-lt"/>
                          <a:ea typeface="+mn-ea"/>
                          <a:cs typeface="+mn-cs"/>
                        </a:rPr>
                        <a:t>Medium</a:t>
                      </a:r>
                    </a:p>
                  </a:txBody>
                  <a:tcPr anchor="ctr">
                    <a:lnL w="6350" cap="flat" cmpd="sng" algn="ctr">
                      <a:solidFill>
                        <a:sysClr val="window" lastClr="FFFFFF"/>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12700" cap="flat" cmpd="sng" algn="ctr">
                      <a:solidFill>
                        <a:srgbClr val="005587"/>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a:r>
                        <a:rPr lang="en-US" sz="1600" b="1" kern="1200" dirty="0">
                          <a:solidFill>
                            <a:schemeClr val="tx1"/>
                          </a:solidFill>
                          <a:latin typeface="+mn-lt"/>
                          <a:ea typeface="+mn-ea"/>
                          <a:cs typeface="+mn-cs"/>
                        </a:rPr>
                        <a:t>High</a:t>
                      </a:r>
                    </a:p>
                  </a:txBody>
                  <a:tcPr anchor="ctr">
                    <a:lnL w="6350" cap="flat" cmpd="sng" algn="ctr">
                      <a:solidFill>
                        <a:sysClr val="window" lastClr="FFFFFF"/>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12700" cap="flat" cmpd="sng" algn="ctr">
                      <a:solidFill>
                        <a:srgbClr val="005587"/>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a:r>
                        <a:rPr lang="en-US" sz="1600" b="1" kern="1200" dirty="0">
                          <a:solidFill>
                            <a:schemeClr val="tx1"/>
                          </a:solidFill>
                          <a:latin typeface="+mn-lt"/>
                          <a:ea typeface="+mn-ea"/>
                          <a:cs typeface="+mn-cs"/>
                        </a:rPr>
                        <a:t>Total Scripts</a:t>
                      </a:r>
                    </a:p>
                  </a:txBody>
                  <a:tcPr anchor="ctr">
                    <a:lnL w="6350" cap="flat" cmpd="sng" algn="ctr">
                      <a:solidFill>
                        <a:sysClr val="window" lastClr="FFFFFF"/>
                      </a:solid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12700" cap="flat" cmpd="sng" algn="ctr">
                      <a:solidFill>
                        <a:srgbClr val="005587"/>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r h="211161">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600" b="0" i="0" u="none" strike="noStrike" dirty="0">
                          <a:solidFill>
                            <a:srgbClr val="000000"/>
                          </a:solidFill>
                          <a:effectLst/>
                          <a:latin typeface="Calibri" panose="020F0502020204030204" pitchFamily="34" charset="0"/>
                        </a:rPr>
                        <a:t>Absence</a:t>
                      </a:r>
                    </a:p>
                  </a:txBody>
                  <a:tcPr marL="4763" marR="4763" marT="4763"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26</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1</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1</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28</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11161">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600" b="0" i="0" u="none" strike="noStrike" dirty="0">
                          <a:solidFill>
                            <a:srgbClr val="000000"/>
                          </a:solidFill>
                          <a:effectLst/>
                          <a:latin typeface="Calibri" panose="020F0502020204030204" pitchFamily="34" charset="0"/>
                        </a:rPr>
                        <a:t>AP</a:t>
                      </a:r>
                    </a:p>
                  </a:txBody>
                  <a:tcPr marL="4763" marR="4763" marT="4763"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24</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29</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6</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59</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317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11161">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600" b="0" i="0" u="none" strike="noStrike" dirty="0">
                          <a:solidFill>
                            <a:srgbClr val="000000"/>
                          </a:solidFill>
                          <a:effectLst/>
                          <a:latin typeface="Calibri" panose="020F0502020204030204" pitchFamily="34" charset="0"/>
                        </a:rPr>
                        <a:t>AR</a:t>
                      </a:r>
                    </a:p>
                  </a:txBody>
                  <a:tcPr marL="4763" marR="4763" marT="4763" marB="0" anchor="b">
                    <a:lnL w="12700" cmpd="sng">
                      <a:noFill/>
                      <a:prstDash val="solid"/>
                    </a:lnL>
                    <a:lnR w="12700" cmpd="sng">
                      <a:noFill/>
                      <a:prstDash val="solid"/>
                    </a:lnR>
                    <a:lnT w="3175" cap="flat" cmpd="sng" algn="ctr">
                      <a:solidFill>
                        <a:sysClr val="windowText" lastClr="000000"/>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1</a:t>
                      </a:r>
                    </a:p>
                  </a:txBody>
                  <a:tcPr marL="6350" marR="6350" marT="6350" marB="0" anchor="b">
                    <a:lnL w="12700" cmpd="sng">
                      <a:noFill/>
                      <a:prstDash val="solid"/>
                    </a:lnL>
                    <a:lnR w="12700" cmpd="sng">
                      <a:noFill/>
                      <a:prstDash val="solid"/>
                    </a:lnR>
                    <a:lnT w="3175" cap="flat" cmpd="sng" algn="ctr">
                      <a:solidFill>
                        <a:sysClr val="windowText" lastClr="000000"/>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4</a:t>
                      </a:r>
                    </a:p>
                  </a:txBody>
                  <a:tcPr marL="6350" marR="6350" marT="6350" marB="0" anchor="b">
                    <a:lnL w="12700" cmpd="sng">
                      <a:noFill/>
                      <a:prstDash val="solid"/>
                    </a:lnL>
                    <a:lnR w="12700" cmpd="sng">
                      <a:noFill/>
                      <a:prstDash val="solid"/>
                    </a:lnR>
                    <a:lnT w="3175" cap="flat" cmpd="sng" algn="ctr">
                      <a:solidFill>
                        <a:sysClr val="windowText" lastClr="000000"/>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2</a:t>
                      </a:r>
                    </a:p>
                  </a:txBody>
                  <a:tcPr marL="6350" marR="6350" marT="6350" marB="0" anchor="b">
                    <a:lnL w="12700" cmpd="sng">
                      <a:noFill/>
                      <a:prstDash val="solid"/>
                    </a:lnL>
                    <a:lnR w="12700" cmpd="sng">
                      <a:noFill/>
                      <a:prstDash val="solid"/>
                    </a:lnR>
                    <a:lnT w="3175" cap="flat" cmpd="sng" algn="ctr">
                      <a:solidFill>
                        <a:sysClr val="windowText" lastClr="000000"/>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7</a:t>
                      </a:r>
                    </a:p>
                  </a:txBody>
                  <a:tcPr marL="6350" marR="6350" marT="6350" marB="0" anchor="b">
                    <a:lnL w="12700" cmpd="sng">
                      <a:noFill/>
                      <a:prstDash val="solid"/>
                    </a:lnL>
                    <a:lnR w="12700" cmpd="sng">
                      <a:noFill/>
                      <a:prstDash val="solid"/>
                    </a:lnR>
                    <a:lnT w="3175" cap="flat" cmpd="sng" algn="ctr">
                      <a:solidFill>
                        <a:sysClr val="windowText" lastClr="000000"/>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1161">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600" b="0" i="0" u="none" strike="noStrike" dirty="0">
                          <a:solidFill>
                            <a:srgbClr val="000000"/>
                          </a:solidFill>
                          <a:effectLst/>
                          <a:latin typeface="Calibri" panose="020F0502020204030204" pitchFamily="34" charset="0"/>
                        </a:rPr>
                        <a:t>CM</a:t>
                      </a:r>
                    </a:p>
                  </a:txBody>
                  <a:tcPr marL="4763" marR="4763" marT="4763"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5</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1</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endParaRPr lang="en-US" sz="1600" b="0" i="0" u="none" strike="noStrike" kern="1200" dirty="0">
                        <a:solidFill>
                          <a:srgbClr val="000000"/>
                        </a:solidFill>
                        <a:effectLst/>
                        <a:latin typeface="Calibri" panose="020F0502020204030204" pitchFamily="34" charset="0"/>
                        <a:ea typeface="+mn-ea"/>
                        <a:cs typeface="+mn-cs"/>
                      </a:endParaRP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6</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1161">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600" b="0" i="0" u="none" strike="noStrike" dirty="0">
                          <a:solidFill>
                            <a:srgbClr val="000000"/>
                          </a:solidFill>
                          <a:effectLst/>
                          <a:latin typeface="Calibri" panose="020F0502020204030204" pitchFamily="34" charset="0"/>
                        </a:rPr>
                        <a:t>Core HR</a:t>
                      </a:r>
                    </a:p>
                  </a:txBody>
                  <a:tcPr marL="4763" marR="4763" marT="4763"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51</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7</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1</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59</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11161">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600" b="0" i="0" u="none" strike="noStrike" dirty="0">
                          <a:solidFill>
                            <a:srgbClr val="000000"/>
                          </a:solidFill>
                          <a:effectLst/>
                          <a:latin typeface="Calibri" panose="020F0502020204030204" pitchFamily="34" charset="0"/>
                        </a:rPr>
                        <a:t>FA</a:t>
                      </a:r>
                    </a:p>
                  </a:txBody>
                  <a:tcPr marL="4763" marR="4763" marT="4763"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endParaRPr lang="en-US" sz="1600" b="0" i="0" u="none" strike="noStrike" kern="1200" dirty="0">
                        <a:solidFill>
                          <a:srgbClr val="000000"/>
                        </a:solidFill>
                        <a:effectLst/>
                        <a:latin typeface="Calibri" panose="020F0502020204030204" pitchFamily="34" charset="0"/>
                        <a:ea typeface="+mn-ea"/>
                        <a:cs typeface="+mn-cs"/>
                      </a:endParaRP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9</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1</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10</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11161">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600" b="0" i="0" u="none" strike="noStrike" dirty="0">
                          <a:solidFill>
                            <a:srgbClr val="000000"/>
                          </a:solidFill>
                          <a:effectLst/>
                          <a:latin typeface="Calibri" panose="020F0502020204030204" pitchFamily="34" charset="0"/>
                        </a:rPr>
                        <a:t>GL</a:t>
                      </a:r>
                    </a:p>
                  </a:txBody>
                  <a:tcPr marL="4763" marR="4763" marT="4763"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35</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10</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4</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49</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211161">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600" b="0" i="0" u="none" strike="noStrike" dirty="0">
                          <a:solidFill>
                            <a:srgbClr val="000000"/>
                          </a:solidFill>
                          <a:effectLst/>
                          <a:latin typeface="Calibri" panose="020F0502020204030204" pitchFamily="34" charset="0"/>
                        </a:rPr>
                        <a:t>Payroll </a:t>
                      </a:r>
                    </a:p>
                  </a:txBody>
                  <a:tcPr marL="4763" marR="4763" marT="4763"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79</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39</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3</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121</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6211777"/>
                  </a:ext>
                </a:extLst>
              </a:tr>
              <a:tr h="211161">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600" b="0" i="0" u="none" strike="noStrike" dirty="0">
                          <a:solidFill>
                            <a:srgbClr val="000000"/>
                          </a:solidFill>
                          <a:effectLst/>
                          <a:latin typeface="Calibri" panose="020F0502020204030204" pitchFamily="34" charset="0"/>
                        </a:rPr>
                        <a:t>PPM</a:t>
                      </a:r>
                    </a:p>
                  </a:txBody>
                  <a:tcPr marL="4763" marR="4763" marT="4763"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endParaRPr lang="en-US" sz="1600" b="0" i="0" u="none" strike="noStrike" kern="1200" dirty="0">
                        <a:solidFill>
                          <a:srgbClr val="000000"/>
                        </a:solidFill>
                        <a:effectLst/>
                        <a:latin typeface="Calibri" panose="020F0502020204030204" pitchFamily="34" charset="0"/>
                        <a:ea typeface="+mn-ea"/>
                        <a:cs typeface="+mn-cs"/>
                      </a:endParaRP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8</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3</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11</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2174286"/>
                  </a:ext>
                </a:extLst>
              </a:tr>
              <a:tr h="211161">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600" b="0" i="0" u="none" strike="noStrike" dirty="0">
                          <a:solidFill>
                            <a:srgbClr val="000000"/>
                          </a:solidFill>
                          <a:effectLst/>
                          <a:latin typeface="Calibri" panose="020F0502020204030204" pitchFamily="34" charset="0"/>
                        </a:rPr>
                        <a:t>Procurement</a:t>
                      </a:r>
                    </a:p>
                  </a:txBody>
                  <a:tcPr marL="4763" marR="4763" marT="4763"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4</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29</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6</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39</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672046"/>
                  </a:ext>
                </a:extLst>
              </a:tr>
              <a:tr h="211161">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l" fontAlgn="b"/>
                      <a:r>
                        <a:rPr lang="en-US" sz="1600" b="0" i="0" u="none" strike="noStrike" dirty="0">
                          <a:solidFill>
                            <a:srgbClr val="000000"/>
                          </a:solidFill>
                          <a:effectLst/>
                          <a:latin typeface="Calibri" panose="020F0502020204030204" pitchFamily="34" charset="0"/>
                        </a:rPr>
                        <a:t>Taleo</a:t>
                      </a:r>
                    </a:p>
                  </a:txBody>
                  <a:tcPr marL="4763" marR="4763" marT="4763"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1</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6</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1</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265" rtl="0" eaLnBrk="1" fontAlgn="b" latinLnBrk="0" hangingPunct="1"/>
                      <a:r>
                        <a:rPr lang="en-US" sz="1600" b="0" i="0" u="none" strike="noStrike" kern="1200" dirty="0">
                          <a:solidFill>
                            <a:srgbClr val="000000"/>
                          </a:solidFill>
                          <a:effectLst/>
                          <a:latin typeface="Calibri" panose="020F0502020204030204" pitchFamily="34" charset="0"/>
                          <a:ea typeface="+mn-ea"/>
                          <a:cs typeface="+mn-cs"/>
                        </a:rPr>
                        <a:t>8</a:t>
                      </a:r>
                    </a:p>
                  </a:txBody>
                  <a:tcPr marL="6350" marR="6350" marT="6350" marB="0" anchor="b">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0299443"/>
                  </a:ext>
                </a:extLst>
              </a:tr>
              <a:tr h="211161">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a:r>
                        <a:rPr lang="en-US" sz="1400" b="1" kern="1200" dirty="0">
                          <a:solidFill>
                            <a:schemeClr val="dk1"/>
                          </a:solidFill>
                          <a:latin typeface="+mn-lt"/>
                          <a:ea typeface="+mn-ea"/>
                          <a:cs typeface="+mn-cs"/>
                        </a:rPr>
                        <a:t>Grand Total</a:t>
                      </a:r>
                    </a:p>
                  </a:txBody>
                  <a:tcPr anchor="ctr">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a:r>
                        <a:rPr lang="en-US" sz="1400" b="1" kern="1200" dirty="0">
                          <a:solidFill>
                            <a:schemeClr val="dk1"/>
                          </a:solidFill>
                          <a:latin typeface="+mn-lt"/>
                          <a:ea typeface="+mn-ea"/>
                          <a:cs typeface="+mn-cs"/>
                        </a:rPr>
                        <a:t>226</a:t>
                      </a:r>
                    </a:p>
                  </a:txBody>
                  <a:tcPr anchor="ctr">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a:r>
                        <a:rPr lang="en-US" sz="1400" b="1" kern="1200" dirty="0">
                          <a:solidFill>
                            <a:schemeClr val="dk1"/>
                          </a:solidFill>
                          <a:latin typeface="+mn-lt"/>
                          <a:ea typeface="+mn-ea"/>
                          <a:cs typeface="+mn-cs"/>
                        </a:rPr>
                        <a:t>143</a:t>
                      </a:r>
                    </a:p>
                  </a:txBody>
                  <a:tcPr anchor="ctr">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a:r>
                        <a:rPr lang="en-US" sz="1400" b="1" kern="1200" dirty="0">
                          <a:solidFill>
                            <a:schemeClr val="dk1"/>
                          </a:solidFill>
                          <a:latin typeface="+mn-lt"/>
                          <a:ea typeface="+mn-ea"/>
                          <a:cs typeface="+mn-cs"/>
                        </a:rPr>
                        <a:t>28</a:t>
                      </a:r>
                    </a:p>
                  </a:txBody>
                  <a:tcPr anchor="ctr">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a:txBody>
                    <a:bodyPr/>
                    <a:lstStyle>
                      <a:lvl1pPr marL="0" algn="l" defTabSz="914265" rtl="0" eaLnBrk="1" latinLnBrk="0" hangingPunct="1">
                        <a:defRPr sz="1800" kern="1200">
                          <a:solidFill>
                            <a:schemeClr val="tx1"/>
                          </a:solidFill>
                          <a:latin typeface="Arial" panose="020B0604020202020204"/>
                        </a:defRPr>
                      </a:lvl1pPr>
                      <a:lvl2pPr marL="457130" algn="l" defTabSz="914265" rtl="0" eaLnBrk="1" latinLnBrk="0" hangingPunct="1">
                        <a:defRPr sz="1800" kern="1200">
                          <a:solidFill>
                            <a:schemeClr val="tx1"/>
                          </a:solidFill>
                          <a:latin typeface="Arial" panose="020B0604020202020204"/>
                        </a:defRPr>
                      </a:lvl2pPr>
                      <a:lvl3pPr marL="914265" algn="l" defTabSz="914265" rtl="0" eaLnBrk="1" latinLnBrk="0" hangingPunct="1">
                        <a:defRPr sz="1800" kern="1200">
                          <a:solidFill>
                            <a:schemeClr val="tx1"/>
                          </a:solidFill>
                          <a:latin typeface="Arial" panose="020B0604020202020204"/>
                        </a:defRPr>
                      </a:lvl3pPr>
                      <a:lvl4pPr marL="1371396" algn="l" defTabSz="914265" rtl="0" eaLnBrk="1" latinLnBrk="0" hangingPunct="1">
                        <a:defRPr sz="1800" kern="1200">
                          <a:solidFill>
                            <a:schemeClr val="tx1"/>
                          </a:solidFill>
                          <a:latin typeface="Arial" panose="020B0604020202020204"/>
                        </a:defRPr>
                      </a:lvl4pPr>
                      <a:lvl5pPr marL="1828529" algn="l" defTabSz="914265" rtl="0" eaLnBrk="1" latinLnBrk="0" hangingPunct="1">
                        <a:defRPr sz="1800" kern="1200">
                          <a:solidFill>
                            <a:schemeClr val="tx1"/>
                          </a:solidFill>
                          <a:latin typeface="Arial" panose="020B0604020202020204"/>
                        </a:defRPr>
                      </a:lvl5pPr>
                      <a:lvl6pPr marL="2285658" algn="l" defTabSz="914265" rtl="0" eaLnBrk="1" latinLnBrk="0" hangingPunct="1">
                        <a:defRPr sz="1800" kern="1200">
                          <a:solidFill>
                            <a:schemeClr val="tx1"/>
                          </a:solidFill>
                          <a:latin typeface="Arial" panose="020B0604020202020204"/>
                        </a:defRPr>
                      </a:lvl6pPr>
                      <a:lvl7pPr marL="2742788" algn="l" defTabSz="914265" rtl="0" eaLnBrk="1" latinLnBrk="0" hangingPunct="1">
                        <a:defRPr sz="1800" kern="1200">
                          <a:solidFill>
                            <a:schemeClr val="tx1"/>
                          </a:solidFill>
                          <a:latin typeface="Arial" panose="020B0604020202020204"/>
                        </a:defRPr>
                      </a:lvl7pPr>
                      <a:lvl8pPr marL="3199920" algn="l" defTabSz="914265" rtl="0" eaLnBrk="1" latinLnBrk="0" hangingPunct="1">
                        <a:defRPr sz="1800" kern="1200">
                          <a:solidFill>
                            <a:schemeClr val="tx1"/>
                          </a:solidFill>
                          <a:latin typeface="Arial" panose="020B0604020202020204"/>
                        </a:defRPr>
                      </a:lvl8pPr>
                      <a:lvl9pPr marL="3657052" algn="l" defTabSz="914265" rtl="0" eaLnBrk="1" latinLnBrk="0" hangingPunct="1">
                        <a:defRPr sz="1800" kern="1200">
                          <a:solidFill>
                            <a:schemeClr val="tx1"/>
                          </a:solidFill>
                          <a:latin typeface="Arial" panose="020B0604020202020204"/>
                        </a:defRPr>
                      </a:lvl9pPr>
                    </a:lstStyle>
                    <a:p>
                      <a:pPr algn="ctr"/>
                      <a:r>
                        <a:rPr lang="en-US" sz="1400" b="1" kern="1200" dirty="0">
                          <a:solidFill>
                            <a:schemeClr val="dk1"/>
                          </a:solidFill>
                          <a:latin typeface="+mn-lt"/>
                          <a:ea typeface="+mn-ea"/>
                          <a:cs typeface="+mn-cs"/>
                        </a:rPr>
                        <a:t>397</a:t>
                      </a:r>
                    </a:p>
                  </a:txBody>
                  <a:tcPr anchor="ctr">
                    <a:lnL w="12700" cmpd="sng">
                      <a:noFill/>
                      <a:prstDash val="solid"/>
                    </a:lnL>
                    <a:lnR w="12700" cmpd="sng">
                      <a:noFill/>
                      <a:prstDash val="solid"/>
                    </a:lnR>
                    <a:lnT w="6350" cap="flat" cmpd="sng" algn="ctr">
                      <a:solidFill>
                        <a:srgbClr val="A7A8AA"/>
                      </a:solidFill>
                      <a:prstDash val="solid"/>
                      <a:round/>
                      <a:headEnd type="none" w="med" len="med"/>
                      <a:tailEnd type="none" w="med" len="med"/>
                    </a:lnT>
                    <a:lnB w="6350" cap="flat" cmpd="sng" algn="ctr">
                      <a:solidFill>
                        <a:srgbClr val="A7A8AA"/>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extLst>
                  <a:ext uri="{0D108BD9-81ED-4DB2-BD59-A6C34878D82A}">
                    <a16:rowId xmlns:a16="http://schemas.microsoft.com/office/drawing/2014/main" val="1354649562"/>
                  </a:ext>
                </a:extLst>
              </a:tr>
            </a:tbl>
          </a:graphicData>
        </a:graphic>
      </p:graphicFrame>
      <p:sp>
        <p:nvSpPr>
          <p:cNvPr id="6" name="Title 3">
            <a:extLst>
              <a:ext uri="{FF2B5EF4-FFF2-40B4-BE49-F238E27FC236}">
                <a16:creationId xmlns:a16="http://schemas.microsoft.com/office/drawing/2014/main" id="{695A5906-F1F6-4D43-89A4-89D9F91830D4}"/>
              </a:ext>
            </a:extLst>
          </p:cNvPr>
          <p:cNvSpPr txBox="1">
            <a:spLocks/>
          </p:cNvSpPr>
          <p:nvPr/>
        </p:nvSpPr>
        <p:spPr>
          <a:xfrm>
            <a:off x="347349" y="247489"/>
            <a:ext cx="11252200" cy="334102"/>
          </a:xfrm>
        </p:spPr>
        <p:txBody>
          <a:bodyPr>
            <a:noAutofit/>
          </a:bodyPr>
          <a:lstStyle>
            <a:lvl1pPr algn="l" defTabSz="1214962" rtl="0" eaLnBrk="1" latinLnBrk="0" hangingPunct="1">
              <a:lnSpc>
                <a:spcPct val="100000"/>
              </a:lnSpc>
              <a:spcBef>
                <a:spcPct val="0"/>
              </a:spcBef>
              <a:buNone/>
              <a:defRPr lang="en-US" sz="3208" b="0" kern="1200" dirty="0">
                <a:solidFill>
                  <a:schemeClr val="tx1"/>
                </a:solidFill>
                <a:latin typeface="+mj-lt"/>
                <a:ea typeface="+mj-ea"/>
                <a:cs typeface="Arial" panose="020B0604020202020204" pitchFamily="34" charset="0"/>
              </a:defRPr>
            </a:lvl1pPr>
          </a:lstStyle>
          <a:p>
            <a:pPr marL="0" marR="0" lvl="0" indent="0" algn="l" defTabSz="1214962"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ea typeface="+mj-ea"/>
                <a:cs typeface="Arial" panose="020B0604020202020204" pitchFamily="34" charset="0"/>
              </a:rPr>
              <a:t>HGV Test Automation Scope by Complexity</a:t>
            </a:r>
          </a:p>
        </p:txBody>
      </p:sp>
      <p:sp>
        <p:nvSpPr>
          <p:cNvPr id="7" name="TextBox 6">
            <a:extLst>
              <a:ext uri="{FF2B5EF4-FFF2-40B4-BE49-F238E27FC236}">
                <a16:creationId xmlns:a16="http://schemas.microsoft.com/office/drawing/2014/main" id="{0BE76089-E8D9-4129-B427-0EA767331161}"/>
              </a:ext>
            </a:extLst>
          </p:cNvPr>
          <p:cNvSpPr txBox="1"/>
          <p:nvPr/>
        </p:nvSpPr>
        <p:spPr>
          <a:xfrm>
            <a:off x="312967" y="5809129"/>
            <a:ext cx="7901265" cy="276999"/>
          </a:xfrm>
          <a:prstGeom prst="rect">
            <a:avLst/>
          </a:prstGeom>
          <a:noFill/>
        </p:spPr>
        <p:txBody>
          <a:bodyPr wrap="square" rtlCol="0">
            <a:spAutoFit/>
          </a:bodyPr>
          <a:lstStyle/>
          <a:p>
            <a:pPr marL="171450" indent="-171450">
              <a:buFont typeface="Arial" panose="020B0604020202020204" pitchFamily="34" charset="0"/>
              <a:buChar char="•"/>
            </a:pPr>
            <a:r>
              <a:rPr lang="en-US" sz="1200" b="1" dirty="0"/>
              <a:t>Include ERP and HCM scope.</a:t>
            </a:r>
          </a:p>
        </p:txBody>
      </p:sp>
    </p:spTree>
    <p:extLst>
      <p:ext uri="{BB962C8B-B14F-4D97-AF65-F5344CB8AC3E}">
        <p14:creationId xmlns:p14="http://schemas.microsoft.com/office/powerpoint/2010/main" val="27907564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ctrTitle"/>
          </p:nvPr>
        </p:nvSpPr>
        <p:spPr/>
        <p:txBody>
          <a:bodyPr/>
          <a:lstStyle/>
          <a:p>
            <a:pPr algn="ctr"/>
            <a:r>
              <a:rPr lang="en-US" sz="4000" dirty="0"/>
              <a:t>Thank You !!!</a:t>
            </a:r>
            <a:endParaRPr lang="en-US" sz="1800" dirty="0"/>
          </a:p>
        </p:txBody>
      </p:sp>
    </p:spTree>
    <p:extLst>
      <p:ext uri="{BB962C8B-B14F-4D97-AF65-F5344CB8AC3E}">
        <p14:creationId xmlns:p14="http://schemas.microsoft.com/office/powerpoint/2010/main" val="37312931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8qQI8YVvUUCIGHXFSogQj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KwnM.iqjF0Grn40mnQDxvQ"/>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Wt64dHbHPEebH2POvxT1P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6J82m16A8UKUjVxouTzJ8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__PE_HAS_URLS" val="oh hey this is notes box, due to this not being an empty string. woot."/>
</p:tagLst>
</file>

<file path=ppt/theme/theme1.xml><?xml version="1.0" encoding="utf-8"?>
<a:theme xmlns:a="http://schemas.openxmlformats.org/drawingml/2006/main" name="se2 Client Forum 201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2 Client Forum 2013" id="{30A46970-393E-4143-9214-B515A08178D5}" vid="{75EC4069-7031-42D6-943B-155487FC748E}"/>
    </a:ext>
  </a:extLst>
</a:theme>
</file>

<file path=ppt/theme/theme2.xml><?xml version="1.0" encoding="utf-8"?>
<a:theme xmlns:a="http://schemas.openxmlformats.org/drawingml/2006/main" name="Theme1">
  <a:themeElements>
    <a:clrScheme name="Intuit Template_v1_040308 13">
      <a:dk1>
        <a:srgbClr val="000000"/>
      </a:dk1>
      <a:lt1>
        <a:srgbClr val="FFFFFF"/>
      </a:lt1>
      <a:dk2>
        <a:srgbClr val="4E9E19"/>
      </a:dk2>
      <a:lt2>
        <a:srgbClr val="DAD2AE"/>
      </a:lt2>
      <a:accent1>
        <a:srgbClr val="3860B8"/>
      </a:accent1>
      <a:accent2>
        <a:srgbClr val="FEC82A"/>
      </a:accent2>
      <a:accent3>
        <a:srgbClr val="FFFFFF"/>
      </a:accent3>
      <a:accent4>
        <a:srgbClr val="000000"/>
      </a:accent4>
      <a:accent5>
        <a:srgbClr val="AEB6D8"/>
      </a:accent5>
      <a:accent6>
        <a:srgbClr val="E6B525"/>
      </a:accent6>
      <a:hlink>
        <a:srgbClr val="F0640F"/>
      </a:hlink>
      <a:folHlink>
        <a:srgbClr val="D2D246"/>
      </a:folHlink>
    </a:clrScheme>
    <a:fontScheme name="Intuit Template_v1_040308">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sm" len="sm"/>
          <a:tailEnd type="none" w="sm" len="sm"/>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50000"/>
          </a:spcBef>
          <a:spcAft>
            <a:spcPct val="0"/>
          </a:spcAft>
          <a:buClrTx/>
          <a:buSzTx/>
          <a:buFontTx/>
          <a:buNone/>
          <a:tabLst/>
          <a:defRPr kumimoji="0" lang="en-US" sz="12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sm" len="sm"/>
          <a:tailEnd type="none" w="sm" len="sm"/>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50000"/>
          </a:spcBef>
          <a:spcAft>
            <a:spcPct val="0"/>
          </a:spcAft>
          <a:buClrTx/>
          <a:buSzTx/>
          <a:buFontTx/>
          <a:buNone/>
          <a:tabLst/>
          <a:defRPr kumimoji="0" lang="en-US" sz="12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Intuit Template_v1_040308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Intuit Template_v1_040308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Intuit Template_v1_040308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Intuit Template_v1_040308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Intuit Template_v1_040308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Intuit Template_v1_040308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Intuit Template_v1_040308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Intuit Template_v1_040308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Intuit Template_v1_040308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Intuit Template_v1_040308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Intuit Template_v1_040308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Intuit Template_v1_040308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Intuit Template_v1_040308 13">
        <a:dk1>
          <a:srgbClr val="000000"/>
        </a:dk1>
        <a:lt1>
          <a:srgbClr val="FFFFFF"/>
        </a:lt1>
        <a:dk2>
          <a:srgbClr val="4E9E19"/>
        </a:dk2>
        <a:lt2>
          <a:srgbClr val="DAD2AE"/>
        </a:lt2>
        <a:accent1>
          <a:srgbClr val="3860B8"/>
        </a:accent1>
        <a:accent2>
          <a:srgbClr val="FEC82A"/>
        </a:accent2>
        <a:accent3>
          <a:srgbClr val="FFFFFF"/>
        </a:accent3>
        <a:accent4>
          <a:srgbClr val="000000"/>
        </a:accent4>
        <a:accent5>
          <a:srgbClr val="AEB6D8"/>
        </a:accent5>
        <a:accent6>
          <a:srgbClr val="E6B525"/>
        </a:accent6>
        <a:hlink>
          <a:srgbClr val="F0640F"/>
        </a:hlink>
        <a:folHlink>
          <a:srgbClr val="D2D246"/>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ATLAS/MAGIC PowerPoint Template">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6_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6"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6"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Deloitte_US_Consulting_Pursuit_Onscreen_Orals">
  <a:themeElements>
    <a:clrScheme name="PCOE_Updated Colors">
      <a:dk1>
        <a:srgbClr val="313131"/>
      </a:dk1>
      <a:lt1>
        <a:srgbClr val="FFFFFF"/>
      </a:lt1>
      <a:dk2>
        <a:srgbClr val="B4B4B4"/>
      </a:dk2>
      <a:lt2>
        <a:srgbClr val="8C8C8C"/>
      </a:lt2>
      <a:accent1>
        <a:srgbClr val="00A1DE"/>
      </a:accent1>
      <a:accent2>
        <a:srgbClr val="90C7E7"/>
      </a:accent2>
      <a:accent3>
        <a:srgbClr val="B8E3F3"/>
      </a:accent3>
      <a:accent4>
        <a:srgbClr val="002776"/>
      </a:accent4>
      <a:accent5>
        <a:srgbClr val="81BC00"/>
      </a:accent5>
      <a:accent6>
        <a:srgbClr val="BDD203"/>
      </a:accent6>
      <a:hlink>
        <a:srgbClr val="262626"/>
      </a:hlink>
      <a:folHlink>
        <a:srgbClr val="26262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Deloitte_US_Consulting_Pursuit_Onscreen_Orals">
  <a:themeElements>
    <a:clrScheme name="PCOE_Updated Colors">
      <a:dk1>
        <a:srgbClr val="313131"/>
      </a:dk1>
      <a:lt1>
        <a:srgbClr val="FFFFFF"/>
      </a:lt1>
      <a:dk2>
        <a:srgbClr val="B4B4B4"/>
      </a:dk2>
      <a:lt2>
        <a:srgbClr val="8C8C8C"/>
      </a:lt2>
      <a:accent1>
        <a:srgbClr val="00A1DE"/>
      </a:accent1>
      <a:accent2>
        <a:srgbClr val="90C7E7"/>
      </a:accent2>
      <a:accent3>
        <a:srgbClr val="B8E3F3"/>
      </a:accent3>
      <a:accent4>
        <a:srgbClr val="002776"/>
      </a:accent4>
      <a:accent5>
        <a:srgbClr val="81BC00"/>
      </a:accent5>
      <a:accent6>
        <a:srgbClr val="BDD203"/>
      </a:accent6>
      <a:hlink>
        <a:srgbClr val="262626"/>
      </a:hlink>
      <a:folHlink>
        <a:srgbClr val="26262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Deloitte_US_Consulting_Pursuit_Onscreen_Orals">
  <a:themeElements>
    <a:clrScheme name="PCOE_Updated Colors">
      <a:dk1>
        <a:srgbClr val="313131"/>
      </a:dk1>
      <a:lt1>
        <a:srgbClr val="FFFFFF"/>
      </a:lt1>
      <a:dk2>
        <a:srgbClr val="B4B4B4"/>
      </a:dk2>
      <a:lt2>
        <a:srgbClr val="8C8C8C"/>
      </a:lt2>
      <a:accent1>
        <a:srgbClr val="00A1DE"/>
      </a:accent1>
      <a:accent2>
        <a:srgbClr val="90C7E7"/>
      </a:accent2>
      <a:accent3>
        <a:srgbClr val="B8E3F3"/>
      </a:accent3>
      <a:accent4>
        <a:srgbClr val="002776"/>
      </a:accent4>
      <a:accent5>
        <a:srgbClr val="81BC00"/>
      </a:accent5>
      <a:accent6>
        <a:srgbClr val="BDD203"/>
      </a:accent6>
      <a:hlink>
        <a:srgbClr val="262626"/>
      </a:hlink>
      <a:folHlink>
        <a:srgbClr val="26262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4_Deloitte_US_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0" tIns="0" rIns="0" bIns="0" rtlCol="0">
        <a:spAutoFit/>
      </a:bodyPr>
      <a:lstStyle>
        <a:defPPr>
          <a:spcBef>
            <a:spcPts val="200"/>
          </a:spcBef>
          <a:buSzPct val="100000"/>
          <a:defRPr sz="1200" dirty="0" smtClean="0"/>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1" id="{0B48A4B1-71F5-48F0-8DCA-10522D66FF0A}" vid="{B7AA15A0-8E36-4CA9-A235-DA00057214B1}"/>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9E0147E95513C4BBBD37A49BE1CE86A" ma:contentTypeVersion="" ma:contentTypeDescription="Create a new document." ma:contentTypeScope="" ma:versionID="978c0f31f0a2505f0f96eaed056fc75a">
  <xsd:schema xmlns:xsd="http://www.w3.org/2001/XMLSchema" xmlns:xs="http://www.w3.org/2001/XMLSchema" xmlns:p="http://schemas.microsoft.com/office/2006/metadata/properties" targetNamespace="http://schemas.microsoft.com/office/2006/metadata/properties" ma:root="true" ma:fieldsID="b2384c6cc0088fcedbaf6edaf557def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359CC25-A3C6-4886-91B7-C5C29F2ADDC4}">
  <ds:schemaRefs>
    <ds:schemaRef ds:uri="http://schemas.microsoft.com/sharepoint/v3/contenttype/forms"/>
  </ds:schemaRefs>
</ds:datastoreItem>
</file>

<file path=customXml/itemProps2.xml><?xml version="1.0" encoding="utf-8"?>
<ds:datastoreItem xmlns:ds="http://schemas.openxmlformats.org/officeDocument/2006/customXml" ds:itemID="{B00F2FD4-854A-4083-A2E6-925F6BD3CF6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B736CDCA-D702-452B-83A4-4465BFFEC82E}">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purl.org/dc/term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55089</TotalTime>
  <Words>5831</Words>
  <Application>Microsoft Office PowerPoint</Application>
  <PresentationFormat>Widescreen</PresentationFormat>
  <Paragraphs>2593</Paragraphs>
  <Slides>32</Slides>
  <Notes>10</Notes>
  <HiddenSlides>0</HiddenSlides>
  <MMClips>0</MMClips>
  <ScaleCrop>false</ScaleCrop>
  <HeadingPairs>
    <vt:vector size="8" baseType="variant">
      <vt:variant>
        <vt:lpstr>Fonts Used</vt:lpstr>
      </vt:variant>
      <vt:variant>
        <vt:i4>14</vt:i4>
      </vt:variant>
      <vt:variant>
        <vt:lpstr>Theme</vt:lpstr>
      </vt:variant>
      <vt:variant>
        <vt:i4>7</vt:i4>
      </vt:variant>
      <vt:variant>
        <vt:lpstr>Embedded OLE Servers</vt:lpstr>
      </vt:variant>
      <vt:variant>
        <vt:i4>1</vt:i4>
      </vt:variant>
      <vt:variant>
        <vt:lpstr>Slide Titles</vt:lpstr>
      </vt:variant>
      <vt:variant>
        <vt:i4>32</vt:i4>
      </vt:variant>
    </vt:vector>
  </HeadingPairs>
  <TitlesOfParts>
    <vt:vector size="54" baseType="lpstr">
      <vt:lpstr>Arial</vt:lpstr>
      <vt:lpstr>Arial Narrow</vt:lpstr>
      <vt:lpstr>Calibri</vt:lpstr>
      <vt:lpstr>Calibri Light</vt:lpstr>
      <vt:lpstr>Droid Sans</vt:lpstr>
      <vt:lpstr>Franklin Gothic Book</vt:lpstr>
      <vt:lpstr>Lucida Grande</vt:lpstr>
      <vt:lpstr>Open Sans</vt:lpstr>
      <vt:lpstr>Ropa Sans</vt:lpstr>
      <vt:lpstr>Segoe UI</vt:lpstr>
      <vt:lpstr>Times</vt:lpstr>
      <vt:lpstr>Verdana</vt:lpstr>
      <vt:lpstr>Wingdings</vt:lpstr>
      <vt:lpstr>Wingdings 2</vt:lpstr>
      <vt:lpstr>se2 Client Forum 2013</vt:lpstr>
      <vt:lpstr>Theme1</vt:lpstr>
      <vt:lpstr>ATLAS/MAGIC PowerPoint Template</vt:lpstr>
      <vt:lpstr>2_Deloitte_US_Consulting_Pursuit_Onscreen_Orals</vt:lpstr>
      <vt:lpstr>3_Deloitte_US_Consulting_Pursuit_Onscreen_Orals</vt:lpstr>
      <vt:lpstr>Deloitte_US_Consulting_Pursuit_Onscreen_Orals</vt:lpstr>
      <vt:lpstr>4_Deloitte_US_Onscreen</vt:lpstr>
      <vt:lpstr>think-cell Slide</vt:lpstr>
      <vt:lpstr>PowerPoint Presentation</vt:lpstr>
      <vt:lpstr>Agenda</vt:lpstr>
      <vt:lpstr>HGV - Patch and Upgrade Challenges</vt:lpstr>
      <vt:lpstr>PowerPoint Presentation</vt:lpstr>
      <vt:lpstr>PowerPoint Presentation</vt:lpstr>
      <vt:lpstr>PowerPoint Presentation</vt:lpstr>
      <vt:lpstr>UIPATH FULL AUTOMATION</vt:lpstr>
      <vt:lpstr>Effort Summary and Cost </vt:lpstr>
      <vt:lpstr>Test Automation High Level Plan - UiPath</vt:lpstr>
      <vt:lpstr>UIPath Cost </vt:lpstr>
      <vt:lpstr>SELENIUM-JENKINS – AUTOMATION </vt:lpstr>
      <vt:lpstr>Effort Summary</vt:lpstr>
      <vt:lpstr>Test Automation High Level Plan – Selenium Jenkins</vt:lpstr>
      <vt:lpstr>Cost &amp; Estimation : Program Cost</vt:lpstr>
      <vt:lpstr>SELENIUM-JENKINS – 40% Script with KT</vt:lpstr>
      <vt:lpstr>Effort Summary</vt:lpstr>
      <vt:lpstr>Test Automation High Level Plan – Selenium Jenkins</vt:lpstr>
      <vt:lpstr>Cost &amp; Estimation : Program Cost</vt:lpstr>
      <vt:lpstr>Risk associated with Selenium Jenkins</vt:lpstr>
      <vt:lpstr>PowerPoint Presentation</vt:lpstr>
      <vt:lpstr>PowerPoint Presentation</vt:lpstr>
      <vt:lpstr>Appendix</vt:lpstr>
      <vt:lpstr>PowerPoint Presentation</vt:lpstr>
      <vt:lpstr>PowerPoint Presentation</vt:lpstr>
      <vt:lpstr>PowerPoint Presentation</vt:lpstr>
      <vt:lpstr>PowerPoint Presentation</vt:lpstr>
      <vt:lpstr>PowerPoint Presentation</vt:lpstr>
      <vt:lpstr>Release Management Effort Estimate for Quarter releases (Internal)</vt:lpstr>
      <vt:lpstr>HGV E2E Scenarios List</vt:lpstr>
      <vt:lpstr>Automation Estimation Model between Selenium and UiPath</vt:lpstr>
      <vt:lpstr>PowerPoint Presentation</vt:lpstr>
      <vt:lpstr>Thank You !!!</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Akif Ansari</dc:creator>
  <cp:lastModifiedBy>Pandey, Ashutosh</cp:lastModifiedBy>
  <cp:revision>3353</cp:revision>
  <dcterms:created xsi:type="dcterms:W3CDTF">2016-06-08T17:43:54Z</dcterms:created>
  <dcterms:modified xsi:type="dcterms:W3CDTF">2021-02-06T20:02:19Z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0x010100A9E0147E95513C4BBBD37A49BE1CE86A</vt:lpwstr>
  </property>
</Properties>
</file>
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4.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5.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6.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4" r:id="rId5"/>
    <p:sldMasterId id="2147483694" r:id="rId6"/>
    <p:sldMasterId id="2147483705" r:id="rId7"/>
    <p:sldMasterId id="2147483711" r:id="rId8"/>
    <p:sldMasterId id="2147483718" r:id="rId9"/>
    <p:sldMasterId id="2147483726" r:id="rId10"/>
  </p:sldMasterIdLst>
  <p:notesMasterIdLst>
    <p:notesMasterId r:id="rId35"/>
  </p:notesMasterIdLst>
  <p:handoutMasterIdLst>
    <p:handoutMasterId r:id="rId36"/>
  </p:handoutMasterIdLst>
  <p:sldIdLst>
    <p:sldId id="718" r:id="rId11"/>
    <p:sldId id="824" r:id="rId12"/>
    <p:sldId id="816" r:id="rId13"/>
    <p:sldId id="817" r:id="rId14"/>
    <p:sldId id="769" r:id="rId15"/>
    <p:sldId id="818" r:id="rId16"/>
    <p:sldId id="819" r:id="rId17"/>
    <p:sldId id="784" r:id="rId18"/>
    <p:sldId id="820" r:id="rId19"/>
    <p:sldId id="813" r:id="rId20"/>
    <p:sldId id="682" r:id="rId21"/>
    <p:sldId id="814" r:id="rId22"/>
    <p:sldId id="780" r:id="rId23"/>
    <p:sldId id="823" r:id="rId24"/>
    <p:sldId id="821" r:id="rId25"/>
    <p:sldId id="822" r:id="rId26"/>
    <p:sldId id="693" r:id="rId27"/>
    <p:sldId id="825" r:id="rId28"/>
    <p:sldId id="826" r:id="rId29"/>
    <p:sldId id="827" r:id="rId30"/>
    <p:sldId id="828" r:id="rId31"/>
    <p:sldId id="829" r:id="rId32"/>
    <p:sldId id="830" r:id="rId33"/>
    <p:sldId id="70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uccato Jr, Larry" initials="LZ" lastIdx="14" clrIdx="3"/>
  <p:cmAuthor id="2" name="Bansal, Padam" initials="PB" lastIdx="9" clrIdx="1">
    <p:extLst>
      <p:ext uri="{19B8F6BF-5375-455C-9EA6-DF929625EA0E}">
        <p15:presenceInfo xmlns:p15="http://schemas.microsoft.com/office/powerpoint/2012/main" userId="Bansal, Padam" providerId="None"/>
      </p:ext>
    </p:extLst>
  </p:cmAuthor>
  <p:cmAuthor id="3" name="Noon, Kayla" initials="KN" lastIdx="12" clrIdx="2">
    <p:extLst>
      <p:ext uri="{19B8F6BF-5375-455C-9EA6-DF929625EA0E}">
        <p15:presenceInfo xmlns:p15="http://schemas.microsoft.com/office/powerpoint/2012/main" userId="Noon, Kayla" providerId="None"/>
      </p:ext>
    </p:extLst>
  </p:cmAuthor>
  <p:cmAuthor id="4" name="Anwar, Shahzad" initials="SA" lastIdx="1" clrIdx="4">
    <p:extLst>
      <p:ext uri="{19B8F6BF-5375-455C-9EA6-DF929625EA0E}">
        <p15:presenceInfo xmlns:p15="http://schemas.microsoft.com/office/powerpoint/2012/main" userId="Anwar, Shahza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26D"/>
    <a:srgbClr val="DAB000"/>
    <a:srgbClr val="B18E37"/>
    <a:srgbClr val="FFFFCC"/>
    <a:srgbClr val="C3D69B"/>
    <a:srgbClr val="85BC25"/>
    <a:srgbClr val="00D661"/>
    <a:srgbClr val="FFEEA7"/>
    <a:srgbClr val="D3EECE"/>
    <a:srgbClr val="FFE7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62" autoAdjust="0"/>
    <p:restoredTop sz="94434" autoAdjust="0"/>
  </p:normalViewPr>
  <p:slideViewPr>
    <p:cSldViewPr snapToGrid="0">
      <p:cViewPr varScale="1">
        <p:scale>
          <a:sx n="68" d="100"/>
          <a:sy n="68" d="100"/>
        </p:scale>
        <p:origin x="876" y="5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3" d="100"/>
          <a:sy n="53" d="100"/>
        </p:scale>
        <p:origin x="2648" y="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1.xml"/><Relationship Id="rId34" Type="http://schemas.openxmlformats.org/officeDocument/2006/relationships/slide" Target="slides/slide24.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handoutMaster" Target="handoutMasters/handoutMaster1.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notesMaster" Target="notesMasters/notesMaster1.xml"/></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638F5C-1349-424D-92E5-3C21F16472DA}" type="datetimeFigureOut">
              <a:rPr lang="en-US" smtClean="0"/>
              <a:t>10/12/2018</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6BBD6C-B631-47E5-9D5B-CBD55ED877C0}" type="slidenum">
              <a:rPr lang="en-US" smtClean="0"/>
              <a:t>‹#›</a:t>
            </a:fld>
            <a:endParaRPr lang="en-US" dirty="0"/>
          </a:p>
        </p:txBody>
      </p:sp>
    </p:spTree>
    <p:extLst>
      <p:ext uri="{BB962C8B-B14F-4D97-AF65-F5344CB8AC3E}">
        <p14:creationId xmlns:p14="http://schemas.microsoft.com/office/powerpoint/2010/main" val="23931640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206E0F-48D6-42B1-86E6-933014C8F4FB}" type="datetimeFigureOut">
              <a:rPr lang="en-US" smtClean="0"/>
              <a:t>10/12/2018</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2076A6-83D2-49CA-ACDF-90D97FB0C894}" type="slidenum">
              <a:rPr lang="en-US" smtClean="0"/>
              <a:t>‹#›</a:t>
            </a:fld>
            <a:endParaRPr lang="en-US" dirty="0"/>
          </a:p>
        </p:txBody>
      </p:sp>
    </p:spTree>
    <p:extLst>
      <p:ext uri="{BB962C8B-B14F-4D97-AF65-F5344CB8AC3E}">
        <p14:creationId xmlns:p14="http://schemas.microsoft.com/office/powerpoint/2010/main" val="3423442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6.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1932" rtl="0" eaLnBrk="1" fontAlgn="auto" latinLnBrk="0" hangingPunct="1">
              <a:lnSpc>
                <a:spcPct val="100000"/>
              </a:lnSpc>
              <a:spcBef>
                <a:spcPts val="0"/>
              </a:spcBef>
              <a:spcAft>
                <a:spcPts val="0"/>
              </a:spcAft>
              <a:buClrTx/>
              <a:buSzTx/>
              <a:buFontTx/>
              <a:buNone/>
              <a:tabLst/>
              <a:defRPr/>
            </a:pPr>
            <a:fld id="{F20BF320-818D-4B5C-BC07-35DF5D77146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1932"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62088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2550" y="741363"/>
            <a:ext cx="6570663" cy="3697287"/>
          </a:xfrm>
        </p:spPr>
      </p:sp>
      <p:sp>
        <p:nvSpPr>
          <p:cNvPr id="3" name="Notes Placeholder 2"/>
          <p:cNvSpPr>
            <a:spLocks noGrp="1"/>
          </p:cNvSpPr>
          <p:nvPr>
            <p:ph type="body" idx="1"/>
          </p:nvPr>
        </p:nvSpPr>
        <p:spPr/>
        <p:txBody>
          <a:bodyPr/>
          <a:lstStyle/>
          <a:p>
            <a:r>
              <a:rPr lang="en-US" dirty="0"/>
              <a:t>Who owns and need to have Deliverables</a:t>
            </a:r>
          </a:p>
        </p:txBody>
      </p:sp>
      <p:sp>
        <p:nvSpPr>
          <p:cNvPr id="4" name="Slide Number Placeholder 3"/>
          <p:cNvSpPr>
            <a:spLocks noGrp="1"/>
          </p:cNvSpPr>
          <p:nvPr>
            <p:ph type="sldNum" sz="quarter" idx="10"/>
          </p:nvPr>
        </p:nvSpPr>
        <p:spPr/>
        <p:txBody>
          <a:bodyPr/>
          <a:lstStyle/>
          <a:p>
            <a:fld id="{C0F4A2C8-6C88-4E71-83EE-698B9D4FE22F}" type="slidenum">
              <a:rPr lang="en-US" smtClean="0"/>
              <a:pPr/>
              <a:t>2</a:t>
            </a:fld>
            <a:endParaRPr lang="en-US" dirty="0"/>
          </a:p>
        </p:txBody>
      </p:sp>
    </p:spTree>
    <p:extLst>
      <p:ext uri="{BB962C8B-B14F-4D97-AF65-F5344CB8AC3E}">
        <p14:creationId xmlns:p14="http://schemas.microsoft.com/office/powerpoint/2010/main" val="1777009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AC39A-F22E-4746-A096-A15B7846C15C}"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2166736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AC39A-F22E-4746-A096-A15B7846C15C}" type="slidenum">
              <a:rPr lang="en-US" smtClean="0">
                <a:solidFill>
                  <a:prstClr val="black"/>
                </a:solidFill>
              </a:rPr>
              <a:pPr/>
              <a:t>5</a:t>
            </a:fld>
            <a:endParaRPr lang="en-US" dirty="0">
              <a:solidFill>
                <a:prstClr val="black"/>
              </a:solidFill>
            </a:endParaRPr>
          </a:p>
        </p:txBody>
      </p:sp>
    </p:spTree>
    <p:extLst>
      <p:ext uri="{BB962C8B-B14F-4D97-AF65-F5344CB8AC3E}">
        <p14:creationId xmlns:p14="http://schemas.microsoft.com/office/powerpoint/2010/main" val="41746094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AC39A-F22E-4746-A096-A15B7846C15C}" type="slidenum">
              <a:rPr lang="en-US" smtClean="0">
                <a:solidFill>
                  <a:prstClr val="black"/>
                </a:solidFill>
              </a:rPr>
              <a:pPr/>
              <a:t>11</a:t>
            </a:fld>
            <a:endParaRPr lang="en-US" dirty="0">
              <a:solidFill>
                <a:prstClr val="black"/>
              </a:solidFill>
            </a:endParaRPr>
          </a:p>
        </p:txBody>
      </p:sp>
    </p:spTree>
    <p:extLst>
      <p:ext uri="{BB962C8B-B14F-4D97-AF65-F5344CB8AC3E}">
        <p14:creationId xmlns:p14="http://schemas.microsoft.com/office/powerpoint/2010/main" val="3342097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AC39A-F22E-4746-A096-A15B7846C15C}" type="slidenum">
              <a:rPr lang="en-US" smtClean="0">
                <a:solidFill>
                  <a:prstClr val="black"/>
                </a:solidFill>
              </a:rPr>
              <a:pPr/>
              <a:t>12</a:t>
            </a:fld>
            <a:endParaRPr lang="en-US" dirty="0">
              <a:solidFill>
                <a:prstClr val="black"/>
              </a:solidFill>
            </a:endParaRPr>
          </a:p>
        </p:txBody>
      </p:sp>
    </p:spTree>
    <p:extLst>
      <p:ext uri="{BB962C8B-B14F-4D97-AF65-F5344CB8AC3E}">
        <p14:creationId xmlns:p14="http://schemas.microsoft.com/office/powerpoint/2010/main" val="2638011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18657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8A34052-12FB-4B01-8A2E-D87AD7371E95}" type="slidenum">
              <a:rPr lang="en-US" smtClean="0"/>
              <a:t>16</a:t>
            </a:fld>
            <a:endParaRPr lang="en-US" dirty="0"/>
          </a:p>
        </p:txBody>
      </p:sp>
    </p:spTree>
    <p:extLst>
      <p:ext uri="{BB962C8B-B14F-4D97-AF65-F5344CB8AC3E}">
        <p14:creationId xmlns:p14="http://schemas.microsoft.com/office/powerpoint/2010/main" val="4235197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8A34052-12FB-4B01-8A2E-D87AD7371E95}" type="slidenum">
              <a:rPr lang="en-US" smtClean="0"/>
              <a:t>18</a:t>
            </a:fld>
            <a:endParaRPr lang="en-US" dirty="0"/>
          </a:p>
        </p:txBody>
      </p:sp>
    </p:spTree>
    <p:extLst>
      <p:ext uri="{BB962C8B-B14F-4D97-AF65-F5344CB8AC3E}">
        <p14:creationId xmlns:p14="http://schemas.microsoft.com/office/powerpoint/2010/main" val="6180036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8A34052-12FB-4B01-8A2E-D87AD7371E95}" type="slidenum">
              <a:rPr lang="en-US" smtClean="0"/>
              <a:t>19</a:t>
            </a:fld>
            <a:endParaRPr lang="en-US" dirty="0"/>
          </a:p>
        </p:txBody>
      </p:sp>
    </p:spTree>
    <p:extLst>
      <p:ext uri="{BB962C8B-B14F-4D97-AF65-F5344CB8AC3E}">
        <p14:creationId xmlns:p14="http://schemas.microsoft.com/office/powerpoint/2010/main" val="42481885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8A34052-12FB-4B01-8A2E-D87AD7371E95}" type="slidenum">
              <a:rPr lang="en-US" smtClean="0"/>
              <a:t>20</a:t>
            </a:fld>
            <a:endParaRPr lang="en-US" dirty="0"/>
          </a:p>
        </p:txBody>
      </p:sp>
    </p:spTree>
    <p:extLst>
      <p:ext uri="{BB962C8B-B14F-4D97-AF65-F5344CB8AC3E}">
        <p14:creationId xmlns:p14="http://schemas.microsoft.com/office/powerpoint/2010/main" val="41352654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8A34052-12FB-4B01-8A2E-D87AD7371E95}" type="slidenum">
              <a:rPr lang="en-US" smtClean="0"/>
              <a:t>21</a:t>
            </a:fld>
            <a:endParaRPr lang="en-US" dirty="0"/>
          </a:p>
        </p:txBody>
      </p:sp>
    </p:spTree>
    <p:extLst>
      <p:ext uri="{BB962C8B-B14F-4D97-AF65-F5344CB8AC3E}">
        <p14:creationId xmlns:p14="http://schemas.microsoft.com/office/powerpoint/2010/main" val="42228800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8A34052-12FB-4B01-8A2E-D87AD7371E95}" type="slidenum">
              <a:rPr lang="en-US" smtClean="0"/>
              <a:t>22</a:t>
            </a:fld>
            <a:endParaRPr lang="en-US" dirty="0"/>
          </a:p>
        </p:txBody>
      </p:sp>
    </p:spTree>
    <p:extLst>
      <p:ext uri="{BB962C8B-B14F-4D97-AF65-F5344CB8AC3E}">
        <p14:creationId xmlns:p14="http://schemas.microsoft.com/office/powerpoint/2010/main" val="2387957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8A34052-12FB-4B01-8A2E-D87AD7371E95}" type="slidenum">
              <a:rPr lang="en-US" smtClean="0"/>
              <a:t>23</a:t>
            </a:fld>
            <a:endParaRPr lang="en-US" dirty="0"/>
          </a:p>
        </p:txBody>
      </p:sp>
    </p:spTree>
    <p:extLst>
      <p:ext uri="{BB962C8B-B14F-4D97-AF65-F5344CB8AC3E}">
        <p14:creationId xmlns:p14="http://schemas.microsoft.com/office/powerpoint/2010/main" val="17017587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deloitte.com/us/about" TargetMode="External"/><Relationship Id="rId2" Type="http://schemas.openxmlformats.org/officeDocument/2006/relationships/hyperlink" Target="http://www.deloitte.com/about"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tags" Target="../tags/tag2.xml"/><Relationship Id="rId7" Type="http://schemas.openxmlformats.org/officeDocument/2006/relationships/slideMaster" Target="../slideMasters/slideMaster2.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10.jpe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1" name="Shape 39"/>
          <p:cNvSpPr/>
          <p:nvPr userDrawn="1"/>
        </p:nvSpPr>
        <p:spPr>
          <a:xfrm>
            <a:off x="509035" y="891434"/>
            <a:ext cx="6707424" cy="1145995"/>
          </a:xfrm>
          <a:custGeom>
            <a:avLst/>
            <a:gdLst/>
            <a:ahLst/>
            <a:cxnLst>
              <a:cxn ang="0">
                <a:pos x="wd2" y="hd2"/>
              </a:cxn>
              <a:cxn ang="5400000">
                <a:pos x="wd2" y="hd2"/>
              </a:cxn>
              <a:cxn ang="10800000">
                <a:pos x="wd2" y="hd2"/>
              </a:cxn>
              <a:cxn ang="16200000">
                <a:pos x="wd2" y="hd2"/>
              </a:cxn>
            </a:cxnLst>
            <a:rect l="0" t="0" r="r" b="b"/>
            <a:pathLst>
              <a:path w="21600" h="21600" extrusionOk="0">
                <a:moveTo>
                  <a:pt x="19916" y="0"/>
                </a:moveTo>
                <a:lnTo>
                  <a:pt x="0" y="0"/>
                </a:lnTo>
                <a:lnTo>
                  <a:pt x="2404" y="21600"/>
                </a:lnTo>
                <a:lnTo>
                  <a:pt x="21600" y="21600"/>
                </a:lnTo>
                <a:lnTo>
                  <a:pt x="19916" y="0"/>
                </a:lnTo>
                <a:close/>
              </a:path>
            </a:pathLst>
          </a:custGeom>
          <a:solidFill>
            <a:srgbClr val="FFFFFF"/>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2400"/>
            </a:pPr>
            <a:endParaRPr kumimoji="0" sz="2400" b="0" i="0" u="none" strike="noStrike" kern="0" cap="none" spc="0" normalizeH="0" baseline="0" noProof="0" dirty="0">
              <a:ln>
                <a:noFill/>
              </a:ln>
              <a:solidFill>
                <a:prstClr val="black"/>
              </a:solidFill>
              <a:effectLst/>
              <a:uLnTx/>
              <a:uFillTx/>
            </a:endParaRPr>
          </a:p>
        </p:txBody>
      </p:sp>
      <p:grpSp>
        <p:nvGrpSpPr>
          <p:cNvPr id="39" name="Group 38"/>
          <p:cNvGrpSpPr>
            <a:grpSpLocks noChangeAspect="1"/>
          </p:cNvGrpSpPr>
          <p:nvPr userDrawn="1"/>
        </p:nvGrpSpPr>
        <p:grpSpPr>
          <a:xfrm>
            <a:off x="89196" y="6495927"/>
            <a:ext cx="2033894" cy="285845"/>
            <a:chOff x="398463" y="404813"/>
            <a:chExt cx="1627187" cy="307976"/>
          </a:xfrm>
          <a:solidFill>
            <a:sysClr val="windowText" lastClr="000000"/>
          </a:solidFill>
        </p:grpSpPr>
        <p:sp>
          <p:nvSpPr>
            <p:cNvPr id="40" name="Oval 5"/>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grpSp>
      <p:pic>
        <p:nvPicPr>
          <p:cNvPr id="18" name="Pictur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3122" y="111470"/>
            <a:ext cx="2029968" cy="571229"/>
          </a:xfrm>
          <a:prstGeom prst="rect">
            <a:avLst/>
          </a:prstGeom>
        </p:spPr>
      </p:pic>
      <p:pic>
        <p:nvPicPr>
          <p:cNvPr id="19" name="Picture 18"/>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81644" y="891434"/>
            <a:ext cx="8310356" cy="5966565"/>
          </a:xfrm>
          <a:prstGeom prst="rect">
            <a:avLst/>
          </a:prstGeom>
        </p:spPr>
      </p:pic>
    </p:spTree>
    <p:extLst>
      <p:ext uri="{BB962C8B-B14F-4D97-AF65-F5344CB8AC3E}">
        <p14:creationId xmlns:p14="http://schemas.microsoft.com/office/powerpoint/2010/main" val="3147740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5696" y="225978"/>
            <a:ext cx="10960608" cy="338328"/>
          </a:xfrm>
          <a:prstGeom prst="rect">
            <a:avLst/>
          </a:prstGeom>
        </p:spPr>
        <p:txBody>
          <a:bodyPr/>
          <a:lstStyle>
            <a:lvl1pPr>
              <a:defRPr sz="2000">
                <a:solidFill>
                  <a:srgbClr val="002060"/>
                </a:solidFill>
                <a:latin typeface="+mn-lt"/>
                <a:cs typeface="Arial"/>
              </a:defRPr>
            </a:lvl1pPr>
          </a:lstStyle>
          <a:p>
            <a:r>
              <a:rPr lang="en-US" dirty="0"/>
              <a:t>Click to edit Master title style</a:t>
            </a:r>
          </a:p>
        </p:txBody>
      </p:sp>
      <p:sp>
        <p:nvSpPr>
          <p:cNvPr id="3" name="Content Placeholder 2"/>
          <p:cNvSpPr>
            <a:spLocks noGrp="1"/>
          </p:cNvSpPr>
          <p:nvPr>
            <p:ph idx="1" hasCustomPrompt="1"/>
          </p:nvPr>
        </p:nvSpPr>
        <p:spPr>
          <a:xfrm>
            <a:off x="609600" y="1829732"/>
            <a:ext cx="10972800" cy="4254984"/>
          </a:xfrm>
          <a:prstGeom prst="rect">
            <a:avLst/>
          </a:prstGeom>
        </p:spPr>
        <p:txBody>
          <a:bodyPr/>
          <a:lstStyle>
            <a:lvl1pPr>
              <a:defRPr sz="2000" b="0">
                <a:solidFill>
                  <a:schemeClr val="tx1"/>
                </a:solidFill>
                <a:latin typeface="+mn-lt"/>
                <a:cs typeface="Arial"/>
              </a:defRPr>
            </a:lvl1pPr>
            <a:lvl2pPr marL="457130" indent="-223802">
              <a:buFont typeface="Arial" pitchFamily="34" charset="0"/>
              <a:buChar char="•"/>
              <a:defRPr sz="1600" b="1">
                <a:solidFill>
                  <a:schemeClr val="tx1"/>
                </a:solidFill>
                <a:latin typeface="+mn-lt"/>
                <a:cs typeface="Arial"/>
              </a:defRPr>
            </a:lvl2pPr>
            <a:lvl3pPr marL="457133" indent="0">
              <a:buClr>
                <a:srgbClr val="1074AC"/>
              </a:buClr>
              <a:buFont typeface="Lucida Grande"/>
              <a:buNone/>
              <a:defRPr sz="1400" b="0">
                <a:solidFill>
                  <a:schemeClr val="tx1"/>
                </a:solidFill>
                <a:latin typeface="+mn-lt"/>
                <a:cs typeface="Arial"/>
              </a:defRPr>
            </a:lvl3pPr>
            <a:lvl4pPr>
              <a:defRPr sz="1400">
                <a:solidFill>
                  <a:schemeClr val="tx1"/>
                </a:solidFill>
                <a:latin typeface="+mn-lt"/>
                <a:cs typeface="Arial"/>
              </a:defRPr>
            </a:lvl4pPr>
            <a:lvl5pPr>
              <a:defRPr sz="1200">
                <a:solidFill>
                  <a:schemeClr val="tx1"/>
                </a:solidFill>
                <a:latin typeface="+mn-lt"/>
                <a:cs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0"/>
          </p:nvPr>
        </p:nvSpPr>
        <p:spPr>
          <a:xfrm>
            <a:off x="615696" y="588908"/>
            <a:ext cx="10960608" cy="566928"/>
          </a:xfrm>
          <a:prstGeom prst="rect">
            <a:avLst/>
          </a:prstGeom>
        </p:spPr>
        <p:txBody>
          <a:bodyPr/>
          <a:lstStyle>
            <a:lvl1pPr>
              <a:defRPr lang="en-US" sz="1600" b="0" kern="1200" dirty="0" smtClean="0">
                <a:solidFill>
                  <a:srgbClr val="85BC25"/>
                </a:solidFill>
                <a:latin typeface="+mn-lt"/>
                <a:ea typeface="+mn-ea"/>
                <a:cs typeface="Arial" panose="020B0604020202020204" pitchFamily="34" charset="0"/>
              </a:defRPr>
            </a:lvl1pPr>
          </a:lstStyle>
          <a:p>
            <a:pPr lvl="0"/>
            <a:r>
              <a:rPr lang="en-US" dirty="0"/>
              <a:t>Click to edit Master text styles</a:t>
            </a:r>
          </a:p>
        </p:txBody>
      </p:sp>
      <p:sp>
        <p:nvSpPr>
          <p:cNvPr id="20" name="Footer Placeholder 4"/>
          <p:cNvSpPr>
            <a:spLocks noGrp="1"/>
          </p:cNvSpPr>
          <p:nvPr>
            <p:ph type="ftr" sz="quarter" idx="3"/>
          </p:nvPr>
        </p:nvSpPr>
        <p:spPr>
          <a:xfrm>
            <a:off x="609601" y="6084717"/>
            <a:ext cx="10966704" cy="741536"/>
          </a:xfrm>
          <a:prstGeom prst="rect">
            <a:avLst/>
          </a:prstGeom>
          <a:solidFill>
            <a:schemeClr val="accent1">
              <a:lumMod val="20000"/>
              <a:lumOff val="80000"/>
            </a:schemeClr>
          </a:solidFill>
        </p:spPr>
        <p:txBody>
          <a:bodyPr anchor="ctr"/>
          <a:lstStyle>
            <a:lvl1pPr algn="ctr">
              <a:defRPr sz="800">
                <a:solidFill>
                  <a:schemeClr val="tx1"/>
                </a:solidFill>
              </a:defRPr>
            </a:lvl1pPr>
          </a:lstStyle>
          <a:p>
            <a:r>
              <a:rPr lang="en-US" dirty="0"/>
              <a:t>HGV Cloud Implementation Project</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00668" y="6455485"/>
            <a:ext cx="1019005" cy="367611"/>
          </a:xfrm>
          <a:prstGeom prst="rect">
            <a:avLst/>
          </a:prstGeom>
        </p:spPr>
      </p:pic>
      <p:grpSp>
        <p:nvGrpSpPr>
          <p:cNvPr id="7" name="Group 6"/>
          <p:cNvGrpSpPr>
            <a:grpSpLocks noChangeAspect="1"/>
          </p:cNvGrpSpPr>
          <p:nvPr userDrawn="1"/>
        </p:nvGrpSpPr>
        <p:grpSpPr>
          <a:xfrm>
            <a:off x="10166782" y="286924"/>
            <a:ext cx="1315790" cy="184922"/>
            <a:chOff x="398463" y="404813"/>
            <a:chExt cx="1627187" cy="307976"/>
          </a:xfrm>
          <a:solidFill>
            <a:sysClr val="windowText" lastClr="000000"/>
          </a:solidFill>
        </p:grpSpPr>
        <p:sp>
          <p:nvSpPr>
            <p:cNvPr id="8" name="Oval 5"/>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9"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grpSp>
    </p:spTree>
    <p:extLst>
      <p:ext uri="{BB962C8B-B14F-4D97-AF65-F5344CB8AC3E}">
        <p14:creationId xmlns:p14="http://schemas.microsoft.com/office/powerpoint/2010/main" val="3644554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00B0F0"/>
        </a:solidFill>
        <a:effectLst/>
      </p:bgPr>
    </p:bg>
    <p:spTree>
      <p:nvGrpSpPr>
        <p:cNvPr id="1" name=""/>
        <p:cNvGrpSpPr/>
        <p:nvPr/>
      </p:nvGrpSpPr>
      <p:grpSpPr>
        <a:xfrm>
          <a:off x="0" y="0"/>
          <a:ext cx="0" cy="0"/>
          <a:chOff x="0" y="0"/>
          <a:chExt cx="0" cy="0"/>
        </a:xfrm>
      </p:grpSpPr>
      <p:sp>
        <p:nvSpPr>
          <p:cNvPr id="19" name="Title 1"/>
          <p:cNvSpPr>
            <a:spLocks noGrp="1"/>
          </p:cNvSpPr>
          <p:nvPr>
            <p:ph type="ctrTitle"/>
          </p:nvPr>
        </p:nvSpPr>
        <p:spPr>
          <a:xfrm>
            <a:off x="2672676" y="2511972"/>
            <a:ext cx="7122966" cy="914400"/>
          </a:xfrm>
          <a:prstGeom prst="rect">
            <a:avLst/>
          </a:prstGeom>
        </p:spPr>
        <p:txBody>
          <a:bodyPr anchor="b">
            <a:noAutofit/>
          </a:bodyPr>
          <a:lstStyle>
            <a:lvl1pPr algn="l">
              <a:defRPr sz="4400">
                <a:solidFill>
                  <a:schemeClr val="bg1"/>
                </a:solidFill>
              </a:defRPr>
            </a:lvl1pPr>
          </a:lstStyle>
          <a:p>
            <a:r>
              <a:rPr lang="en-US" dirty="0"/>
              <a:t>Click to edit Master title style</a:t>
            </a:r>
          </a:p>
        </p:txBody>
      </p:sp>
      <p:sp>
        <p:nvSpPr>
          <p:cNvPr id="4" name="Copyright"/>
          <p:cNvSpPr txBox="1"/>
          <p:nvPr userDrawn="1"/>
        </p:nvSpPr>
        <p:spPr>
          <a:xfrm>
            <a:off x="239838" y="6513661"/>
            <a:ext cx="5368448" cy="100306"/>
          </a:xfrm>
          <a:prstGeom prst="rect">
            <a:avLst/>
          </a:prstGeom>
          <a:noFill/>
        </p:spPr>
        <p:txBody>
          <a:bodyPr vert="horz" wrap="square" lIns="0" tIns="0" rIns="0" bIns="0" rtlCol="0" anchor="t">
            <a:noAutofit/>
          </a:bodyPr>
          <a:lstStyle/>
          <a:p>
            <a:pPr marL="0" indent="0" algn="l" defTabSz="1222218" rtl="0" eaLnBrk="1" latinLnBrk="0" hangingPunct="1">
              <a:spcBef>
                <a:spcPts val="802"/>
              </a:spcBef>
              <a:buSzPct val="100000"/>
              <a:buFont typeface="Arial"/>
              <a:buNone/>
            </a:pPr>
            <a:r>
              <a:rPr lang="en-US" sz="652" b="0" noProof="0" dirty="0">
                <a:solidFill>
                  <a:schemeClr val="bg1"/>
                </a:solidFill>
                <a:latin typeface="+mn-lt"/>
              </a:rPr>
              <a:t>Copyright © 2018 Deloitte Development LLC. All rights reserved.</a:t>
            </a:r>
          </a:p>
        </p:txBody>
      </p:sp>
      <p:sp>
        <p:nvSpPr>
          <p:cNvPr id="5" name="Slide Number Placeholder 5"/>
          <p:cNvSpPr txBox="1">
            <a:spLocks/>
          </p:cNvSpPr>
          <p:nvPr userDrawn="1"/>
        </p:nvSpPr>
        <p:spPr>
          <a:xfrm>
            <a:off x="11666742" y="6488400"/>
            <a:ext cx="172692" cy="187798"/>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endParaRPr kumimoji="0" lang="en-US" sz="902"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74339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4" name="Text Placeholder 3"/>
          <p:cNvSpPr txBox="1">
            <a:spLocks/>
          </p:cNvSpPr>
          <p:nvPr userDrawn="1"/>
        </p:nvSpPr>
        <p:spPr bwMode="gray">
          <a:xfrm>
            <a:off x="536448" y="5375078"/>
            <a:ext cx="6583680" cy="1152144"/>
          </a:xfrm>
          <a:prstGeom prst="rect">
            <a:avLst/>
          </a:prstGeom>
        </p:spPr>
        <p:txBody>
          <a:bodyPr vert="horz" lIns="0" tIns="0" rIns="0" bIns="0" rtlCol="0" anchor="b" anchorCtr="0">
            <a:noAutofit/>
          </a:bodyPr>
          <a:lstStyle>
            <a:lvl1pPr marL="0" indent="0" algn="l" defTabSz="914400" rtl="0" eaLnBrk="1" latinLnBrk="0" hangingPunct="1">
              <a:lnSpc>
                <a:spcPts val="800"/>
              </a:lnSpc>
              <a:spcBef>
                <a:spcPts val="400"/>
              </a:spcBef>
              <a:spcAft>
                <a:spcPts val="400"/>
              </a:spcAft>
              <a:buSzPct val="100000"/>
              <a:buFont typeface="Arial" panose="020B0604020202020204" pitchFamily="34" charset="0"/>
              <a:buNone/>
              <a:defRPr sz="700" b="0" kern="1200">
                <a:solidFill>
                  <a:schemeClr val="tx2"/>
                </a:solidFill>
                <a:latin typeface="+mn-lt"/>
                <a:ea typeface="+mn-ea"/>
                <a:cs typeface="+mn-cs"/>
              </a:defRPr>
            </a:lvl1pPr>
            <a:lvl2pPr marL="203200" indent="-203200" algn="l" defTabSz="914400" rtl="0" eaLnBrk="1" latinLnBrk="0" hangingPunct="1">
              <a:spcBef>
                <a:spcPts val="600"/>
              </a:spcBef>
              <a:buClrTx/>
              <a:buSzPct val="100000"/>
              <a:buFont typeface="Arial"/>
              <a:buChar char="•"/>
              <a:defRPr lang="en-US" sz="1800" kern="1200" dirty="0" smtClean="0">
                <a:solidFill>
                  <a:schemeClr val="tx2"/>
                </a:solidFill>
                <a:latin typeface="+mn-lt"/>
                <a:ea typeface="+mn-ea"/>
                <a:cs typeface="+mn-cs"/>
              </a:defRPr>
            </a:lvl2pPr>
            <a:lvl3pPr marL="431800" indent="-203200" algn="l" defTabSz="914400" rtl="0" eaLnBrk="1" latinLnBrk="0" hangingPunct="1">
              <a:spcBef>
                <a:spcPts val="600"/>
              </a:spcBef>
              <a:buClrTx/>
              <a:buSzPct val="100000"/>
              <a:buFont typeface="Arial"/>
              <a:buChar char="−"/>
              <a:defRPr lang="en-US" sz="1800" kern="1200" dirty="0" smtClean="0">
                <a:solidFill>
                  <a:schemeClr val="tx2"/>
                </a:solidFill>
                <a:latin typeface="+mn-lt"/>
                <a:ea typeface="+mn-ea"/>
                <a:cs typeface="+mn-cs"/>
              </a:defRPr>
            </a:lvl3pPr>
            <a:lvl4pPr marL="660400" indent="-203200" algn="l" defTabSz="914400" rtl="0" eaLnBrk="1" latinLnBrk="0" hangingPunct="1">
              <a:spcBef>
                <a:spcPts val="600"/>
              </a:spcBef>
              <a:buClrTx/>
              <a:buSzPct val="100000"/>
              <a:buFont typeface="Arial"/>
              <a:buChar char="◦"/>
              <a:defRPr lang="en-US" sz="1600" kern="1200" baseline="0" dirty="0" smtClean="0">
                <a:solidFill>
                  <a:schemeClr val="tx2"/>
                </a:solidFill>
                <a:latin typeface="+mn-lt"/>
                <a:ea typeface="+mn-ea"/>
                <a:cs typeface="+mn-cs"/>
              </a:defRPr>
            </a:lvl4pPr>
            <a:lvl5pPr marL="889000" indent="-203200" algn="l" defTabSz="798513" rtl="0" eaLnBrk="1" latinLnBrk="0" hangingPunct="1">
              <a:spcBef>
                <a:spcPts val="600"/>
              </a:spcBef>
              <a:buClrTx/>
              <a:buSzPct val="100000"/>
              <a:buFont typeface="Arial"/>
              <a:buChar char="−"/>
              <a:tabLst/>
              <a:defRPr lang="en-US" sz="1600" kern="1200" baseline="0" dirty="0" smtClean="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ts val="800"/>
              </a:lnSpc>
              <a:spcBef>
                <a:spcPts val="400"/>
              </a:spcBef>
              <a:spcAft>
                <a:spcPts val="400"/>
              </a:spcAft>
              <a:buClrTx/>
              <a:buSzPct val="100000"/>
              <a:buFont typeface="Arial" panose="020B0604020202020204" pitchFamily="34" charset="0"/>
              <a:buNone/>
              <a:tabLst/>
              <a:defRPr/>
            </a:pPr>
            <a:r>
              <a:rPr kumimoji="0" lang="en-US" sz="700" b="1" i="0" u="none" strike="noStrike" kern="1200" cap="none" spc="0" normalizeH="0" baseline="0" noProof="0" dirty="0">
                <a:ln>
                  <a:noFill/>
                </a:ln>
                <a:solidFill>
                  <a:srgbClr val="313131"/>
                </a:solidFill>
                <a:effectLst/>
                <a:uLnTx/>
                <a:uFillTx/>
                <a:latin typeface="Arial"/>
                <a:ea typeface="+mn-ea"/>
                <a:cs typeface="+mn-cs"/>
              </a:rPr>
              <a:t>About Deloitte</a:t>
            </a:r>
            <a:br>
              <a:rPr kumimoji="0" lang="en-US" sz="700" b="0" i="0" u="none" strike="noStrike" kern="1200" cap="none" spc="0" normalizeH="0" baseline="0" noProof="0" dirty="0">
                <a:ln>
                  <a:noFill/>
                </a:ln>
                <a:solidFill>
                  <a:srgbClr val="313131"/>
                </a:solidFill>
                <a:effectLst/>
                <a:uLnTx/>
                <a:uFillTx/>
                <a:latin typeface="Arial"/>
                <a:ea typeface="+mn-ea"/>
                <a:cs typeface="+mn-cs"/>
              </a:rPr>
            </a:br>
            <a:r>
              <a:rPr kumimoji="0" lang="en-US" sz="700" b="0" i="0" u="none" strike="noStrike" kern="1200" cap="none" spc="0" normalizeH="0" baseline="0" noProof="0" dirty="0">
                <a:ln>
                  <a:noFill/>
                </a:ln>
                <a:solidFill>
                  <a:srgbClr val="313131"/>
                </a:solidFill>
                <a:effectLst/>
                <a:uLnTx/>
                <a:uFillTx/>
                <a:latin typeface="Arial"/>
                <a:ea typeface="+mn-ea"/>
                <a:cs typeface="+mn-cs"/>
              </a:rPr>
              <a:t>Deloitte refers to one or more of Deloitte Touche Tohmatsu Limited, a UK private company limited by guarantee, and its network of member firms, each of which is a legally separate and independent entity. Please see </a:t>
            </a:r>
            <a:r>
              <a:rPr kumimoji="0" lang="en-US" sz="700" b="0" i="0" u="none" strike="noStrike" kern="1200" cap="none" spc="0" normalizeH="0" baseline="0" noProof="0" dirty="0">
                <a:ln>
                  <a:noFill/>
                </a:ln>
                <a:solidFill>
                  <a:srgbClr val="313131"/>
                </a:solidFill>
                <a:effectLst/>
                <a:uLnTx/>
                <a:uFillTx/>
                <a:latin typeface="Arial"/>
                <a:ea typeface="+mn-ea"/>
                <a:cs typeface="+mn-cs"/>
                <a:hlinkClick r:id="rId2"/>
              </a:rPr>
              <a:t>www.deloitte.com/about</a:t>
            </a:r>
            <a:r>
              <a:rPr kumimoji="0" lang="en-US" sz="700" b="0" i="0" u="none" strike="noStrike" kern="1200" cap="none" spc="0" normalizeH="0" baseline="0" noProof="0" dirty="0">
                <a:ln>
                  <a:noFill/>
                </a:ln>
                <a:solidFill>
                  <a:srgbClr val="313131"/>
                </a:solidFill>
                <a:effectLst/>
                <a:uLnTx/>
                <a:uFillTx/>
                <a:latin typeface="Arial"/>
                <a:ea typeface="+mn-ea"/>
                <a:cs typeface="+mn-cs"/>
              </a:rPr>
              <a:t> for a detailed description of the legal structure of Deloitte Touche Tohmatsu Limited and its member firms. Please see </a:t>
            </a:r>
            <a:r>
              <a:rPr kumimoji="0" lang="en-US" sz="700" b="0" i="0" u="none" strike="noStrike" kern="1200" cap="none" spc="0" normalizeH="0" baseline="0" noProof="0" dirty="0">
                <a:ln>
                  <a:noFill/>
                </a:ln>
                <a:solidFill>
                  <a:srgbClr val="313131"/>
                </a:solidFill>
                <a:effectLst/>
                <a:uLnTx/>
                <a:uFillTx/>
                <a:latin typeface="Arial"/>
                <a:ea typeface="+mn-ea"/>
                <a:cs typeface="+mn-cs"/>
                <a:hlinkClick r:id="rId3"/>
              </a:rPr>
              <a:t>www.deloitte.com/us/about</a:t>
            </a:r>
            <a:r>
              <a:rPr kumimoji="0" lang="en-US" sz="700" b="0" i="0" u="none" strike="noStrike" kern="1200" cap="none" spc="0" normalizeH="0" baseline="0" noProof="0" dirty="0">
                <a:ln>
                  <a:noFill/>
                </a:ln>
                <a:solidFill>
                  <a:srgbClr val="313131"/>
                </a:solidFill>
                <a:effectLst/>
                <a:uLnTx/>
                <a:uFillTx/>
                <a:latin typeface="Arial"/>
                <a:ea typeface="+mn-ea"/>
                <a:cs typeface="+mn-cs"/>
              </a:rPr>
              <a:t> for a detailed description of the legal structure of Deloitte LLP and its subsidiaries. Certain services may not be available to attest clients under the rules and regulations of public accounting.  </a:t>
            </a:r>
          </a:p>
          <a:p>
            <a:pPr marL="0" marR="0" lvl="0" indent="0" algn="l" defTabSz="914400" rtl="0" eaLnBrk="1" fontAlgn="auto" latinLnBrk="0" hangingPunct="1">
              <a:lnSpc>
                <a:spcPts val="800"/>
              </a:lnSpc>
              <a:spcBef>
                <a:spcPts val="400"/>
              </a:spcBef>
              <a:spcAft>
                <a:spcPts val="400"/>
              </a:spcAft>
              <a:buClrTx/>
              <a:buSzPct val="100000"/>
              <a:buFont typeface="Arial" panose="020B0604020202020204" pitchFamily="34" charset="0"/>
              <a:buNone/>
              <a:tabLst/>
              <a:defRPr/>
            </a:pPr>
            <a:r>
              <a:rPr kumimoji="0" lang="en-US" sz="700" b="0" i="0" u="none" strike="noStrike" kern="1200" cap="none" spc="0" normalizeH="0" baseline="0" noProof="0" dirty="0">
                <a:ln>
                  <a:noFill/>
                </a:ln>
                <a:solidFill>
                  <a:srgbClr val="313131"/>
                </a:solidFill>
                <a:effectLst/>
                <a:uLnTx/>
                <a:uFillTx/>
                <a:latin typeface="Arial"/>
                <a:ea typeface="+mn-ea"/>
                <a:cs typeface="+mn-cs"/>
              </a:rPr>
              <a:t>Copyright © 2016 Deloitte Development LLC. All rights reserved.</a:t>
            </a:r>
            <a:br>
              <a:rPr kumimoji="0" lang="en-US" sz="700" b="0" i="0" u="none" strike="noStrike" kern="1200" cap="none" spc="0" normalizeH="0" baseline="0" noProof="0" dirty="0">
                <a:ln>
                  <a:noFill/>
                </a:ln>
                <a:solidFill>
                  <a:srgbClr val="313131"/>
                </a:solidFill>
                <a:effectLst/>
                <a:uLnTx/>
                <a:uFillTx/>
                <a:latin typeface="Arial"/>
                <a:ea typeface="+mn-ea"/>
                <a:cs typeface="+mn-cs"/>
              </a:rPr>
            </a:br>
            <a:r>
              <a:rPr kumimoji="0" lang="en-US" sz="700" b="0" i="0" u="none" strike="noStrike" kern="1200" cap="none" spc="0" normalizeH="0" baseline="0" noProof="0" dirty="0">
                <a:ln>
                  <a:noFill/>
                </a:ln>
                <a:solidFill>
                  <a:srgbClr val="313131"/>
                </a:solidFill>
                <a:effectLst/>
                <a:uLnTx/>
                <a:uFillTx/>
                <a:latin typeface="Arial"/>
                <a:ea typeface="+mn-ea"/>
                <a:cs typeface="+mn-cs"/>
              </a:rPr>
              <a:t>Member of Deloitte Touche Tohmatsu Limited</a:t>
            </a:r>
          </a:p>
        </p:txBody>
      </p:sp>
      <p:grpSp>
        <p:nvGrpSpPr>
          <p:cNvPr id="35" name="Group 34"/>
          <p:cNvGrpSpPr>
            <a:grpSpLocks noChangeAspect="1"/>
          </p:cNvGrpSpPr>
          <p:nvPr userDrawn="1"/>
        </p:nvGrpSpPr>
        <p:grpSpPr>
          <a:xfrm>
            <a:off x="3950802" y="3127514"/>
            <a:ext cx="4290399" cy="602975"/>
            <a:chOff x="398463" y="404813"/>
            <a:chExt cx="1627187" cy="307976"/>
          </a:xfrm>
          <a:solidFill>
            <a:sysClr val="windowText" lastClr="000000"/>
          </a:solidFill>
        </p:grpSpPr>
        <p:sp>
          <p:nvSpPr>
            <p:cNvPr id="36" name="Oval 5"/>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37"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38"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39"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0"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grpSp>
    </p:spTree>
    <p:extLst>
      <p:ext uri="{BB962C8B-B14F-4D97-AF65-F5344CB8AC3E}">
        <p14:creationId xmlns:p14="http://schemas.microsoft.com/office/powerpoint/2010/main" val="2779509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3" name="Title 1"/>
          <p:cNvSpPr>
            <a:spLocks noGrp="1"/>
          </p:cNvSpPr>
          <p:nvPr>
            <p:ph type="title"/>
          </p:nvPr>
        </p:nvSpPr>
        <p:spPr>
          <a:xfrm>
            <a:off x="412500" y="366779"/>
            <a:ext cx="10972800" cy="606426"/>
          </a:xfrm>
        </p:spPr>
        <p:txBody>
          <a:bodyPr>
            <a:noAutofit/>
          </a:bodyPr>
          <a:lstStyle>
            <a:lvl1pPr algn="l" defTabSz="1214962" rtl="0" eaLnBrk="1" latinLnBrk="0" hangingPunct="1">
              <a:lnSpc>
                <a:spcPct val="100000"/>
              </a:lnSpc>
              <a:spcBef>
                <a:spcPct val="0"/>
              </a:spcBef>
              <a:buNone/>
              <a:defRPr lang="en-US" sz="3208" b="0" kern="1200" dirty="0">
                <a:solidFill>
                  <a:schemeClr val="tx1"/>
                </a:solidFill>
                <a:latin typeface="+mj-lt"/>
                <a:ea typeface="+mj-ea"/>
                <a:cs typeface="Arial" panose="020B0604020202020204" pitchFamily="34" charset="0"/>
              </a:defRPr>
            </a:lvl1pPr>
          </a:lstStyle>
          <a:p>
            <a:r>
              <a:rPr lang="en-US" dirty="0"/>
              <a:t>Click to edit Master title style</a:t>
            </a:r>
          </a:p>
        </p:txBody>
      </p:sp>
      <p:sp>
        <p:nvSpPr>
          <p:cNvPr id="4" name="Content Placeholder 2"/>
          <p:cNvSpPr>
            <a:spLocks noGrp="1"/>
          </p:cNvSpPr>
          <p:nvPr>
            <p:ph idx="1"/>
          </p:nvPr>
        </p:nvSpPr>
        <p:spPr>
          <a:xfrm>
            <a:off x="458334" y="871100"/>
            <a:ext cx="10972800" cy="409575"/>
          </a:xfrm>
        </p:spPr>
        <p:txBody>
          <a:bodyPr>
            <a:noAutofit/>
          </a:bodyPr>
          <a:lstStyle>
            <a:lvl1pPr marL="0" indent="0" algn="l" defTabSz="1214962" rtl="0" eaLnBrk="1" latinLnBrk="0" hangingPunct="1">
              <a:spcBef>
                <a:spcPct val="20000"/>
              </a:spcBef>
              <a:buFont typeface="Arial" pitchFamily="34" charset="0"/>
              <a:buNone/>
              <a:defRPr lang="en-US" sz="1404" b="0" kern="1200" dirty="0" smtClean="0">
                <a:solidFill>
                  <a:schemeClr val="tx1"/>
                </a:solidFill>
                <a:latin typeface="+mn-lt"/>
                <a:ea typeface="+mn-ea"/>
                <a:cs typeface="Arial" panose="020B0604020202020204" pitchFamily="34" charset="0"/>
              </a:defRPr>
            </a:lvl1pPr>
            <a:lvl2pPr marL="303741" indent="-303741" algn="l" defTabSz="1214962" rtl="0" eaLnBrk="1" latinLnBrk="0" hangingPunct="1">
              <a:spcBef>
                <a:spcPct val="20000"/>
              </a:spcBef>
              <a:buFont typeface="Arial" pitchFamily="34" charset="0"/>
              <a:buChar char="•"/>
              <a:defRPr lang="en-US" sz="2707" kern="1200" dirty="0" smtClean="0">
                <a:solidFill>
                  <a:schemeClr val="tx1"/>
                </a:solidFill>
                <a:latin typeface="+mn-lt"/>
                <a:ea typeface="+mn-ea"/>
                <a:cs typeface="+mn-cs"/>
              </a:defRPr>
            </a:lvl2pPr>
            <a:lvl3pPr marL="833176" indent="-455603">
              <a:defRPr lang="en-US" sz="2707" kern="1200" dirty="0" smtClean="0">
                <a:solidFill>
                  <a:schemeClr val="tx1"/>
                </a:solidFill>
                <a:latin typeface="+mn-lt"/>
                <a:ea typeface="+mn-ea"/>
                <a:cs typeface="+mn-cs"/>
              </a:defRPr>
            </a:lvl3pPr>
            <a:lvl4pPr marL="1292998" indent="-455603">
              <a:defRPr/>
            </a:lvl4pPr>
          </a:lstStyle>
          <a:p>
            <a:pPr lvl="0"/>
            <a:r>
              <a:rPr lang="en-US" dirty="0"/>
              <a:t>Click to edit Master text styles</a:t>
            </a:r>
          </a:p>
        </p:txBody>
      </p:sp>
      <p:sp>
        <p:nvSpPr>
          <p:cNvPr id="5" name="Copyright"/>
          <p:cNvSpPr txBox="1"/>
          <p:nvPr userDrawn="1"/>
        </p:nvSpPr>
        <p:spPr>
          <a:xfrm>
            <a:off x="4851425" y="6575892"/>
            <a:ext cx="5368448" cy="100306"/>
          </a:xfrm>
          <a:prstGeom prst="rect">
            <a:avLst/>
          </a:prstGeom>
          <a:noFill/>
        </p:spPr>
        <p:txBody>
          <a:bodyPr vert="horz" wrap="square" lIns="0" tIns="0" rIns="0" bIns="0" rtlCol="0" anchor="t">
            <a:noAutofit/>
          </a:bodyPr>
          <a:lstStyle/>
          <a:p>
            <a:pPr marL="0" indent="0" algn="l" defTabSz="1222218" rtl="0" eaLnBrk="1" latinLnBrk="0" hangingPunct="1">
              <a:spcBef>
                <a:spcPts val="802"/>
              </a:spcBef>
              <a:buSzPct val="100000"/>
              <a:buFont typeface="Arial"/>
              <a:buNone/>
            </a:pPr>
            <a:r>
              <a:rPr lang="en-US" sz="652" b="0" noProof="0" dirty="0">
                <a:solidFill>
                  <a:schemeClr val="tx1"/>
                </a:solidFill>
                <a:latin typeface="+mn-lt"/>
              </a:rPr>
              <a:t>Copyright © 2018 Deloitte Development LLC. All rights reserved.</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15175" y="6274779"/>
            <a:ext cx="1019005" cy="367611"/>
          </a:xfrm>
          <a:prstGeom prst="rect">
            <a:avLst/>
          </a:prstGeom>
        </p:spPr>
      </p:pic>
      <p:grpSp>
        <p:nvGrpSpPr>
          <p:cNvPr id="8" name="Group 7"/>
          <p:cNvGrpSpPr>
            <a:grpSpLocks noChangeAspect="1"/>
          </p:cNvGrpSpPr>
          <p:nvPr userDrawn="1"/>
        </p:nvGrpSpPr>
        <p:grpSpPr>
          <a:xfrm>
            <a:off x="483429" y="6333544"/>
            <a:ext cx="2033894" cy="285845"/>
            <a:chOff x="398463" y="404813"/>
            <a:chExt cx="1627187" cy="307976"/>
          </a:xfrm>
          <a:solidFill>
            <a:sysClr val="windowText" lastClr="000000"/>
          </a:solidFill>
        </p:grpSpPr>
        <p:sp>
          <p:nvSpPr>
            <p:cNvPr id="9" name="Oval 8"/>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0" name="Freeform 9"/>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1" name="Rectangle 10"/>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2" name="Freeform 11"/>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3" name="Rectangle 12"/>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4" name="Rectangle 13"/>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5" name="Freeform 14"/>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6" name="Freeform 15"/>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7" name="Freeform 16"/>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8" name="Freeform 17"/>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grpSp>
    </p:spTree>
    <p:extLst>
      <p:ext uri="{BB962C8B-B14F-4D97-AF65-F5344CB8AC3E}">
        <p14:creationId xmlns:p14="http://schemas.microsoft.com/office/powerpoint/2010/main" val="295828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998"/>
          <p:cNvGrpSpPr>
            <a:grpSpLocks/>
          </p:cNvGrpSpPr>
          <p:nvPr>
            <p:custDataLst>
              <p:tags r:id="rId2"/>
            </p:custDataLst>
          </p:nvPr>
        </p:nvGrpSpPr>
        <p:grpSpPr bwMode="auto">
          <a:xfrm>
            <a:off x="622300" y="1303338"/>
            <a:ext cx="10905067" cy="19050"/>
            <a:chOff x="290" y="806"/>
            <a:chExt cx="5152" cy="12"/>
          </a:xfrm>
        </p:grpSpPr>
        <p:sp>
          <p:nvSpPr>
            <p:cNvPr id="6" name="Oval 999"/>
            <p:cNvSpPr>
              <a:spLocks noChangeArrowheads="1"/>
            </p:cNvSpPr>
            <p:nvPr userDrawn="1"/>
          </p:nvSpPr>
          <p:spPr bwMode="auto">
            <a:xfrm>
              <a:off x="29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 name="Oval 1000"/>
            <p:cNvSpPr>
              <a:spLocks noChangeArrowheads="1"/>
            </p:cNvSpPr>
            <p:nvPr userDrawn="1"/>
          </p:nvSpPr>
          <p:spPr bwMode="auto">
            <a:xfrm>
              <a:off x="35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 name="Oval 1001"/>
            <p:cNvSpPr>
              <a:spLocks noChangeArrowheads="1"/>
            </p:cNvSpPr>
            <p:nvPr userDrawn="1"/>
          </p:nvSpPr>
          <p:spPr bwMode="auto">
            <a:xfrm>
              <a:off x="41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9" name="Oval 1002"/>
            <p:cNvSpPr>
              <a:spLocks noChangeArrowheads="1"/>
            </p:cNvSpPr>
            <p:nvPr userDrawn="1"/>
          </p:nvSpPr>
          <p:spPr bwMode="auto">
            <a:xfrm>
              <a:off x="47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 name="Oval 1003"/>
            <p:cNvSpPr>
              <a:spLocks noChangeArrowheads="1"/>
            </p:cNvSpPr>
            <p:nvPr userDrawn="1"/>
          </p:nvSpPr>
          <p:spPr bwMode="auto">
            <a:xfrm>
              <a:off x="53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 name="Oval 1004"/>
            <p:cNvSpPr>
              <a:spLocks noChangeArrowheads="1"/>
            </p:cNvSpPr>
            <p:nvPr userDrawn="1"/>
          </p:nvSpPr>
          <p:spPr bwMode="auto">
            <a:xfrm>
              <a:off x="60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 name="Oval 1005"/>
            <p:cNvSpPr>
              <a:spLocks noChangeArrowheads="1"/>
            </p:cNvSpPr>
            <p:nvPr userDrawn="1"/>
          </p:nvSpPr>
          <p:spPr bwMode="auto">
            <a:xfrm>
              <a:off x="66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 name="Oval 1006"/>
            <p:cNvSpPr>
              <a:spLocks noChangeArrowheads="1"/>
            </p:cNvSpPr>
            <p:nvPr userDrawn="1"/>
          </p:nvSpPr>
          <p:spPr bwMode="auto">
            <a:xfrm>
              <a:off x="72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 name="Oval 1007"/>
            <p:cNvSpPr>
              <a:spLocks noChangeArrowheads="1"/>
            </p:cNvSpPr>
            <p:nvPr userDrawn="1"/>
          </p:nvSpPr>
          <p:spPr bwMode="auto">
            <a:xfrm>
              <a:off x="78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 name="Oval 1008"/>
            <p:cNvSpPr>
              <a:spLocks noChangeArrowheads="1"/>
            </p:cNvSpPr>
            <p:nvPr userDrawn="1"/>
          </p:nvSpPr>
          <p:spPr bwMode="auto">
            <a:xfrm>
              <a:off x="84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 name="Oval 1009"/>
            <p:cNvSpPr>
              <a:spLocks noChangeArrowheads="1"/>
            </p:cNvSpPr>
            <p:nvPr userDrawn="1"/>
          </p:nvSpPr>
          <p:spPr bwMode="auto">
            <a:xfrm>
              <a:off x="91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7" name="Oval 1010"/>
            <p:cNvSpPr>
              <a:spLocks noChangeArrowheads="1"/>
            </p:cNvSpPr>
            <p:nvPr userDrawn="1"/>
          </p:nvSpPr>
          <p:spPr bwMode="auto">
            <a:xfrm>
              <a:off x="97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8" name="Oval 1011"/>
            <p:cNvSpPr>
              <a:spLocks noChangeArrowheads="1"/>
            </p:cNvSpPr>
            <p:nvPr userDrawn="1"/>
          </p:nvSpPr>
          <p:spPr bwMode="auto">
            <a:xfrm>
              <a:off x="103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9" name="Oval 1012"/>
            <p:cNvSpPr>
              <a:spLocks noChangeArrowheads="1"/>
            </p:cNvSpPr>
            <p:nvPr userDrawn="1"/>
          </p:nvSpPr>
          <p:spPr bwMode="auto">
            <a:xfrm>
              <a:off x="109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0" name="Oval 1013"/>
            <p:cNvSpPr>
              <a:spLocks noChangeArrowheads="1"/>
            </p:cNvSpPr>
            <p:nvPr userDrawn="1"/>
          </p:nvSpPr>
          <p:spPr bwMode="auto">
            <a:xfrm>
              <a:off x="115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1" name="Oval 1014"/>
            <p:cNvSpPr>
              <a:spLocks noChangeArrowheads="1"/>
            </p:cNvSpPr>
            <p:nvPr userDrawn="1"/>
          </p:nvSpPr>
          <p:spPr bwMode="auto">
            <a:xfrm>
              <a:off x="122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2" name="Oval 1015"/>
            <p:cNvSpPr>
              <a:spLocks noChangeArrowheads="1"/>
            </p:cNvSpPr>
            <p:nvPr userDrawn="1"/>
          </p:nvSpPr>
          <p:spPr bwMode="auto">
            <a:xfrm>
              <a:off x="128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3" name="Oval 1016"/>
            <p:cNvSpPr>
              <a:spLocks noChangeArrowheads="1"/>
            </p:cNvSpPr>
            <p:nvPr userDrawn="1"/>
          </p:nvSpPr>
          <p:spPr bwMode="auto">
            <a:xfrm>
              <a:off x="134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4" name="Oval 1017"/>
            <p:cNvSpPr>
              <a:spLocks noChangeArrowheads="1"/>
            </p:cNvSpPr>
            <p:nvPr userDrawn="1"/>
          </p:nvSpPr>
          <p:spPr bwMode="auto">
            <a:xfrm>
              <a:off x="140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5" name="Oval 1018"/>
            <p:cNvSpPr>
              <a:spLocks noChangeArrowheads="1"/>
            </p:cNvSpPr>
            <p:nvPr userDrawn="1"/>
          </p:nvSpPr>
          <p:spPr bwMode="auto">
            <a:xfrm>
              <a:off x="146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6" name="Oval 1019"/>
            <p:cNvSpPr>
              <a:spLocks noChangeArrowheads="1"/>
            </p:cNvSpPr>
            <p:nvPr userDrawn="1"/>
          </p:nvSpPr>
          <p:spPr bwMode="auto">
            <a:xfrm>
              <a:off x="152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7" name="Oval 1020"/>
            <p:cNvSpPr>
              <a:spLocks noChangeArrowheads="1"/>
            </p:cNvSpPr>
            <p:nvPr userDrawn="1"/>
          </p:nvSpPr>
          <p:spPr bwMode="auto">
            <a:xfrm>
              <a:off x="158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8" name="Oval 1021"/>
            <p:cNvSpPr>
              <a:spLocks noChangeArrowheads="1"/>
            </p:cNvSpPr>
            <p:nvPr userDrawn="1"/>
          </p:nvSpPr>
          <p:spPr bwMode="auto">
            <a:xfrm>
              <a:off x="164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9" name="Oval 1022"/>
            <p:cNvSpPr>
              <a:spLocks noChangeArrowheads="1"/>
            </p:cNvSpPr>
            <p:nvPr userDrawn="1"/>
          </p:nvSpPr>
          <p:spPr bwMode="auto">
            <a:xfrm>
              <a:off x="170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0" name="Oval 1023"/>
            <p:cNvSpPr>
              <a:spLocks noChangeArrowheads="1"/>
            </p:cNvSpPr>
            <p:nvPr userDrawn="1"/>
          </p:nvSpPr>
          <p:spPr bwMode="auto">
            <a:xfrm>
              <a:off x="177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1" name="Oval 1024"/>
            <p:cNvSpPr>
              <a:spLocks noChangeArrowheads="1"/>
            </p:cNvSpPr>
            <p:nvPr userDrawn="1"/>
          </p:nvSpPr>
          <p:spPr bwMode="auto">
            <a:xfrm>
              <a:off x="183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2" name="Oval 1025"/>
            <p:cNvSpPr>
              <a:spLocks noChangeArrowheads="1"/>
            </p:cNvSpPr>
            <p:nvPr userDrawn="1"/>
          </p:nvSpPr>
          <p:spPr bwMode="auto">
            <a:xfrm>
              <a:off x="189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3" name="Oval 1026"/>
            <p:cNvSpPr>
              <a:spLocks noChangeArrowheads="1"/>
            </p:cNvSpPr>
            <p:nvPr userDrawn="1"/>
          </p:nvSpPr>
          <p:spPr bwMode="auto">
            <a:xfrm>
              <a:off x="195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4" name="Oval 1027"/>
            <p:cNvSpPr>
              <a:spLocks noChangeArrowheads="1"/>
            </p:cNvSpPr>
            <p:nvPr userDrawn="1"/>
          </p:nvSpPr>
          <p:spPr bwMode="auto">
            <a:xfrm>
              <a:off x="201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5" name="Oval 1028"/>
            <p:cNvSpPr>
              <a:spLocks noChangeArrowheads="1"/>
            </p:cNvSpPr>
            <p:nvPr userDrawn="1"/>
          </p:nvSpPr>
          <p:spPr bwMode="auto">
            <a:xfrm>
              <a:off x="207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6" name="Oval 1029"/>
            <p:cNvSpPr>
              <a:spLocks noChangeArrowheads="1"/>
            </p:cNvSpPr>
            <p:nvPr userDrawn="1"/>
          </p:nvSpPr>
          <p:spPr bwMode="auto">
            <a:xfrm>
              <a:off x="213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7" name="Oval 1030"/>
            <p:cNvSpPr>
              <a:spLocks noChangeArrowheads="1"/>
            </p:cNvSpPr>
            <p:nvPr userDrawn="1"/>
          </p:nvSpPr>
          <p:spPr bwMode="auto">
            <a:xfrm>
              <a:off x="219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8" name="Oval 1031"/>
            <p:cNvSpPr>
              <a:spLocks noChangeArrowheads="1"/>
            </p:cNvSpPr>
            <p:nvPr userDrawn="1"/>
          </p:nvSpPr>
          <p:spPr bwMode="auto">
            <a:xfrm>
              <a:off x="225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9" name="Oval 1032"/>
            <p:cNvSpPr>
              <a:spLocks noChangeArrowheads="1"/>
            </p:cNvSpPr>
            <p:nvPr userDrawn="1"/>
          </p:nvSpPr>
          <p:spPr bwMode="auto">
            <a:xfrm>
              <a:off x="231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0" name="Oval 1033"/>
            <p:cNvSpPr>
              <a:spLocks noChangeArrowheads="1"/>
            </p:cNvSpPr>
            <p:nvPr userDrawn="1"/>
          </p:nvSpPr>
          <p:spPr bwMode="auto">
            <a:xfrm>
              <a:off x="238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1" name="Oval 1034"/>
            <p:cNvSpPr>
              <a:spLocks noChangeArrowheads="1"/>
            </p:cNvSpPr>
            <p:nvPr userDrawn="1"/>
          </p:nvSpPr>
          <p:spPr bwMode="auto">
            <a:xfrm>
              <a:off x="244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2" name="Oval 1035"/>
            <p:cNvSpPr>
              <a:spLocks noChangeArrowheads="1"/>
            </p:cNvSpPr>
            <p:nvPr userDrawn="1"/>
          </p:nvSpPr>
          <p:spPr bwMode="auto">
            <a:xfrm>
              <a:off x="250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3" name="Oval 1036"/>
            <p:cNvSpPr>
              <a:spLocks noChangeArrowheads="1"/>
            </p:cNvSpPr>
            <p:nvPr userDrawn="1"/>
          </p:nvSpPr>
          <p:spPr bwMode="auto">
            <a:xfrm>
              <a:off x="256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4" name="Oval 1037"/>
            <p:cNvSpPr>
              <a:spLocks noChangeArrowheads="1"/>
            </p:cNvSpPr>
            <p:nvPr userDrawn="1"/>
          </p:nvSpPr>
          <p:spPr bwMode="auto">
            <a:xfrm>
              <a:off x="262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5" name="Oval 1038"/>
            <p:cNvSpPr>
              <a:spLocks noChangeArrowheads="1"/>
            </p:cNvSpPr>
            <p:nvPr userDrawn="1"/>
          </p:nvSpPr>
          <p:spPr bwMode="auto">
            <a:xfrm>
              <a:off x="268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6" name="Oval 1039"/>
            <p:cNvSpPr>
              <a:spLocks noChangeArrowheads="1"/>
            </p:cNvSpPr>
            <p:nvPr userDrawn="1"/>
          </p:nvSpPr>
          <p:spPr bwMode="auto">
            <a:xfrm>
              <a:off x="274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7" name="Oval 1040"/>
            <p:cNvSpPr>
              <a:spLocks noChangeArrowheads="1"/>
            </p:cNvSpPr>
            <p:nvPr userDrawn="1"/>
          </p:nvSpPr>
          <p:spPr bwMode="auto">
            <a:xfrm>
              <a:off x="280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8" name="Oval 1041"/>
            <p:cNvSpPr>
              <a:spLocks noChangeArrowheads="1"/>
            </p:cNvSpPr>
            <p:nvPr userDrawn="1"/>
          </p:nvSpPr>
          <p:spPr bwMode="auto">
            <a:xfrm>
              <a:off x="286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9" name="Oval 1042"/>
            <p:cNvSpPr>
              <a:spLocks noChangeArrowheads="1"/>
            </p:cNvSpPr>
            <p:nvPr userDrawn="1"/>
          </p:nvSpPr>
          <p:spPr bwMode="auto">
            <a:xfrm>
              <a:off x="292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0" name="Oval 1043"/>
            <p:cNvSpPr>
              <a:spLocks noChangeArrowheads="1"/>
            </p:cNvSpPr>
            <p:nvPr userDrawn="1"/>
          </p:nvSpPr>
          <p:spPr bwMode="auto">
            <a:xfrm>
              <a:off x="299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1" name="Oval 1044"/>
            <p:cNvSpPr>
              <a:spLocks noChangeArrowheads="1"/>
            </p:cNvSpPr>
            <p:nvPr userDrawn="1"/>
          </p:nvSpPr>
          <p:spPr bwMode="auto">
            <a:xfrm>
              <a:off x="305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2" name="Oval 1045"/>
            <p:cNvSpPr>
              <a:spLocks noChangeArrowheads="1"/>
            </p:cNvSpPr>
            <p:nvPr userDrawn="1"/>
          </p:nvSpPr>
          <p:spPr bwMode="auto">
            <a:xfrm>
              <a:off x="311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3" name="Oval 1046"/>
            <p:cNvSpPr>
              <a:spLocks noChangeArrowheads="1"/>
            </p:cNvSpPr>
            <p:nvPr userDrawn="1"/>
          </p:nvSpPr>
          <p:spPr bwMode="auto">
            <a:xfrm>
              <a:off x="317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4" name="Oval 1047"/>
            <p:cNvSpPr>
              <a:spLocks noChangeArrowheads="1"/>
            </p:cNvSpPr>
            <p:nvPr userDrawn="1"/>
          </p:nvSpPr>
          <p:spPr bwMode="auto">
            <a:xfrm>
              <a:off x="323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5" name="Oval 1048"/>
            <p:cNvSpPr>
              <a:spLocks noChangeArrowheads="1"/>
            </p:cNvSpPr>
            <p:nvPr userDrawn="1"/>
          </p:nvSpPr>
          <p:spPr bwMode="auto">
            <a:xfrm>
              <a:off x="329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6" name="Oval 1049"/>
            <p:cNvSpPr>
              <a:spLocks noChangeArrowheads="1"/>
            </p:cNvSpPr>
            <p:nvPr userDrawn="1"/>
          </p:nvSpPr>
          <p:spPr bwMode="auto">
            <a:xfrm>
              <a:off x="335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7" name="Oval 1050"/>
            <p:cNvSpPr>
              <a:spLocks noChangeArrowheads="1"/>
            </p:cNvSpPr>
            <p:nvPr userDrawn="1"/>
          </p:nvSpPr>
          <p:spPr bwMode="auto">
            <a:xfrm>
              <a:off x="341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8" name="Oval 1051"/>
            <p:cNvSpPr>
              <a:spLocks noChangeArrowheads="1"/>
            </p:cNvSpPr>
            <p:nvPr userDrawn="1"/>
          </p:nvSpPr>
          <p:spPr bwMode="auto">
            <a:xfrm>
              <a:off x="347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9" name="Oval 1052"/>
            <p:cNvSpPr>
              <a:spLocks noChangeArrowheads="1"/>
            </p:cNvSpPr>
            <p:nvPr userDrawn="1"/>
          </p:nvSpPr>
          <p:spPr bwMode="auto">
            <a:xfrm>
              <a:off x="353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0" name="Oval 1053"/>
            <p:cNvSpPr>
              <a:spLocks noChangeArrowheads="1"/>
            </p:cNvSpPr>
            <p:nvPr userDrawn="1"/>
          </p:nvSpPr>
          <p:spPr bwMode="auto">
            <a:xfrm>
              <a:off x="360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1" name="Oval 1054"/>
            <p:cNvSpPr>
              <a:spLocks noChangeArrowheads="1"/>
            </p:cNvSpPr>
            <p:nvPr userDrawn="1"/>
          </p:nvSpPr>
          <p:spPr bwMode="auto">
            <a:xfrm>
              <a:off x="366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2" name="Oval 1055"/>
            <p:cNvSpPr>
              <a:spLocks noChangeArrowheads="1"/>
            </p:cNvSpPr>
            <p:nvPr userDrawn="1"/>
          </p:nvSpPr>
          <p:spPr bwMode="auto">
            <a:xfrm>
              <a:off x="372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3" name="Oval 1056"/>
            <p:cNvSpPr>
              <a:spLocks noChangeArrowheads="1"/>
            </p:cNvSpPr>
            <p:nvPr userDrawn="1"/>
          </p:nvSpPr>
          <p:spPr bwMode="auto">
            <a:xfrm>
              <a:off x="378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4" name="Oval 1057"/>
            <p:cNvSpPr>
              <a:spLocks noChangeArrowheads="1"/>
            </p:cNvSpPr>
            <p:nvPr userDrawn="1"/>
          </p:nvSpPr>
          <p:spPr bwMode="auto">
            <a:xfrm>
              <a:off x="384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5" name="Oval 1058"/>
            <p:cNvSpPr>
              <a:spLocks noChangeArrowheads="1"/>
            </p:cNvSpPr>
            <p:nvPr userDrawn="1"/>
          </p:nvSpPr>
          <p:spPr bwMode="auto">
            <a:xfrm>
              <a:off x="390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6" name="Oval 1059"/>
            <p:cNvSpPr>
              <a:spLocks noChangeArrowheads="1"/>
            </p:cNvSpPr>
            <p:nvPr userDrawn="1"/>
          </p:nvSpPr>
          <p:spPr bwMode="auto">
            <a:xfrm>
              <a:off x="396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7" name="Oval 1060"/>
            <p:cNvSpPr>
              <a:spLocks noChangeArrowheads="1"/>
            </p:cNvSpPr>
            <p:nvPr userDrawn="1"/>
          </p:nvSpPr>
          <p:spPr bwMode="auto">
            <a:xfrm>
              <a:off x="402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8" name="Oval 1061"/>
            <p:cNvSpPr>
              <a:spLocks noChangeArrowheads="1"/>
            </p:cNvSpPr>
            <p:nvPr userDrawn="1"/>
          </p:nvSpPr>
          <p:spPr bwMode="auto">
            <a:xfrm>
              <a:off x="408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9" name="Oval 1062"/>
            <p:cNvSpPr>
              <a:spLocks noChangeArrowheads="1"/>
            </p:cNvSpPr>
            <p:nvPr userDrawn="1"/>
          </p:nvSpPr>
          <p:spPr bwMode="auto">
            <a:xfrm>
              <a:off x="414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0" name="Oval 1063"/>
            <p:cNvSpPr>
              <a:spLocks noChangeArrowheads="1"/>
            </p:cNvSpPr>
            <p:nvPr userDrawn="1"/>
          </p:nvSpPr>
          <p:spPr bwMode="auto">
            <a:xfrm>
              <a:off x="421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1" name="Oval 1064"/>
            <p:cNvSpPr>
              <a:spLocks noChangeArrowheads="1"/>
            </p:cNvSpPr>
            <p:nvPr userDrawn="1"/>
          </p:nvSpPr>
          <p:spPr bwMode="auto">
            <a:xfrm>
              <a:off x="427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2" name="Oval 1065"/>
            <p:cNvSpPr>
              <a:spLocks noChangeArrowheads="1"/>
            </p:cNvSpPr>
            <p:nvPr userDrawn="1"/>
          </p:nvSpPr>
          <p:spPr bwMode="auto">
            <a:xfrm>
              <a:off x="433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3" name="Oval 1066"/>
            <p:cNvSpPr>
              <a:spLocks noChangeArrowheads="1"/>
            </p:cNvSpPr>
            <p:nvPr userDrawn="1"/>
          </p:nvSpPr>
          <p:spPr bwMode="auto">
            <a:xfrm>
              <a:off x="439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4" name="Oval 1067"/>
            <p:cNvSpPr>
              <a:spLocks noChangeArrowheads="1"/>
            </p:cNvSpPr>
            <p:nvPr userDrawn="1"/>
          </p:nvSpPr>
          <p:spPr bwMode="auto">
            <a:xfrm>
              <a:off x="445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5" name="Oval 1068"/>
            <p:cNvSpPr>
              <a:spLocks noChangeArrowheads="1"/>
            </p:cNvSpPr>
            <p:nvPr userDrawn="1"/>
          </p:nvSpPr>
          <p:spPr bwMode="auto">
            <a:xfrm>
              <a:off x="451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6" name="Oval 1069"/>
            <p:cNvSpPr>
              <a:spLocks noChangeArrowheads="1"/>
            </p:cNvSpPr>
            <p:nvPr userDrawn="1"/>
          </p:nvSpPr>
          <p:spPr bwMode="auto">
            <a:xfrm>
              <a:off x="457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7" name="Oval 1070"/>
            <p:cNvSpPr>
              <a:spLocks noChangeArrowheads="1"/>
            </p:cNvSpPr>
            <p:nvPr userDrawn="1"/>
          </p:nvSpPr>
          <p:spPr bwMode="auto">
            <a:xfrm>
              <a:off x="463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8" name="Oval 1071"/>
            <p:cNvSpPr>
              <a:spLocks noChangeArrowheads="1"/>
            </p:cNvSpPr>
            <p:nvPr userDrawn="1"/>
          </p:nvSpPr>
          <p:spPr bwMode="auto">
            <a:xfrm>
              <a:off x="469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9" name="Oval 1072"/>
            <p:cNvSpPr>
              <a:spLocks noChangeArrowheads="1"/>
            </p:cNvSpPr>
            <p:nvPr userDrawn="1"/>
          </p:nvSpPr>
          <p:spPr bwMode="auto">
            <a:xfrm>
              <a:off x="475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0" name="Oval 1073"/>
            <p:cNvSpPr>
              <a:spLocks noChangeArrowheads="1"/>
            </p:cNvSpPr>
            <p:nvPr userDrawn="1"/>
          </p:nvSpPr>
          <p:spPr bwMode="auto">
            <a:xfrm>
              <a:off x="482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1" name="Oval 1074"/>
            <p:cNvSpPr>
              <a:spLocks noChangeArrowheads="1"/>
            </p:cNvSpPr>
            <p:nvPr userDrawn="1"/>
          </p:nvSpPr>
          <p:spPr bwMode="auto">
            <a:xfrm>
              <a:off x="488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2" name="Oval 1075"/>
            <p:cNvSpPr>
              <a:spLocks noChangeArrowheads="1"/>
            </p:cNvSpPr>
            <p:nvPr userDrawn="1"/>
          </p:nvSpPr>
          <p:spPr bwMode="auto">
            <a:xfrm>
              <a:off x="494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3" name="Oval 1076"/>
            <p:cNvSpPr>
              <a:spLocks noChangeArrowheads="1"/>
            </p:cNvSpPr>
            <p:nvPr userDrawn="1"/>
          </p:nvSpPr>
          <p:spPr bwMode="auto">
            <a:xfrm>
              <a:off x="500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4" name="Oval 1077"/>
            <p:cNvSpPr>
              <a:spLocks noChangeArrowheads="1"/>
            </p:cNvSpPr>
            <p:nvPr userDrawn="1"/>
          </p:nvSpPr>
          <p:spPr bwMode="auto">
            <a:xfrm>
              <a:off x="506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5" name="Oval 1078"/>
            <p:cNvSpPr>
              <a:spLocks noChangeArrowheads="1"/>
            </p:cNvSpPr>
            <p:nvPr userDrawn="1"/>
          </p:nvSpPr>
          <p:spPr bwMode="auto">
            <a:xfrm>
              <a:off x="512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6" name="Oval 1079"/>
            <p:cNvSpPr>
              <a:spLocks noChangeArrowheads="1"/>
            </p:cNvSpPr>
            <p:nvPr userDrawn="1"/>
          </p:nvSpPr>
          <p:spPr bwMode="auto">
            <a:xfrm>
              <a:off x="518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7" name="Oval 1080"/>
            <p:cNvSpPr>
              <a:spLocks noChangeArrowheads="1"/>
            </p:cNvSpPr>
            <p:nvPr userDrawn="1"/>
          </p:nvSpPr>
          <p:spPr bwMode="auto">
            <a:xfrm>
              <a:off x="524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8" name="Oval 1081"/>
            <p:cNvSpPr>
              <a:spLocks noChangeArrowheads="1"/>
            </p:cNvSpPr>
            <p:nvPr userDrawn="1"/>
          </p:nvSpPr>
          <p:spPr bwMode="auto">
            <a:xfrm>
              <a:off x="530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9" name="Oval 1082"/>
            <p:cNvSpPr>
              <a:spLocks noChangeArrowheads="1"/>
            </p:cNvSpPr>
            <p:nvPr userDrawn="1"/>
          </p:nvSpPr>
          <p:spPr bwMode="auto">
            <a:xfrm>
              <a:off x="536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90" name="Oval 1083"/>
            <p:cNvSpPr>
              <a:spLocks noChangeArrowheads="1"/>
            </p:cNvSpPr>
            <p:nvPr userDrawn="1"/>
          </p:nvSpPr>
          <p:spPr bwMode="auto">
            <a:xfrm>
              <a:off x="543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grpSp>
      <p:grpSp>
        <p:nvGrpSpPr>
          <p:cNvPr id="91" name="Group 1084"/>
          <p:cNvGrpSpPr>
            <a:grpSpLocks/>
          </p:cNvGrpSpPr>
          <p:nvPr>
            <p:custDataLst>
              <p:tags r:id="rId3"/>
            </p:custDataLst>
          </p:nvPr>
        </p:nvGrpSpPr>
        <p:grpSpPr bwMode="auto">
          <a:xfrm>
            <a:off x="622300" y="3321050"/>
            <a:ext cx="10905067" cy="19050"/>
            <a:chOff x="290" y="806"/>
            <a:chExt cx="5152" cy="12"/>
          </a:xfrm>
        </p:grpSpPr>
        <p:sp>
          <p:nvSpPr>
            <p:cNvPr id="92" name="Oval 1085"/>
            <p:cNvSpPr>
              <a:spLocks noChangeArrowheads="1"/>
            </p:cNvSpPr>
            <p:nvPr userDrawn="1"/>
          </p:nvSpPr>
          <p:spPr bwMode="auto">
            <a:xfrm>
              <a:off x="29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93" name="Oval 1086"/>
            <p:cNvSpPr>
              <a:spLocks noChangeArrowheads="1"/>
            </p:cNvSpPr>
            <p:nvPr userDrawn="1"/>
          </p:nvSpPr>
          <p:spPr bwMode="auto">
            <a:xfrm>
              <a:off x="35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94" name="Oval 1087"/>
            <p:cNvSpPr>
              <a:spLocks noChangeArrowheads="1"/>
            </p:cNvSpPr>
            <p:nvPr userDrawn="1"/>
          </p:nvSpPr>
          <p:spPr bwMode="auto">
            <a:xfrm>
              <a:off x="41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95" name="Oval 1088"/>
            <p:cNvSpPr>
              <a:spLocks noChangeArrowheads="1"/>
            </p:cNvSpPr>
            <p:nvPr userDrawn="1"/>
          </p:nvSpPr>
          <p:spPr bwMode="auto">
            <a:xfrm>
              <a:off x="47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96" name="Oval 1089"/>
            <p:cNvSpPr>
              <a:spLocks noChangeArrowheads="1"/>
            </p:cNvSpPr>
            <p:nvPr userDrawn="1"/>
          </p:nvSpPr>
          <p:spPr bwMode="auto">
            <a:xfrm>
              <a:off x="53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97" name="Oval 1090"/>
            <p:cNvSpPr>
              <a:spLocks noChangeArrowheads="1"/>
            </p:cNvSpPr>
            <p:nvPr userDrawn="1"/>
          </p:nvSpPr>
          <p:spPr bwMode="auto">
            <a:xfrm>
              <a:off x="60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98" name="Oval 1091"/>
            <p:cNvSpPr>
              <a:spLocks noChangeArrowheads="1"/>
            </p:cNvSpPr>
            <p:nvPr userDrawn="1"/>
          </p:nvSpPr>
          <p:spPr bwMode="auto">
            <a:xfrm>
              <a:off x="66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99" name="Oval 1092"/>
            <p:cNvSpPr>
              <a:spLocks noChangeArrowheads="1"/>
            </p:cNvSpPr>
            <p:nvPr userDrawn="1"/>
          </p:nvSpPr>
          <p:spPr bwMode="auto">
            <a:xfrm>
              <a:off x="72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0" name="Oval 1093"/>
            <p:cNvSpPr>
              <a:spLocks noChangeArrowheads="1"/>
            </p:cNvSpPr>
            <p:nvPr userDrawn="1"/>
          </p:nvSpPr>
          <p:spPr bwMode="auto">
            <a:xfrm>
              <a:off x="78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1" name="Oval 1094"/>
            <p:cNvSpPr>
              <a:spLocks noChangeArrowheads="1"/>
            </p:cNvSpPr>
            <p:nvPr userDrawn="1"/>
          </p:nvSpPr>
          <p:spPr bwMode="auto">
            <a:xfrm>
              <a:off x="84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2" name="Oval 1095"/>
            <p:cNvSpPr>
              <a:spLocks noChangeArrowheads="1"/>
            </p:cNvSpPr>
            <p:nvPr userDrawn="1"/>
          </p:nvSpPr>
          <p:spPr bwMode="auto">
            <a:xfrm>
              <a:off x="91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3" name="Oval 1096"/>
            <p:cNvSpPr>
              <a:spLocks noChangeArrowheads="1"/>
            </p:cNvSpPr>
            <p:nvPr userDrawn="1"/>
          </p:nvSpPr>
          <p:spPr bwMode="auto">
            <a:xfrm>
              <a:off x="97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 name="Oval 1097"/>
            <p:cNvSpPr>
              <a:spLocks noChangeArrowheads="1"/>
            </p:cNvSpPr>
            <p:nvPr userDrawn="1"/>
          </p:nvSpPr>
          <p:spPr bwMode="auto">
            <a:xfrm>
              <a:off x="103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 name="Oval 1098"/>
            <p:cNvSpPr>
              <a:spLocks noChangeArrowheads="1"/>
            </p:cNvSpPr>
            <p:nvPr userDrawn="1"/>
          </p:nvSpPr>
          <p:spPr bwMode="auto">
            <a:xfrm>
              <a:off x="109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 name="Oval 1099"/>
            <p:cNvSpPr>
              <a:spLocks noChangeArrowheads="1"/>
            </p:cNvSpPr>
            <p:nvPr userDrawn="1"/>
          </p:nvSpPr>
          <p:spPr bwMode="auto">
            <a:xfrm>
              <a:off x="115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 name="Oval 1100"/>
            <p:cNvSpPr>
              <a:spLocks noChangeArrowheads="1"/>
            </p:cNvSpPr>
            <p:nvPr userDrawn="1"/>
          </p:nvSpPr>
          <p:spPr bwMode="auto">
            <a:xfrm>
              <a:off x="122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 name="Oval 1101"/>
            <p:cNvSpPr>
              <a:spLocks noChangeArrowheads="1"/>
            </p:cNvSpPr>
            <p:nvPr userDrawn="1"/>
          </p:nvSpPr>
          <p:spPr bwMode="auto">
            <a:xfrm>
              <a:off x="128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 name="Oval 1102"/>
            <p:cNvSpPr>
              <a:spLocks noChangeArrowheads="1"/>
            </p:cNvSpPr>
            <p:nvPr userDrawn="1"/>
          </p:nvSpPr>
          <p:spPr bwMode="auto">
            <a:xfrm>
              <a:off x="134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 name="Oval 1103"/>
            <p:cNvSpPr>
              <a:spLocks noChangeArrowheads="1"/>
            </p:cNvSpPr>
            <p:nvPr userDrawn="1"/>
          </p:nvSpPr>
          <p:spPr bwMode="auto">
            <a:xfrm>
              <a:off x="140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1" name="Oval 1104"/>
            <p:cNvSpPr>
              <a:spLocks noChangeArrowheads="1"/>
            </p:cNvSpPr>
            <p:nvPr userDrawn="1"/>
          </p:nvSpPr>
          <p:spPr bwMode="auto">
            <a:xfrm>
              <a:off x="146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2" name="Oval 1105"/>
            <p:cNvSpPr>
              <a:spLocks noChangeArrowheads="1"/>
            </p:cNvSpPr>
            <p:nvPr userDrawn="1"/>
          </p:nvSpPr>
          <p:spPr bwMode="auto">
            <a:xfrm>
              <a:off x="152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3" name="Oval 1106"/>
            <p:cNvSpPr>
              <a:spLocks noChangeArrowheads="1"/>
            </p:cNvSpPr>
            <p:nvPr userDrawn="1"/>
          </p:nvSpPr>
          <p:spPr bwMode="auto">
            <a:xfrm>
              <a:off x="158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4" name="Oval 1107"/>
            <p:cNvSpPr>
              <a:spLocks noChangeArrowheads="1"/>
            </p:cNvSpPr>
            <p:nvPr userDrawn="1"/>
          </p:nvSpPr>
          <p:spPr bwMode="auto">
            <a:xfrm>
              <a:off x="164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5" name="Oval 1108"/>
            <p:cNvSpPr>
              <a:spLocks noChangeArrowheads="1"/>
            </p:cNvSpPr>
            <p:nvPr userDrawn="1"/>
          </p:nvSpPr>
          <p:spPr bwMode="auto">
            <a:xfrm>
              <a:off x="170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6" name="Oval 1109"/>
            <p:cNvSpPr>
              <a:spLocks noChangeArrowheads="1"/>
            </p:cNvSpPr>
            <p:nvPr userDrawn="1"/>
          </p:nvSpPr>
          <p:spPr bwMode="auto">
            <a:xfrm>
              <a:off x="177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7" name="Oval 1110"/>
            <p:cNvSpPr>
              <a:spLocks noChangeArrowheads="1"/>
            </p:cNvSpPr>
            <p:nvPr userDrawn="1"/>
          </p:nvSpPr>
          <p:spPr bwMode="auto">
            <a:xfrm>
              <a:off x="183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8" name="Oval 1111"/>
            <p:cNvSpPr>
              <a:spLocks noChangeArrowheads="1"/>
            </p:cNvSpPr>
            <p:nvPr userDrawn="1"/>
          </p:nvSpPr>
          <p:spPr bwMode="auto">
            <a:xfrm>
              <a:off x="189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9" name="Oval 1112"/>
            <p:cNvSpPr>
              <a:spLocks noChangeArrowheads="1"/>
            </p:cNvSpPr>
            <p:nvPr userDrawn="1"/>
          </p:nvSpPr>
          <p:spPr bwMode="auto">
            <a:xfrm>
              <a:off x="195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0" name="Oval 1113"/>
            <p:cNvSpPr>
              <a:spLocks noChangeArrowheads="1"/>
            </p:cNvSpPr>
            <p:nvPr userDrawn="1"/>
          </p:nvSpPr>
          <p:spPr bwMode="auto">
            <a:xfrm>
              <a:off x="201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1" name="Oval 1114"/>
            <p:cNvSpPr>
              <a:spLocks noChangeArrowheads="1"/>
            </p:cNvSpPr>
            <p:nvPr userDrawn="1"/>
          </p:nvSpPr>
          <p:spPr bwMode="auto">
            <a:xfrm>
              <a:off x="207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2" name="Oval 1115"/>
            <p:cNvSpPr>
              <a:spLocks noChangeArrowheads="1"/>
            </p:cNvSpPr>
            <p:nvPr userDrawn="1"/>
          </p:nvSpPr>
          <p:spPr bwMode="auto">
            <a:xfrm>
              <a:off x="213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3" name="Oval 1116"/>
            <p:cNvSpPr>
              <a:spLocks noChangeArrowheads="1"/>
            </p:cNvSpPr>
            <p:nvPr userDrawn="1"/>
          </p:nvSpPr>
          <p:spPr bwMode="auto">
            <a:xfrm>
              <a:off x="219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4" name="Oval 1117"/>
            <p:cNvSpPr>
              <a:spLocks noChangeArrowheads="1"/>
            </p:cNvSpPr>
            <p:nvPr userDrawn="1"/>
          </p:nvSpPr>
          <p:spPr bwMode="auto">
            <a:xfrm>
              <a:off x="225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5" name="Oval 1118"/>
            <p:cNvSpPr>
              <a:spLocks noChangeArrowheads="1"/>
            </p:cNvSpPr>
            <p:nvPr userDrawn="1"/>
          </p:nvSpPr>
          <p:spPr bwMode="auto">
            <a:xfrm>
              <a:off x="231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6" name="Oval 1119"/>
            <p:cNvSpPr>
              <a:spLocks noChangeArrowheads="1"/>
            </p:cNvSpPr>
            <p:nvPr userDrawn="1"/>
          </p:nvSpPr>
          <p:spPr bwMode="auto">
            <a:xfrm>
              <a:off x="238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7" name="Oval 1120"/>
            <p:cNvSpPr>
              <a:spLocks noChangeArrowheads="1"/>
            </p:cNvSpPr>
            <p:nvPr userDrawn="1"/>
          </p:nvSpPr>
          <p:spPr bwMode="auto">
            <a:xfrm>
              <a:off x="244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8" name="Oval 1121"/>
            <p:cNvSpPr>
              <a:spLocks noChangeArrowheads="1"/>
            </p:cNvSpPr>
            <p:nvPr userDrawn="1"/>
          </p:nvSpPr>
          <p:spPr bwMode="auto">
            <a:xfrm>
              <a:off x="250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9" name="Oval 1122"/>
            <p:cNvSpPr>
              <a:spLocks noChangeArrowheads="1"/>
            </p:cNvSpPr>
            <p:nvPr userDrawn="1"/>
          </p:nvSpPr>
          <p:spPr bwMode="auto">
            <a:xfrm>
              <a:off x="256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0" name="Oval 1123"/>
            <p:cNvSpPr>
              <a:spLocks noChangeArrowheads="1"/>
            </p:cNvSpPr>
            <p:nvPr userDrawn="1"/>
          </p:nvSpPr>
          <p:spPr bwMode="auto">
            <a:xfrm>
              <a:off x="262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1" name="Oval 1124"/>
            <p:cNvSpPr>
              <a:spLocks noChangeArrowheads="1"/>
            </p:cNvSpPr>
            <p:nvPr userDrawn="1"/>
          </p:nvSpPr>
          <p:spPr bwMode="auto">
            <a:xfrm>
              <a:off x="268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2" name="Oval 1125"/>
            <p:cNvSpPr>
              <a:spLocks noChangeArrowheads="1"/>
            </p:cNvSpPr>
            <p:nvPr userDrawn="1"/>
          </p:nvSpPr>
          <p:spPr bwMode="auto">
            <a:xfrm>
              <a:off x="274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3" name="Oval 1126"/>
            <p:cNvSpPr>
              <a:spLocks noChangeArrowheads="1"/>
            </p:cNvSpPr>
            <p:nvPr userDrawn="1"/>
          </p:nvSpPr>
          <p:spPr bwMode="auto">
            <a:xfrm>
              <a:off x="280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4" name="Oval 1127"/>
            <p:cNvSpPr>
              <a:spLocks noChangeArrowheads="1"/>
            </p:cNvSpPr>
            <p:nvPr userDrawn="1"/>
          </p:nvSpPr>
          <p:spPr bwMode="auto">
            <a:xfrm>
              <a:off x="286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5" name="Oval 1128"/>
            <p:cNvSpPr>
              <a:spLocks noChangeArrowheads="1"/>
            </p:cNvSpPr>
            <p:nvPr userDrawn="1"/>
          </p:nvSpPr>
          <p:spPr bwMode="auto">
            <a:xfrm>
              <a:off x="292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6" name="Oval 1129"/>
            <p:cNvSpPr>
              <a:spLocks noChangeArrowheads="1"/>
            </p:cNvSpPr>
            <p:nvPr userDrawn="1"/>
          </p:nvSpPr>
          <p:spPr bwMode="auto">
            <a:xfrm>
              <a:off x="299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7" name="Oval 1130"/>
            <p:cNvSpPr>
              <a:spLocks noChangeArrowheads="1"/>
            </p:cNvSpPr>
            <p:nvPr userDrawn="1"/>
          </p:nvSpPr>
          <p:spPr bwMode="auto">
            <a:xfrm>
              <a:off x="305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8" name="Oval 1131"/>
            <p:cNvSpPr>
              <a:spLocks noChangeArrowheads="1"/>
            </p:cNvSpPr>
            <p:nvPr userDrawn="1"/>
          </p:nvSpPr>
          <p:spPr bwMode="auto">
            <a:xfrm>
              <a:off x="311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9" name="Oval 1132"/>
            <p:cNvSpPr>
              <a:spLocks noChangeArrowheads="1"/>
            </p:cNvSpPr>
            <p:nvPr userDrawn="1"/>
          </p:nvSpPr>
          <p:spPr bwMode="auto">
            <a:xfrm>
              <a:off x="317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0" name="Oval 1133"/>
            <p:cNvSpPr>
              <a:spLocks noChangeArrowheads="1"/>
            </p:cNvSpPr>
            <p:nvPr userDrawn="1"/>
          </p:nvSpPr>
          <p:spPr bwMode="auto">
            <a:xfrm>
              <a:off x="323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1" name="Oval 1134"/>
            <p:cNvSpPr>
              <a:spLocks noChangeArrowheads="1"/>
            </p:cNvSpPr>
            <p:nvPr userDrawn="1"/>
          </p:nvSpPr>
          <p:spPr bwMode="auto">
            <a:xfrm>
              <a:off x="329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2" name="Oval 1135"/>
            <p:cNvSpPr>
              <a:spLocks noChangeArrowheads="1"/>
            </p:cNvSpPr>
            <p:nvPr userDrawn="1"/>
          </p:nvSpPr>
          <p:spPr bwMode="auto">
            <a:xfrm>
              <a:off x="335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3" name="Oval 1136"/>
            <p:cNvSpPr>
              <a:spLocks noChangeArrowheads="1"/>
            </p:cNvSpPr>
            <p:nvPr userDrawn="1"/>
          </p:nvSpPr>
          <p:spPr bwMode="auto">
            <a:xfrm>
              <a:off x="341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4" name="Oval 1137"/>
            <p:cNvSpPr>
              <a:spLocks noChangeArrowheads="1"/>
            </p:cNvSpPr>
            <p:nvPr userDrawn="1"/>
          </p:nvSpPr>
          <p:spPr bwMode="auto">
            <a:xfrm>
              <a:off x="347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5" name="Oval 1138"/>
            <p:cNvSpPr>
              <a:spLocks noChangeArrowheads="1"/>
            </p:cNvSpPr>
            <p:nvPr userDrawn="1"/>
          </p:nvSpPr>
          <p:spPr bwMode="auto">
            <a:xfrm>
              <a:off x="353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6" name="Oval 1139"/>
            <p:cNvSpPr>
              <a:spLocks noChangeArrowheads="1"/>
            </p:cNvSpPr>
            <p:nvPr userDrawn="1"/>
          </p:nvSpPr>
          <p:spPr bwMode="auto">
            <a:xfrm>
              <a:off x="360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7" name="Oval 1140"/>
            <p:cNvSpPr>
              <a:spLocks noChangeArrowheads="1"/>
            </p:cNvSpPr>
            <p:nvPr userDrawn="1"/>
          </p:nvSpPr>
          <p:spPr bwMode="auto">
            <a:xfrm>
              <a:off x="366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8" name="Oval 1141"/>
            <p:cNvSpPr>
              <a:spLocks noChangeArrowheads="1"/>
            </p:cNvSpPr>
            <p:nvPr userDrawn="1"/>
          </p:nvSpPr>
          <p:spPr bwMode="auto">
            <a:xfrm>
              <a:off x="372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9" name="Oval 1142"/>
            <p:cNvSpPr>
              <a:spLocks noChangeArrowheads="1"/>
            </p:cNvSpPr>
            <p:nvPr userDrawn="1"/>
          </p:nvSpPr>
          <p:spPr bwMode="auto">
            <a:xfrm>
              <a:off x="378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0" name="Oval 1143"/>
            <p:cNvSpPr>
              <a:spLocks noChangeArrowheads="1"/>
            </p:cNvSpPr>
            <p:nvPr userDrawn="1"/>
          </p:nvSpPr>
          <p:spPr bwMode="auto">
            <a:xfrm>
              <a:off x="384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1" name="Oval 1144"/>
            <p:cNvSpPr>
              <a:spLocks noChangeArrowheads="1"/>
            </p:cNvSpPr>
            <p:nvPr userDrawn="1"/>
          </p:nvSpPr>
          <p:spPr bwMode="auto">
            <a:xfrm>
              <a:off x="390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2" name="Oval 1145"/>
            <p:cNvSpPr>
              <a:spLocks noChangeArrowheads="1"/>
            </p:cNvSpPr>
            <p:nvPr userDrawn="1"/>
          </p:nvSpPr>
          <p:spPr bwMode="auto">
            <a:xfrm>
              <a:off x="396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3" name="Oval 1146"/>
            <p:cNvSpPr>
              <a:spLocks noChangeArrowheads="1"/>
            </p:cNvSpPr>
            <p:nvPr userDrawn="1"/>
          </p:nvSpPr>
          <p:spPr bwMode="auto">
            <a:xfrm>
              <a:off x="402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4" name="Oval 1147"/>
            <p:cNvSpPr>
              <a:spLocks noChangeArrowheads="1"/>
            </p:cNvSpPr>
            <p:nvPr userDrawn="1"/>
          </p:nvSpPr>
          <p:spPr bwMode="auto">
            <a:xfrm>
              <a:off x="408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5" name="Oval 1148"/>
            <p:cNvSpPr>
              <a:spLocks noChangeArrowheads="1"/>
            </p:cNvSpPr>
            <p:nvPr userDrawn="1"/>
          </p:nvSpPr>
          <p:spPr bwMode="auto">
            <a:xfrm>
              <a:off x="414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6" name="Oval 1149"/>
            <p:cNvSpPr>
              <a:spLocks noChangeArrowheads="1"/>
            </p:cNvSpPr>
            <p:nvPr userDrawn="1"/>
          </p:nvSpPr>
          <p:spPr bwMode="auto">
            <a:xfrm>
              <a:off x="421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7" name="Oval 1150"/>
            <p:cNvSpPr>
              <a:spLocks noChangeArrowheads="1"/>
            </p:cNvSpPr>
            <p:nvPr userDrawn="1"/>
          </p:nvSpPr>
          <p:spPr bwMode="auto">
            <a:xfrm>
              <a:off x="427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8" name="Oval 1151"/>
            <p:cNvSpPr>
              <a:spLocks noChangeArrowheads="1"/>
            </p:cNvSpPr>
            <p:nvPr userDrawn="1"/>
          </p:nvSpPr>
          <p:spPr bwMode="auto">
            <a:xfrm>
              <a:off x="433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9" name="Oval 1152"/>
            <p:cNvSpPr>
              <a:spLocks noChangeArrowheads="1"/>
            </p:cNvSpPr>
            <p:nvPr userDrawn="1"/>
          </p:nvSpPr>
          <p:spPr bwMode="auto">
            <a:xfrm>
              <a:off x="439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0" name="Oval 1153"/>
            <p:cNvSpPr>
              <a:spLocks noChangeArrowheads="1"/>
            </p:cNvSpPr>
            <p:nvPr userDrawn="1"/>
          </p:nvSpPr>
          <p:spPr bwMode="auto">
            <a:xfrm>
              <a:off x="445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1" name="Oval 1154"/>
            <p:cNvSpPr>
              <a:spLocks noChangeArrowheads="1"/>
            </p:cNvSpPr>
            <p:nvPr userDrawn="1"/>
          </p:nvSpPr>
          <p:spPr bwMode="auto">
            <a:xfrm>
              <a:off x="451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2" name="Oval 1155"/>
            <p:cNvSpPr>
              <a:spLocks noChangeArrowheads="1"/>
            </p:cNvSpPr>
            <p:nvPr userDrawn="1"/>
          </p:nvSpPr>
          <p:spPr bwMode="auto">
            <a:xfrm>
              <a:off x="457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3" name="Oval 1156"/>
            <p:cNvSpPr>
              <a:spLocks noChangeArrowheads="1"/>
            </p:cNvSpPr>
            <p:nvPr userDrawn="1"/>
          </p:nvSpPr>
          <p:spPr bwMode="auto">
            <a:xfrm>
              <a:off x="463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4" name="Oval 1157"/>
            <p:cNvSpPr>
              <a:spLocks noChangeArrowheads="1"/>
            </p:cNvSpPr>
            <p:nvPr userDrawn="1"/>
          </p:nvSpPr>
          <p:spPr bwMode="auto">
            <a:xfrm>
              <a:off x="469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5" name="Oval 1158"/>
            <p:cNvSpPr>
              <a:spLocks noChangeArrowheads="1"/>
            </p:cNvSpPr>
            <p:nvPr userDrawn="1"/>
          </p:nvSpPr>
          <p:spPr bwMode="auto">
            <a:xfrm>
              <a:off x="475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6" name="Oval 1159"/>
            <p:cNvSpPr>
              <a:spLocks noChangeArrowheads="1"/>
            </p:cNvSpPr>
            <p:nvPr userDrawn="1"/>
          </p:nvSpPr>
          <p:spPr bwMode="auto">
            <a:xfrm>
              <a:off x="482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7" name="Oval 1160"/>
            <p:cNvSpPr>
              <a:spLocks noChangeArrowheads="1"/>
            </p:cNvSpPr>
            <p:nvPr userDrawn="1"/>
          </p:nvSpPr>
          <p:spPr bwMode="auto">
            <a:xfrm>
              <a:off x="488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8" name="Oval 1161"/>
            <p:cNvSpPr>
              <a:spLocks noChangeArrowheads="1"/>
            </p:cNvSpPr>
            <p:nvPr userDrawn="1"/>
          </p:nvSpPr>
          <p:spPr bwMode="auto">
            <a:xfrm>
              <a:off x="494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9" name="Oval 1162"/>
            <p:cNvSpPr>
              <a:spLocks noChangeArrowheads="1"/>
            </p:cNvSpPr>
            <p:nvPr userDrawn="1"/>
          </p:nvSpPr>
          <p:spPr bwMode="auto">
            <a:xfrm>
              <a:off x="500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70" name="Oval 1163"/>
            <p:cNvSpPr>
              <a:spLocks noChangeArrowheads="1"/>
            </p:cNvSpPr>
            <p:nvPr userDrawn="1"/>
          </p:nvSpPr>
          <p:spPr bwMode="auto">
            <a:xfrm>
              <a:off x="506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71" name="Oval 1164"/>
            <p:cNvSpPr>
              <a:spLocks noChangeArrowheads="1"/>
            </p:cNvSpPr>
            <p:nvPr userDrawn="1"/>
          </p:nvSpPr>
          <p:spPr bwMode="auto">
            <a:xfrm>
              <a:off x="512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72" name="Oval 1165"/>
            <p:cNvSpPr>
              <a:spLocks noChangeArrowheads="1"/>
            </p:cNvSpPr>
            <p:nvPr userDrawn="1"/>
          </p:nvSpPr>
          <p:spPr bwMode="auto">
            <a:xfrm>
              <a:off x="518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73" name="Oval 1166"/>
            <p:cNvSpPr>
              <a:spLocks noChangeArrowheads="1"/>
            </p:cNvSpPr>
            <p:nvPr userDrawn="1"/>
          </p:nvSpPr>
          <p:spPr bwMode="auto">
            <a:xfrm>
              <a:off x="524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74" name="Oval 1167"/>
            <p:cNvSpPr>
              <a:spLocks noChangeArrowheads="1"/>
            </p:cNvSpPr>
            <p:nvPr userDrawn="1"/>
          </p:nvSpPr>
          <p:spPr bwMode="auto">
            <a:xfrm>
              <a:off x="530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75" name="Oval 1168"/>
            <p:cNvSpPr>
              <a:spLocks noChangeArrowheads="1"/>
            </p:cNvSpPr>
            <p:nvPr userDrawn="1"/>
          </p:nvSpPr>
          <p:spPr bwMode="auto">
            <a:xfrm>
              <a:off x="536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76" name="Oval 1169"/>
            <p:cNvSpPr>
              <a:spLocks noChangeArrowheads="1"/>
            </p:cNvSpPr>
            <p:nvPr userDrawn="1"/>
          </p:nvSpPr>
          <p:spPr bwMode="auto">
            <a:xfrm>
              <a:off x="543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grpSp>
      <p:sp>
        <p:nvSpPr>
          <p:cNvPr id="177" name="Text Box 813"/>
          <p:cNvSpPr txBox="1">
            <a:spLocks noChangeArrowheads="1"/>
          </p:cNvSpPr>
          <p:nvPr>
            <p:custDataLst>
              <p:tags r:id="rId4"/>
            </p:custDataLst>
          </p:nvPr>
        </p:nvSpPr>
        <p:spPr bwMode="auto">
          <a:xfrm>
            <a:off x="4872567" y="4511675"/>
            <a:ext cx="2058577" cy="769441"/>
          </a:xfrm>
          <a:prstGeom prst="rect">
            <a:avLst/>
          </a:prstGeom>
          <a:noFill/>
          <a:ln>
            <a:noFill/>
          </a:ln>
          <a:extLst/>
        </p:spPr>
        <p:txBody>
          <a:bodyPr wrap="none">
            <a:spAutoFit/>
          </a:bodyPr>
          <a:lstStyle>
            <a:lvl1pPr>
              <a:defRPr sz="1200" b="1">
                <a:solidFill>
                  <a:schemeClr val="tx1"/>
                </a:solidFill>
                <a:latin typeface="Verdana" charset="0"/>
                <a:ea typeface="ＭＳ Ｐゴシック" charset="0"/>
                <a:cs typeface="ＭＳ Ｐゴシック" charset="0"/>
              </a:defRPr>
            </a:lvl1pPr>
            <a:lvl2pPr marL="742950" indent="-285750">
              <a:defRPr sz="1200" b="1">
                <a:solidFill>
                  <a:schemeClr val="tx1"/>
                </a:solidFill>
                <a:latin typeface="Verdana" charset="0"/>
                <a:ea typeface="ＭＳ Ｐゴシック" charset="0"/>
              </a:defRPr>
            </a:lvl2pPr>
            <a:lvl3pPr marL="1143000" indent="-228600">
              <a:defRPr sz="1200" b="1">
                <a:solidFill>
                  <a:schemeClr val="tx1"/>
                </a:solidFill>
                <a:latin typeface="Verdana" charset="0"/>
                <a:ea typeface="ＭＳ Ｐゴシック" charset="0"/>
              </a:defRPr>
            </a:lvl3pPr>
            <a:lvl4pPr marL="1600200" indent="-228600">
              <a:defRPr sz="1200" b="1">
                <a:solidFill>
                  <a:schemeClr val="tx1"/>
                </a:solidFill>
                <a:latin typeface="Verdana" charset="0"/>
                <a:ea typeface="ＭＳ Ｐゴシック" charset="0"/>
              </a:defRPr>
            </a:lvl4pPr>
            <a:lvl5pPr marL="2057400" indent="-228600">
              <a:defRPr sz="1200" b="1">
                <a:solidFill>
                  <a:schemeClr val="tx1"/>
                </a:solidFill>
                <a:latin typeface="Verdana" charset="0"/>
                <a:ea typeface="ＭＳ Ｐゴシック" charset="0"/>
              </a:defRPr>
            </a:lvl5pPr>
            <a:lvl6pPr marL="2514600" indent="-228600" algn="ctr" eaLnBrk="0" fontAlgn="base" hangingPunct="0">
              <a:spcBef>
                <a:spcPct val="50000"/>
              </a:spcBef>
              <a:spcAft>
                <a:spcPct val="0"/>
              </a:spcAft>
              <a:defRPr sz="1200" b="1">
                <a:solidFill>
                  <a:schemeClr val="tx1"/>
                </a:solidFill>
                <a:latin typeface="Verdana" charset="0"/>
                <a:ea typeface="ＭＳ Ｐゴシック" charset="0"/>
              </a:defRPr>
            </a:lvl6pPr>
            <a:lvl7pPr marL="2971800" indent="-228600" algn="ctr" eaLnBrk="0" fontAlgn="base" hangingPunct="0">
              <a:spcBef>
                <a:spcPct val="50000"/>
              </a:spcBef>
              <a:spcAft>
                <a:spcPct val="0"/>
              </a:spcAft>
              <a:defRPr sz="1200" b="1">
                <a:solidFill>
                  <a:schemeClr val="tx1"/>
                </a:solidFill>
                <a:latin typeface="Verdana" charset="0"/>
                <a:ea typeface="ＭＳ Ｐゴシック" charset="0"/>
              </a:defRPr>
            </a:lvl7pPr>
            <a:lvl8pPr marL="3429000" indent="-228600" algn="ctr" eaLnBrk="0" fontAlgn="base" hangingPunct="0">
              <a:spcBef>
                <a:spcPct val="50000"/>
              </a:spcBef>
              <a:spcAft>
                <a:spcPct val="0"/>
              </a:spcAft>
              <a:defRPr sz="1200" b="1">
                <a:solidFill>
                  <a:schemeClr val="tx1"/>
                </a:solidFill>
                <a:latin typeface="Verdana" charset="0"/>
                <a:ea typeface="ＭＳ Ｐゴシック" charset="0"/>
              </a:defRPr>
            </a:lvl8pPr>
            <a:lvl9pPr marL="3886200" indent="-228600" algn="ctr" eaLnBrk="0" fontAlgn="base" hangingPunct="0">
              <a:spcBef>
                <a:spcPct val="50000"/>
              </a:spcBef>
              <a:spcAft>
                <a:spcPct val="0"/>
              </a:spcAft>
              <a:defRPr sz="1200" b="1">
                <a:solidFill>
                  <a:schemeClr val="tx1"/>
                </a:solidFill>
                <a:latin typeface="Verdana" charset="0"/>
                <a:ea typeface="ＭＳ Ｐゴシック" charset="0"/>
              </a:defRPr>
            </a:lvl9pPr>
          </a:lstStyle>
          <a:p>
            <a:pPr>
              <a:defRPr/>
            </a:pPr>
            <a:r>
              <a:rPr lang="en-US" sz="4400" b="0" dirty="0">
                <a:solidFill>
                  <a:schemeClr val="bg1"/>
                </a:solidFill>
              </a:rPr>
              <a:t>people</a:t>
            </a:r>
          </a:p>
        </p:txBody>
      </p:sp>
      <p:graphicFrame>
        <p:nvGraphicFramePr>
          <p:cNvPr id="178" name="Rectangle 773" hidden="1"/>
          <p:cNvGraphicFramePr>
            <a:graphicFrameLocks/>
          </p:cNvGraphicFramePr>
          <p:nvPr>
            <p:custDataLst>
              <p:tags r:id="rId5"/>
            </p:custDataLst>
          </p:nvPr>
        </p:nvGraphicFramePr>
        <p:xfrm>
          <a:off x="0" y="0"/>
          <a:ext cx="211667" cy="158750"/>
        </p:xfrm>
        <a:graphic>
          <a:graphicData uri="http://schemas.openxmlformats.org/presentationml/2006/ole">
            <mc:AlternateContent xmlns:mc="http://schemas.openxmlformats.org/markup-compatibility/2006">
              <mc:Choice xmlns:v="urn:schemas-microsoft-com:vml" Requires="v">
                <p:oleObj spid="_x0000_s25264" r:id="rId8" imgW="0" imgH="0" progId="">
                  <p:embed/>
                </p:oleObj>
              </mc:Choice>
              <mc:Fallback>
                <p:oleObj r:id="rId8" imgW="0" imgH="0" progId="">
                  <p:embed/>
                  <p:pic>
                    <p:nvPicPr>
                      <p:cNvPr id="178" name="Rectangle 773"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211667" cy="15875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856" name="Rectangle 808"/>
          <p:cNvSpPr>
            <a:spLocks noGrp="1" noChangeArrowheads="1"/>
          </p:cNvSpPr>
          <p:nvPr>
            <p:ph type="ctrTitle" sz="quarter"/>
          </p:nvPr>
        </p:nvSpPr>
        <p:spPr>
          <a:xfrm>
            <a:off x="615951" y="1851025"/>
            <a:ext cx="10960100" cy="681038"/>
          </a:xfrm>
        </p:spPr>
        <p:txBody>
          <a:bodyPr/>
          <a:lstStyle>
            <a:lvl1pPr>
              <a:defRPr sz="3400" b="0"/>
            </a:lvl1pPr>
          </a:lstStyle>
          <a:p>
            <a:r>
              <a:rPr lang="en-US"/>
              <a:t>Click to edit Master title style</a:t>
            </a:r>
          </a:p>
        </p:txBody>
      </p:sp>
      <p:sp>
        <p:nvSpPr>
          <p:cNvPr id="2857" name="Rectangle 809"/>
          <p:cNvSpPr>
            <a:spLocks noGrp="1" noChangeArrowheads="1"/>
          </p:cNvSpPr>
          <p:nvPr>
            <p:ph type="subTitle" sz="quarter" idx="1"/>
          </p:nvPr>
        </p:nvSpPr>
        <p:spPr>
          <a:xfrm>
            <a:off x="615951" y="1458914"/>
            <a:ext cx="10957983" cy="388937"/>
          </a:xfrm>
        </p:spPr>
        <p:txBody>
          <a:bodyPr tIns="0" bIns="0"/>
          <a:lstStyle>
            <a:lvl1pPr marL="0" indent="0">
              <a:buFont typeface="Times" pitchFamily="-64" charset="0"/>
              <a:buNone/>
              <a:defRPr sz="2400">
                <a:solidFill>
                  <a:srgbClr val="2F5EBF"/>
                </a:solidFill>
              </a:defRPr>
            </a:lvl1pPr>
          </a:lstStyle>
          <a:p>
            <a:r>
              <a:rPr lang="en-US"/>
              <a:t>Click to edit Master subtitle style</a:t>
            </a:r>
          </a:p>
        </p:txBody>
      </p:sp>
      <p:sp>
        <p:nvSpPr>
          <p:cNvPr id="179" name="Rectangle 810"/>
          <p:cNvSpPr>
            <a:spLocks noGrp="1" noChangeArrowheads="1"/>
          </p:cNvSpPr>
          <p:nvPr>
            <p:ph type="dt" sz="quarter" idx="10"/>
            <p:custDataLst>
              <p:tags r:id="rId6"/>
            </p:custDataLst>
          </p:nvPr>
        </p:nvSpPr>
        <p:spPr>
          <a:xfrm>
            <a:off x="4828117" y="6475413"/>
            <a:ext cx="2540000" cy="201612"/>
          </a:xfrm>
          <a:prstGeom prst="rect">
            <a:avLst/>
          </a:prstGeom>
        </p:spPr>
        <p:txBody>
          <a:bodyPr anchor="t"/>
          <a:lstStyle>
            <a:lvl1pPr algn="ctr">
              <a:defRPr sz="1200" smtClean="0"/>
            </a:lvl1pPr>
          </a:lstStyle>
          <a:p>
            <a:pPr>
              <a:defRPr/>
            </a:pPr>
            <a:endParaRPr lang="en-US" dirty="0"/>
          </a:p>
        </p:txBody>
      </p:sp>
      <p:sp>
        <p:nvSpPr>
          <p:cNvPr id="182"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24681525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5" name="Slide Number Placeholder 92"/>
          <p:cNvSpPr txBox="1">
            <a:spLocks/>
          </p:cNvSpPr>
          <p:nvPr/>
        </p:nvSpPr>
        <p:spPr>
          <a:xfrm>
            <a:off x="0" y="6492876"/>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050" b="1" i="0" u="none" strike="noStrike" kern="1200" cap="none" spc="0" normalizeH="0" baseline="0" noProof="0" smtClean="0">
                <a:ln>
                  <a:noFill/>
                </a:ln>
                <a:solidFill>
                  <a:schemeClr val="tx1">
                    <a:tint val="75000"/>
                  </a:schemeClr>
                </a:solidFill>
                <a:effectLst/>
                <a:uLnTx/>
                <a:uFillTx/>
                <a:latin typeface="+mn-lt"/>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mn-lt"/>
              <a:ea typeface="ＭＳ Ｐゴシック" pitchFamily="34" charset="-128"/>
              <a:cs typeface="+mn-cs"/>
            </a:endParaRPr>
          </a:p>
        </p:txBody>
      </p:sp>
    </p:spTree>
    <p:extLst>
      <p:ext uri="{BB962C8B-B14F-4D97-AF65-F5344CB8AC3E}">
        <p14:creationId xmlns:p14="http://schemas.microsoft.com/office/powerpoint/2010/main" val="191401637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5"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392283346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436688"/>
            <a:ext cx="5380567" cy="47291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3367" y="1436688"/>
            <a:ext cx="5380567" cy="47291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6"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27303349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8"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329849556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4"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49859752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3"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65136652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6"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391385960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6"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28463627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5"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54426945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0733" y="379414"/>
            <a:ext cx="2743200" cy="57864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1133" y="379414"/>
            <a:ext cx="8026400" cy="57864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5"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383805478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23424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521974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61674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Table">
    <p:spTree>
      <p:nvGrpSpPr>
        <p:cNvPr id="1" name=""/>
        <p:cNvGrpSpPr/>
        <p:nvPr/>
      </p:nvGrpSpPr>
      <p:grpSpPr>
        <a:xfrm>
          <a:off x="0" y="0"/>
          <a:ext cx="0" cy="0"/>
          <a:chOff x="0" y="0"/>
          <a:chExt cx="0" cy="0"/>
        </a:xfrm>
      </p:grpSpPr>
    </p:spTree>
    <p:extLst>
      <p:ext uri="{BB962C8B-B14F-4D97-AF65-F5344CB8AC3E}">
        <p14:creationId xmlns:p14="http://schemas.microsoft.com/office/powerpoint/2010/main" val="451774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98631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pic>
        <p:nvPicPr>
          <p:cNvPr id="4" name="Picture 8" descr="Sig_Crp_Lft_4c"/>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5615517"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0"/>
          <p:cNvGrpSpPr>
            <a:grpSpLocks/>
          </p:cNvGrpSpPr>
          <p:nvPr userDrawn="1"/>
        </p:nvGrpSpPr>
        <p:grpSpPr bwMode="auto">
          <a:xfrm>
            <a:off x="7084485" y="2384425"/>
            <a:ext cx="2567516" cy="2111375"/>
            <a:chOff x="513" y="2448"/>
            <a:chExt cx="1213" cy="1330"/>
          </a:xfrm>
        </p:grpSpPr>
        <p:pic>
          <p:nvPicPr>
            <p:cNvPr id="6" name="Picture 10" descr="ATLAS Logo"/>
            <p:cNvPicPr>
              <a:picLocks noChangeAspect="1" noChangeArrowheads="1"/>
            </p:cNvPicPr>
            <p:nvPr userDrawn="1"/>
          </p:nvPicPr>
          <p:blipFill>
            <a:blip r:embed="rId3">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61" y="2448"/>
              <a:ext cx="1163" cy="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descr="logo_full_300"/>
            <p:cNvPicPr>
              <a:picLocks noChangeAspect="1" noChangeArrowheads="1"/>
            </p:cNvPicPr>
            <p:nvPr userDrawn="1"/>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3" y="3339"/>
              <a:ext cx="1213"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3919" name="Rectangle 15"/>
          <p:cNvSpPr>
            <a:spLocks noGrp="1" noChangeArrowheads="1"/>
          </p:cNvSpPr>
          <p:nvPr>
            <p:ph type="ctrTitle" sz="quarter"/>
          </p:nvPr>
        </p:nvSpPr>
        <p:spPr>
          <a:xfrm>
            <a:off x="6079067" y="4556126"/>
            <a:ext cx="5164667" cy="1139825"/>
          </a:xfrm>
          <a:extLst/>
        </p:spPr>
        <p:txBody>
          <a:bodyPr lIns="91440" tIns="45720" rIns="91440" bIns="45720" anchor="t"/>
          <a:lstStyle>
            <a:lvl1pPr>
              <a:defRPr smtClean="0"/>
            </a:lvl1pPr>
          </a:lstStyle>
          <a:p>
            <a:pPr lvl="0"/>
            <a:r>
              <a:rPr lang="en-US" noProof="0"/>
              <a:t>Click to edit Master title style</a:t>
            </a:r>
          </a:p>
        </p:txBody>
      </p:sp>
      <p:sp>
        <p:nvSpPr>
          <p:cNvPr id="123920" name="Rectangle 16"/>
          <p:cNvSpPr>
            <a:spLocks noGrp="1" noChangeArrowheads="1"/>
          </p:cNvSpPr>
          <p:nvPr>
            <p:ph type="subTitle" sz="quarter" idx="1"/>
          </p:nvPr>
        </p:nvSpPr>
        <p:spPr>
          <a:xfrm>
            <a:off x="6062133" y="5638800"/>
            <a:ext cx="4876800" cy="596900"/>
          </a:xfrm>
          <a:extLst/>
        </p:spPr>
        <p:txBody>
          <a:bodyPr/>
          <a:lstStyle>
            <a:lvl1pPr marL="0" indent="0">
              <a:buFont typeface="Arial" charset="0"/>
              <a:buNone/>
              <a:defRPr sz="2000" smtClean="0">
                <a:ea typeface="ＭＳ Ｐゴシック" pitchFamily="34" charset="-128"/>
              </a:defRPr>
            </a:lvl1pPr>
          </a:lstStyle>
          <a:p>
            <a:pPr lvl="0"/>
            <a:r>
              <a:rPr lang="en-US" noProof="0"/>
              <a:t>Click to edit Master subtitle style</a:t>
            </a:r>
          </a:p>
        </p:txBody>
      </p:sp>
    </p:spTree>
    <p:extLst>
      <p:ext uri="{BB962C8B-B14F-4D97-AF65-F5344CB8AC3E}">
        <p14:creationId xmlns:p14="http://schemas.microsoft.com/office/powerpoint/2010/main" val="1251201602"/>
      </p:ext>
    </p:extLst>
  </p:cSld>
  <p:clrMapOvr>
    <a:masterClrMapping/>
  </p:clrMapOvr>
  <p:transition/>
  <p:hf sldNum="0"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6739" name="Rectangle 2"/>
          <p:cNvSpPr>
            <a:spLocks noGrp="1" noChangeArrowheads="1"/>
          </p:cNvSpPr>
          <p:nvPr>
            <p:ph type="ctrTitle"/>
          </p:nvPr>
        </p:nvSpPr>
        <p:spPr>
          <a:xfrm>
            <a:off x="6502400" y="2590800"/>
            <a:ext cx="4775200" cy="1143000"/>
          </a:xfrm>
        </p:spPr>
        <p:txBody>
          <a:bodyPr/>
          <a:lstStyle>
            <a:lvl1pPr>
              <a:defRPr b="0" i="0" smtClean="0">
                <a:solidFill>
                  <a:srgbClr val="C80021"/>
                </a:solidFill>
                <a:latin typeface="Franklin Gothic Book"/>
                <a:cs typeface="Franklin Gothic Book"/>
              </a:defRPr>
            </a:lvl1pPr>
          </a:lstStyle>
          <a:p>
            <a:r>
              <a:rPr lang="en-US" dirty="0"/>
              <a:t>Click to edit Master title style</a:t>
            </a:r>
          </a:p>
        </p:txBody>
      </p:sp>
      <p:sp>
        <p:nvSpPr>
          <p:cNvPr id="116740" name="Rectangle 3"/>
          <p:cNvSpPr>
            <a:spLocks noGrp="1" noChangeArrowheads="1"/>
          </p:cNvSpPr>
          <p:nvPr>
            <p:ph type="subTitle" idx="1"/>
          </p:nvPr>
        </p:nvSpPr>
        <p:spPr>
          <a:xfrm>
            <a:off x="6540501" y="3886200"/>
            <a:ext cx="4838700" cy="1752600"/>
          </a:xfrm>
        </p:spPr>
        <p:txBody>
          <a:bodyPr lIns="0" tIns="0" rIns="0" bIns="0"/>
          <a:lstStyle>
            <a:lvl1pPr marL="0" indent="0">
              <a:buFont typeface="Wingdings" pitchFamily="2" charset="2"/>
              <a:buNone/>
              <a:defRPr sz="2000" smtClean="0">
                <a:latin typeface="Arial" pitchFamily="34" charset="0"/>
              </a:defRPr>
            </a:lvl1pPr>
          </a:lstStyle>
          <a:p>
            <a:r>
              <a:rPr lang="en-US" dirty="0"/>
              <a:t>Click to edit Master</a:t>
            </a:r>
          </a:p>
          <a:p>
            <a:r>
              <a:rPr lang="en-US" dirty="0"/>
              <a:t>subtitle style</a:t>
            </a:r>
          </a:p>
        </p:txBody>
      </p:sp>
    </p:spTree>
    <p:extLst>
      <p:ext uri="{BB962C8B-B14F-4D97-AF65-F5344CB8AC3E}">
        <p14:creationId xmlns:p14="http://schemas.microsoft.com/office/powerpoint/2010/main" val="1545050213"/>
      </p:ext>
    </p:extLst>
  </p:cSld>
  <p:clrMapOvr>
    <a:masterClrMapping/>
  </p:clrMapOvr>
  <p:transition>
    <p:randomBar/>
  </p:transition>
  <p:hf sldNum="0"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59618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3706512"/>
      </p:ext>
    </p:extLst>
  </p:cSld>
  <p:clrMapOvr>
    <a:masterClrMapping/>
  </p:clrMapOvr>
  <p:transition>
    <p:randomBa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53018" y="0"/>
            <a:ext cx="10456333" cy="914400"/>
          </a:xfrm>
        </p:spPr>
        <p:txBody>
          <a:bodyPr/>
          <a:lstStyle/>
          <a:p>
            <a:r>
              <a:rPr lang="en-US"/>
              <a:t>Click to edit Master title style</a:t>
            </a:r>
          </a:p>
        </p:txBody>
      </p:sp>
      <p:sp>
        <p:nvSpPr>
          <p:cNvPr id="3" name="Content Placeholder 2"/>
          <p:cNvSpPr>
            <a:spLocks noGrp="1"/>
          </p:cNvSpPr>
          <p:nvPr>
            <p:ph idx="1"/>
          </p:nvPr>
        </p:nvSpPr>
        <p:spPr>
          <a:xfrm>
            <a:off x="853017" y="1023258"/>
            <a:ext cx="10363200" cy="50836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8661529"/>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sldNum" sz="quarter" idx="10"/>
          </p:nvPr>
        </p:nvSpPr>
        <p:spPr>
          <a:xfrm>
            <a:off x="9182100" y="6254750"/>
            <a:ext cx="2844800" cy="476250"/>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cs typeface="Arial" panose="020B0604020202020204" pitchFamily="34" charset="0"/>
              </a:defRPr>
            </a:lvl1pPr>
          </a:lstStyle>
          <a:p>
            <a:pPr>
              <a:defRPr/>
            </a:pPr>
            <a:fld id="{1B4331F5-3983-4328-A7E9-60F97D73F077}" type="slidenum">
              <a:rPr lang="en-US" altLang="en-US"/>
              <a:pPr>
                <a:defRPr/>
              </a:pPr>
              <a:t>‹#›</a:t>
            </a:fld>
            <a:endParaRPr lang="en-US" altLang="en-US" dirty="0"/>
          </a:p>
        </p:txBody>
      </p:sp>
    </p:spTree>
    <p:extLst>
      <p:ext uri="{BB962C8B-B14F-4D97-AF65-F5344CB8AC3E}">
        <p14:creationId xmlns:p14="http://schemas.microsoft.com/office/powerpoint/2010/main" val="25544684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436564"/>
            <a:ext cx="10972800" cy="2549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p:cNvSpPr>
            <a:spLocks noGrp="1" noChangeArrowheads="1"/>
          </p:cNvSpPr>
          <p:nvPr>
            <p:ph type="ftr" sz="quarter" idx="10"/>
          </p:nvPr>
        </p:nvSpPr>
        <p:spPr>
          <a:xfrm>
            <a:off x="300567" y="6537326"/>
            <a:ext cx="7175500" cy="214313"/>
          </a:xfrm>
          <a:prstGeom prst="rect">
            <a:avLst/>
          </a:prstGeom>
        </p:spPr>
        <p:txBody>
          <a:bodyPr/>
          <a:lstStyle>
            <a:lvl1pPr eaLnBrk="1" hangingPunct="1">
              <a:defRPr>
                <a:latin typeface="Arial" charset="0"/>
                <a:cs typeface="+mn-cs"/>
              </a:defRPr>
            </a:lvl1pPr>
          </a:lstStyle>
          <a:p>
            <a:pPr>
              <a:defRPr/>
            </a:pPr>
            <a:endParaRPr lang="en-US" altLang="en-US" dirty="0"/>
          </a:p>
        </p:txBody>
      </p:sp>
    </p:spTree>
    <p:extLst>
      <p:ext uri="{BB962C8B-B14F-4D97-AF65-F5344CB8AC3E}">
        <p14:creationId xmlns:p14="http://schemas.microsoft.com/office/powerpoint/2010/main" val="847452680"/>
      </p:ext>
    </p:extLst>
  </p:cSld>
  <p:clrMapOvr>
    <a:masterClrMapping/>
  </p:clrMapOvr>
  <p:transition advClick="0"/>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649339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Title 1"/>
          <p:cNvSpPr>
            <a:spLocks noGrp="1"/>
          </p:cNvSpPr>
          <p:nvPr>
            <p:ph type="title"/>
          </p:nvPr>
        </p:nvSpPr>
        <p:spPr>
          <a:xfrm>
            <a:off x="412500" y="366779"/>
            <a:ext cx="10972800" cy="606426"/>
          </a:xfrm>
        </p:spPr>
        <p:txBody>
          <a:bodyPr>
            <a:noAutofit/>
          </a:bodyPr>
          <a:lstStyle>
            <a:lvl1pPr algn="l" defTabSz="1214962" rtl="0" eaLnBrk="1" latinLnBrk="0" hangingPunct="1">
              <a:lnSpc>
                <a:spcPct val="100000"/>
              </a:lnSpc>
              <a:spcBef>
                <a:spcPct val="0"/>
              </a:spcBef>
              <a:buNone/>
              <a:defRPr lang="en-US" sz="3208" b="0" kern="1200" dirty="0">
                <a:solidFill>
                  <a:schemeClr val="tx1"/>
                </a:solidFill>
                <a:latin typeface="+mj-lt"/>
                <a:ea typeface="+mj-ea"/>
                <a:cs typeface="Arial" panose="020B0604020202020204" pitchFamily="34" charset="0"/>
              </a:defRPr>
            </a:lvl1pPr>
          </a:lstStyle>
          <a:p>
            <a:r>
              <a:rPr lang="en-US" dirty="0"/>
              <a:t>Click to edit Master title style</a:t>
            </a:r>
          </a:p>
        </p:txBody>
      </p:sp>
      <p:sp>
        <p:nvSpPr>
          <p:cNvPr id="4" name="Content Placeholder 2"/>
          <p:cNvSpPr>
            <a:spLocks noGrp="1"/>
          </p:cNvSpPr>
          <p:nvPr>
            <p:ph idx="1"/>
          </p:nvPr>
        </p:nvSpPr>
        <p:spPr>
          <a:xfrm>
            <a:off x="458334" y="871100"/>
            <a:ext cx="10972800" cy="409575"/>
          </a:xfrm>
        </p:spPr>
        <p:txBody>
          <a:bodyPr>
            <a:noAutofit/>
          </a:bodyPr>
          <a:lstStyle>
            <a:lvl1pPr marL="0" indent="0" algn="l" defTabSz="1214962" rtl="0" eaLnBrk="1" latinLnBrk="0" hangingPunct="1">
              <a:spcBef>
                <a:spcPct val="20000"/>
              </a:spcBef>
              <a:buFont typeface="Arial" pitchFamily="34" charset="0"/>
              <a:buNone/>
              <a:defRPr lang="en-US" sz="1404" b="0" kern="1200" dirty="0" smtClean="0">
                <a:solidFill>
                  <a:schemeClr val="tx1"/>
                </a:solidFill>
                <a:latin typeface="+mn-lt"/>
                <a:ea typeface="+mn-ea"/>
                <a:cs typeface="Arial" panose="020B0604020202020204" pitchFamily="34" charset="0"/>
              </a:defRPr>
            </a:lvl1pPr>
            <a:lvl2pPr marL="303741" indent="-303741" algn="l" defTabSz="1214962" rtl="0" eaLnBrk="1" latinLnBrk="0" hangingPunct="1">
              <a:spcBef>
                <a:spcPct val="20000"/>
              </a:spcBef>
              <a:buFont typeface="Arial" pitchFamily="34" charset="0"/>
              <a:buChar char="•"/>
              <a:defRPr lang="en-US" sz="2707" kern="1200" dirty="0" smtClean="0">
                <a:solidFill>
                  <a:schemeClr val="tx1"/>
                </a:solidFill>
                <a:latin typeface="+mn-lt"/>
                <a:ea typeface="+mn-ea"/>
                <a:cs typeface="+mn-cs"/>
              </a:defRPr>
            </a:lvl2pPr>
            <a:lvl3pPr marL="833176" indent="-455603">
              <a:defRPr lang="en-US" sz="2707" kern="1200" dirty="0" smtClean="0">
                <a:solidFill>
                  <a:schemeClr val="tx1"/>
                </a:solidFill>
                <a:latin typeface="+mn-lt"/>
                <a:ea typeface="+mn-ea"/>
                <a:cs typeface="+mn-cs"/>
              </a:defRPr>
            </a:lvl3pPr>
            <a:lvl4pPr marL="1292998" indent="-455603">
              <a:defRPr/>
            </a:lvl4pPr>
          </a:lstStyle>
          <a:p>
            <a:pPr lvl="0"/>
            <a:r>
              <a:rPr lang="en-US" dirty="0"/>
              <a:t>Click to edit Master text styles</a:t>
            </a:r>
          </a:p>
        </p:txBody>
      </p:sp>
      <p:sp>
        <p:nvSpPr>
          <p:cNvPr id="6" name="Slide Number Placeholder 5"/>
          <p:cNvSpPr txBox="1">
            <a:spLocks/>
          </p:cNvSpPr>
          <p:nvPr userDrawn="1"/>
        </p:nvSpPr>
        <p:spPr>
          <a:xfrm>
            <a:off x="11666742" y="6488400"/>
            <a:ext cx="172692" cy="187798"/>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fld id="{275BAEB0-9CF5-46A3-9FA9-B8F172252491}" type="slidenum">
              <a:rPr lang="en-US" sz="652" smtClean="0">
                <a:solidFill>
                  <a:srgbClr val="313131"/>
                </a:solidFill>
                <a:cs typeface="Arial" panose="020B0604020202020204" pitchFamily="34" charset="0"/>
              </a:rPr>
              <a:pPr marL="0" lvl="1"/>
              <a:t>‹#›</a:t>
            </a:fld>
            <a:endParaRPr lang="en-US" sz="902" dirty="0">
              <a:solidFill>
                <a:srgbClr val="FFFFFF"/>
              </a:solidFill>
              <a:cs typeface="Arial" panose="020B0604020202020204" pitchFamily="34" charset="0"/>
            </a:endParaRPr>
          </a:p>
        </p:txBody>
      </p:sp>
      <p:sp>
        <p:nvSpPr>
          <p:cNvPr id="9"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defTabSz="1222218">
              <a:spcBef>
                <a:spcPts val="802"/>
              </a:spcBef>
              <a:buSzPct val="100000"/>
              <a:buFont typeface="Arial"/>
              <a:buNone/>
            </a:pPr>
            <a:r>
              <a:rPr lang="en-US" sz="652" dirty="0">
                <a:solidFill>
                  <a:srgbClr val="313131"/>
                </a:solidFill>
              </a:rPr>
              <a:t>Copyright © 2017 Deloitte Development LLC. All rights reserved.</a:t>
            </a:r>
          </a:p>
        </p:txBody>
      </p:sp>
    </p:spTree>
    <p:extLst>
      <p:ext uri="{BB962C8B-B14F-4D97-AF65-F5344CB8AC3E}">
        <p14:creationId xmlns:p14="http://schemas.microsoft.com/office/powerpoint/2010/main" val="20343541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A1DE"/>
          </a:solidFill>
          <a:ln>
            <a:noFill/>
          </a:ln>
          <a:effectLst/>
        </p:spPr>
        <p:style>
          <a:lnRef idx="1">
            <a:schemeClr val="accent1"/>
          </a:lnRef>
          <a:fillRef idx="3">
            <a:schemeClr val="accent1"/>
          </a:fillRef>
          <a:effectRef idx="2">
            <a:schemeClr val="accent1"/>
          </a:effectRef>
          <a:fontRef idx="minor">
            <a:schemeClr val="lt1"/>
          </a:fontRef>
        </p:style>
        <p:txBody>
          <a:bodyPr lIns="121491" tIns="60734" rIns="121491" bIns="60734" rtlCol="0" anchor="ctr"/>
          <a:lstStyle/>
          <a:p>
            <a:pPr algn="ctr"/>
            <a:endParaRPr lang="en-US" sz="1805" dirty="0">
              <a:solidFill>
                <a:srgbClr val="FFFFFF"/>
              </a:solidFill>
            </a:endParaRPr>
          </a:p>
        </p:txBody>
      </p:sp>
      <p:sp>
        <p:nvSpPr>
          <p:cNvPr id="5" name="Text Placeholder 4"/>
          <p:cNvSpPr>
            <a:spLocks noGrp="1"/>
          </p:cNvSpPr>
          <p:nvPr>
            <p:ph type="body" sz="quarter" idx="10"/>
          </p:nvPr>
        </p:nvSpPr>
        <p:spPr>
          <a:xfrm>
            <a:off x="0" y="2697512"/>
            <a:ext cx="12192000" cy="1462976"/>
          </a:xfrm>
        </p:spPr>
        <p:txBody>
          <a:bodyPr>
            <a:noAutofit/>
          </a:bodyPr>
          <a:lstStyle>
            <a:lvl1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1pPr>
            <a:lvl2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2pPr>
            <a:lvl3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3pPr>
            <a:lvl4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4pPr>
            <a:lvl5pPr marL="0" indent="0" algn="ctr" defTabSz="916686" rtl="0" eaLnBrk="1" latinLnBrk="0" hangingPunct="1">
              <a:lnSpc>
                <a:spcPts val="4265"/>
              </a:lnSpc>
              <a:spcBef>
                <a:spcPts val="0"/>
              </a:spcBef>
              <a:spcAft>
                <a:spcPts val="401"/>
              </a:spcAft>
              <a:buFont typeface="Arial" pitchFamily="34" charset="0"/>
              <a:buNone/>
              <a:defRPr lang="en-US" sz="4010" kern="1200" dirty="0">
                <a:solidFill>
                  <a:schemeClr val="bg1"/>
                </a:solidFill>
                <a:latin typeface="+mn-lt"/>
                <a:ea typeface="+mn-ea"/>
                <a:cs typeface="Arial" panose="020B0604020202020204" pitchFamily="34" charset="0"/>
              </a:defRPr>
            </a:lvl5pPr>
          </a:lstStyle>
          <a:p>
            <a:pPr lvl="0"/>
            <a:r>
              <a:rPr lang="en-US" dirty="0"/>
              <a:t>Click to edit Master text styles</a:t>
            </a:r>
          </a:p>
        </p:txBody>
      </p:sp>
      <p:sp>
        <p:nvSpPr>
          <p:cNvPr id="10" name="Slide Number Placeholder 5"/>
          <p:cNvSpPr txBox="1">
            <a:spLocks/>
          </p:cNvSpPr>
          <p:nvPr userDrawn="1"/>
        </p:nvSpPr>
        <p:spPr>
          <a:xfrm>
            <a:off x="11666742" y="6488400"/>
            <a:ext cx="172692" cy="187798"/>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fld id="{275BAEB0-9CF5-46A3-9FA9-B8F172252491}" type="slidenum">
              <a:rPr lang="en-US" sz="652" smtClean="0">
                <a:solidFill>
                  <a:srgbClr val="FFFFFF"/>
                </a:solidFill>
                <a:cs typeface="Arial" panose="020B0604020202020204" pitchFamily="34" charset="0"/>
              </a:rPr>
              <a:pPr marL="0" lvl="1"/>
              <a:t>‹#›</a:t>
            </a:fld>
            <a:endParaRPr lang="en-US" sz="902" dirty="0">
              <a:solidFill>
                <a:srgbClr val="FFFFFF"/>
              </a:solidFill>
              <a:cs typeface="Arial" panose="020B0604020202020204" pitchFamily="34" charset="0"/>
            </a:endParaRPr>
          </a:p>
        </p:txBody>
      </p:sp>
      <p:sp>
        <p:nvSpPr>
          <p:cNvPr id="13"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defTabSz="1222218">
              <a:spcBef>
                <a:spcPts val="802"/>
              </a:spcBef>
              <a:buSzPct val="100000"/>
              <a:buFont typeface="Arial"/>
              <a:buNone/>
            </a:pPr>
            <a:r>
              <a:rPr lang="en-US" sz="652" dirty="0">
                <a:solidFill>
                  <a:srgbClr val="FFFFFF"/>
                </a:solidFill>
              </a:rPr>
              <a:t>Copyright © 2017 Deloitte Development LLC. All rights reserved.</a:t>
            </a:r>
          </a:p>
        </p:txBody>
      </p:sp>
    </p:spTree>
    <p:extLst>
      <p:ext uri="{BB962C8B-B14F-4D97-AF65-F5344CB8AC3E}">
        <p14:creationId xmlns:p14="http://schemas.microsoft.com/office/powerpoint/2010/main" val="239920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CRS - Title only">
    <p:spTree>
      <p:nvGrpSpPr>
        <p:cNvPr id="1" name=""/>
        <p:cNvGrpSpPr/>
        <p:nvPr/>
      </p:nvGrpSpPr>
      <p:grpSpPr>
        <a:xfrm>
          <a:off x="0" y="0"/>
          <a:ext cx="0" cy="0"/>
          <a:chOff x="0" y="0"/>
          <a:chExt cx="0" cy="0"/>
        </a:xfrm>
      </p:grpSpPr>
      <p:sp>
        <p:nvSpPr>
          <p:cNvPr id="8" name="Copyright"/>
          <p:cNvSpPr txBox="1"/>
          <p:nvPr userDrawn="1"/>
        </p:nvSpPr>
        <p:spPr>
          <a:xfrm>
            <a:off x="501650" y="6477000"/>
            <a:ext cx="3146288" cy="202097"/>
          </a:xfrm>
          <a:prstGeom prst="rect">
            <a:avLst/>
          </a:prstGeom>
          <a:noFill/>
        </p:spPr>
        <p:txBody>
          <a:bodyPr vert="horz" wrap="square" lIns="0" tIns="0" rIns="0" bIns="0" rtlCol="0" anchor="ctr">
            <a:noAutofit/>
          </a:bodyPr>
          <a:lstStyle/>
          <a:p>
            <a:r>
              <a:rPr lang="en-US" sz="800" dirty="0">
                <a:solidFill>
                  <a:prstClr val="black"/>
                </a:solidFill>
                <a:ea typeface="Verdana" panose="020B0604030504040204" pitchFamily="34" charset="0"/>
                <a:cs typeface="Verdana" panose="020B0604030504040204" pitchFamily="34" charset="0"/>
              </a:rPr>
              <a:t>Oracle Cloud ERP/HCM/HCM Implementation</a:t>
            </a:r>
          </a:p>
        </p:txBody>
      </p:sp>
      <p:sp>
        <p:nvSpPr>
          <p:cNvPr id="10" name="Title Placeholder 1"/>
          <p:cNvSpPr>
            <a:spLocks noGrp="1"/>
          </p:cNvSpPr>
          <p:nvPr>
            <p:ph type="title" hasCustomPrompt="1"/>
          </p:nvPr>
        </p:nvSpPr>
        <p:spPr>
          <a:xfrm>
            <a:off x="501650"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453587930"/>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_CRS - Title, Chart ">
    <p:spTree>
      <p:nvGrpSpPr>
        <p:cNvPr id="1" name=""/>
        <p:cNvGrpSpPr/>
        <p:nvPr/>
      </p:nvGrpSpPr>
      <p:grpSpPr>
        <a:xfrm>
          <a:off x="0" y="0"/>
          <a:ext cx="0" cy="0"/>
          <a:chOff x="0" y="0"/>
          <a:chExt cx="0" cy="0"/>
        </a:xfrm>
      </p:grpSpPr>
      <p:sp>
        <p:nvSpPr>
          <p:cNvPr id="8" name="Copyright"/>
          <p:cNvSpPr txBox="1"/>
          <p:nvPr userDrawn="1"/>
        </p:nvSpPr>
        <p:spPr>
          <a:xfrm>
            <a:off x="501650" y="6477000"/>
            <a:ext cx="3146288" cy="202097"/>
          </a:xfrm>
          <a:prstGeom prst="rect">
            <a:avLst/>
          </a:prstGeom>
          <a:noFill/>
        </p:spPr>
        <p:txBody>
          <a:bodyPr vert="horz" wrap="square" lIns="0" tIns="0" rIns="0" bIns="0" rtlCol="0" anchor="ctr">
            <a:noAutofit/>
          </a:bodyPr>
          <a:lstStyle/>
          <a:p>
            <a:r>
              <a:rPr lang="en-US" sz="800" dirty="0">
                <a:solidFill>
                  <a:prstClr val="black"/>
                </a:solidFill>
                <a:ea typeface="Verdana" panose="020B0604030504040204" pitchFamily="34" charset="0"/>
                <a:cs typeface="Verdana" panose="020B0604030504040204" pitchFamily="34" charset="0"/>
              </a:rPr>
              <a:t>Oracle Cloud ERP/HCM/HCM Implementation</a:t>
            </a:r>
          </a:p>
        </p:txBody>
      </p:sp>
      <p:sp>
        <p:nvSpPr>
          <p:cNvPr id="10" name="Title Placeholder 1"/>
          <p:cNvSpPr>
            <a:spLocks noGrp="1"/>
          </p:cNvSpPr>
          <p:nvPr>
            <p:ph type="title" hasCustomPrompt="1"/>
          </p:nvPr>
        </p:nvSpPr>
        <p:spPr>
          <a:xfrm>
            <a:off x="501650"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4" name="Text Placeholder 18"/>
          <p:cNvSpPr>
            <a:spLocks noGrp="1"/>
          </p:cNvSpPr>
          <p:nvPr>
            <p:ph idx="1"/>
          </p:nvPr>
        </p:nvSpPr>
        <p:spPr>
          <a:xfrm>
            <a:off x="501651" y="1665290"/>
            <a:ext cx="11165416" cy="4716463"/>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729776237"/>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DC_Title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337546"/>
            <a:ext cx="10972800" cy="729257"/>
          </a:xfrm>
          <a:prstGeom prst="rect">
            <a:avLst/>
          </a:prstGeom>
        </p:spPr>
        <p:txBody>
          <a:bodyPr>
            <a:noAutofit/>
          </a:bodyPr>
          <a:lstStyle>
            <a:lvl1pPr>
              <a:lnSpc>
                <a:spcPct val="100000"/>
              </a:lnSpc>
              <a:defRPr b="0">
                <a:solidFill>
                  <a:schemeClr val="bg2"/>
                </a:solidFill>
              </a:defRPr>
            </a:lvl1pPr>
          </a:lstStyle>
          <a:p>
            <a:r>
              <a:rPr lang="en-US" dirty="0"/>
              <a:t>Click to edit Master title style</a:t>
            </a:r>
          </a:p>
        </p:txBody>
      </p:sp>
      <p:sp>
        <p:nvSpPr>
          <p:cNvPr id="9" name="Slide Number Placeholder 5"/>
          <p:cNvSpPr txBox="1">
            <a:spLocks/>
          </p:cNvSpPr>
          <p:nvPr userDrawn="1"/>
        </p:nvSpPr>
        <p:spPr>
          <a:xfrm>
            <a:off x="10972800" y="6457246"/>
            <a:ext cx="609600" cy="265977"/>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800" dirty="0">
              <a:solidFill>
                <a:srgbClr val="757575"/>
              </a:solidFill>
            </a:endParaRPr>
          </a:p>
        </p:txBody>
      </p:sp>
    </p:spTree>
    <p:extLst>
      <p:ext uri="{BB962C8B-B14F-4D97-AF65-F5344CB8AC3E}">
        <p14:creationId xmlns:p14="http://schemas.microsoft.com/office/powerpoint/2010/main" val="34751197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Title 1"/>
          <p:cNvSpPr>
            <a:spLocks noGrp="1"/>
          </p:cNvSpPr>
          <p:nvPr>
            <p:ph type="title"/>
          </p:nvPr>
        </p:nvSpPr>
        <p:spPr>
          <a:xfrm>
            <a:off x="412500" y="366779"/>
            <a:ext cx="10972800" cy="606426"/>
          </a:xfrm>
        </p:spPr>
        <p:txBody>
          <a:bodyPr>
            <a:noAutofit/>
          </a:bodyPr>
          <a:lstStyle>
            <a:lvl1pPr algn="l" defTabSz="1214962" rtl="0" eaLnBrk="1" latinLnBrk="0" hangingPunct="1">
              <a:lnSpc>
                <a:spcPct val="100000"/>
              </a:lnSpc>
              <a:spcBef>
                <a:spcPct val="0"/>
              </a:spcBef>
              <a:buNone/>
              <a:defRPr lang="en-US" sz="3208" b="0" kern="1200" dirty="0">
                <a:solidFill>
                  <a:schemeClr val="tx1"/>
                </a:solidFill>
                <a:latin typeface="+mj-lt"/>
                <a:ea typeface="+mj-ea"/>
                <a:cs typeface="Arial" panose="020B0604020202020204" pitchFamily="34" charset="0"/>
              </a:defRPr>
            </a:lvl1pPr>
          </a:lstStyle>
          <a:p>
            <a:r>
              <a:rPr lang="en-US" dirty="0"/>
              <a:t>Click to edit Master title style</a:t>
            </a:r>
          </a:p>
        </p:txBody>
      </p:sp>
      <p:sp>
        <p:nvSpPr>
          <p:cNvPr id="4" name="Content Placeholder 2"/>
          <p:cNvSpPr>
            <a:spLocks noGrp="1"/>
          </p:cNvSpPr>
          <p:nvPr>
            <p:ph idx="1"/>
          </p:nvPr>
        </p:nvSpPr>
        <p:spPr>
          <a:xfrm>
            <a:off x="458334" y="871100"/>
            <a:ext cx="10972800" cy="409575"/>
          </a:xfrm>
        </p:spPr>
        <p:txBody>
          <a:bodyPr>
            <a:noAutofit/>
          </a:bodyPr>
          <a:lstStyle>
            <a:lvl1pPr marL="0" indent="0" algn="l" defTabSz="1214962" rtl="0" eaLnBrk="1" latinLnBrk="0" hangingPunct="1">
              <a:spcBef>
                <a:spcPct val="20000"/>
              </a:spcBef>
              <a:buFont typeface="Arial" pitchFamily="34" charset="0"/>
              <a:buNone/>
              <a:defRPr lang="en-US" sz="1404" b="0" kern="1200" dirty="0" smtClean="0">
                <a:solidFill>
                  <a:schemeClr val="tx1"/>
                </a:solidFill>
                <a:latin typeface="+mn-lt"/>
                <a:ea typeface="+mn-ea"/>
                <a:cs typeface="Arial" panose="020B0604020202020204" pitchFamily="34" charset="0"/>
              </a:defRPr>
            </a:lvl1pPr>
            <a:lvl2pPr marL="303741" indent="-303741" algn="l" defTabSz="1214962" rtl="0" eaLnBrk="1" latinLnBrk="0" hangingPunct="1">
              <a:spcBef>
                <a:spcPct val="20000"/>
              </a:spcBef>
              <a:buFont typeface="Arial" pitchFamily="34" charset="0"/>
              <a:buChar char="•"/>
              <a:defRPr lang="en-US" sz="2707" kern="1200" dirty="0" smtClean="0">
                <a:solidFill>
                  <a:schemeClr val="tx1"/>
                </a:solidFill>
                <a:latin typeface="+mn-lt"/>
                <a:ea typeface="+mn-ea"/>
                <a:cs typeface="+mn-cs"/>
              </a:defRPr>
            </a:lvl2pPr>
            <a:lvl3pPr marL="833176" indent="-455603">
              <a:defRPr lang="en-US" sz="2707" kern="1200" dirty="0" smtClean="0">
                <a:solidFill>
                  <a:schemeClr val="tx1"/>
                </a:solidFill>
                <a:latin typeface="+mn-lt"/>
                <a:ea typeface="+mn-ea"/>
                <a:cs typeface="+mn-cs"/>
              </a:defRPr>
            </a:lvl3pPr>
            <a:lvl4pPr marL="1292998" indent="-455603">
              <a:defRPr/>
            </a:lvl4pPr>
          </a:lstStyle>
          <a:p>
            <a:pPr lvl="0"/>
            <a:r>
              <a:rPr lang="en-US" dirty="0"/>
              <a:t>Click to edit Master text styles</a:t>
            </a:r>
          </a:p>
        </p:txBody>
      </p:sp>
      <p:sp>
        <p:nvSpPr>
          <p:cNvPr id="6" name="Slide Number Placeholder 5"/>
          <p:cNvSpPr txBox="1">
            <a:spLocks/>
          </p:cNvSpPr>
          <p:nvPr userDrawn="1"/>
        </p:nvSpPr>
        <p:spPr>
          <a:xfrm>
            <a:off x="11666742" y="6488400"/>
            <a:ext cx="172692" cy="187798"/>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fld id="{275BAEB0-9CF5-46A3-9FA9-B8F172252491}" type="slidenum">
              <a:rPr lang="en-US" sz="652" smtClean="0">
                <a:solidFill>
                  <a:srgbClr val="313131"/>
                </a:solidFill>
                <a:cs typeface="Arial" panose="020B0604020202020204" pitchFamily="34" charset="0"/>
              </a:rPr>
              <a:pPr marL="0" lvl="1"/>
              <a:t>‹#›</a:t>
            </a:fld>
            <a:endParaRPr lang="en-US" sz="902" dirty="0">
              <a:solidFill>
                <a:srgbClr val="FFFFFF"/>
              </a:solidFill>
              <a:cs typeface="Arial" panose="020B0604020202020204" pitchFamily="34" charset="0"/>
            </a:endParaRPr>
          </a:p>
        </p:txBody>
      </p:sp>
      <p:sp>
        <p:nvSpPr>
          <p:cNvPr id="9"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defTabSz="1222218">
              <a:spcBef>
                <a:spcPts val="802"/>
              </a:spcBef>
              <a:buSzPct val="100000"/>
              <a:buFont typeface="Arial"/>
              <a:buNone/>
            </a:pPr>
            <a:r>
              <a:rPr lang="en-US" sz="652" dirty="0">
                <a:solidFill>
                  <a:srgbClr val="313131"/>
                </a:solidFill>
              </a:rPr>
              <a:t>Copyright © 2017 Deloitte Development LLC. All rights reserved.</a:t>
            </a:r>
          </a:p>
        </p:txBody>
      </p:sp>
    </p:spTree>
    <p:extLst>
      <p:ext uri="{BB962C8B-B14F-4D97-AF65-F5344CB8AC3E}">
        <p14:creationId xmlns:p14="http://schemas.microsoft.com/office/powerpoint/2010/main" val="1601725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A1DE"/>
          </a:solidFill>
          <a:ln>
            <a:noFill/>
          </a:ln>
          <a:effectLst/>
        </p:spPr>
        <p:style>
          <a:lnRef idx="1">
            <a:schemeClr val="accent1"/>
          </a:lnRef>
          <a:fillRef idx="3">
            <a:schemeClr val="accent1"/>
          </a:fillRef>
          <a:effectRef idx="2">
            <a:schemeClr val="accent1"/>
          </a:effectRef>
          <a:fontRef idx="minor">
            <a:schemeClr val="lt1"/>
          </a:fontRef>
        </p:style>
        <p:txBody>
          <a:bodyPr lIns="121491" tIns="60734" rIns="121491" bIns="60734" rtlCol="0" anchor="ctr"/>
          <a:lstStyle/>
          <a:p>
            <a:pPr algn="ctr"/>
            <a:endParaRPr lang="en-US" sz="1805" dirty="0">
              <a:solidFill>
                <a:srgbClr val="FFFFFF"/>
              </a:solidFill>
            </a:endParaRPr>
          </a:p>
        </p:txBody>
      </p:sp>
      <p:sp>
        <p:nvSpPr>
          <p:cNvPr id="5" name="Text Placeholder 4"/>
          <p:cNvSpPr>
            <a:spLocks noGrp="1"/>
          </p:cNvSpPr>
          <p:nvPr>
            <p:ph type="body" sz="quarter" idx="10"/>
          </p:nvPr>
        </p:nvSpPr>
        <p:spPr>
          <a:xfrm>
            <a:off x="0" y="2697512"/>
            <a:ext cx="12192000" cy="1462976"/>
          </a:xfrm>
        </p:spPr>
        <p:txBody>
          <a:bodyPr>
            <a:noAutofit/>
          </a:bodyPr>
          <a:lstStyle>
            <a:lvl1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1pPr>
            <a:lvl2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2pPr>
            <a:lvl3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3pPr>
            <a:lvl4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4pPr>
            <a:lvl5pPr marL="0" indent="0" algn="ctr" defTabSz="916686" rtl="0" eaLnBrk="1" latinLnBrk="0" hangingPunct="1">
              <a:lnSpc>
                <a:spcPts val="4265"/>
              </a:lnSpc>
              <a:spcBef>
                <a:spcPts val="0"/>
              </a:spcBef>
              <a:spcAft>
                <a:spcPts val="401"/>
              </a:spcAft>
              <a:buFont typeface="Arial" pitchFamily="34" charset="0"/>
              <a:buNone/>
              <a:defRPr lang="en-US" sz="4010" kern="1200" dirty="0">
                <a:solidFill>
                  <a:schemeClr val="bg1"/>
                </a:solidFill>
                <a:latin typeface="+mn-lt"/>
                <a:ea typeface="+mn-ea"/>
                <a:cs typeface="Arial" panose="020B0604020202020204" pitchFamily="34" charset="0"/>
              </a:defRPr>
            </a:lvl5pPr>
          </a:lstStyle>
          <a:p>
            <a:pPr lvl="0"/>
            <a:r>
              <a:rPr lang="en-US" dirty="0"/>
              <a:t>Click to edit Master text styles</a:t>
            </a:r>
          </a:p>
        </p:txBody>
      </p:sp>
      <p:sp>
        <p:nvSpPr>
          <p:cNvPr id="10" name="Slide Number Placeholder 5"/>
          <p:cNvSpPr txBox="1">
            <a:spLocks/>
          </p:cNvSpPr>
          <p:nvPr userDrawn="1"/>
        </p:nvSpPr>
        <p:spPr>
          <a:xfrm>
            <a:off x="11666742" y="6488400"/>
            <a:ext cx="172692" cy="187798"/>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fld id="{275BAEB0-9CF5-46A3-9FA9-B8F172252491}" type="slidenum">
              <a:rPr lang="en-US" sz="652" smtClean="0">
                <a:solidFill>
                  <a:srgbClr val="FFFFFF"/>
                </a:solidFill>
                <a:cs typeface="Arial" panose="020B0604020202020204" pitchFamily="34" charset="0"/>
              </a:rPr>
              <a:pPr marL="0" lvl="1"/>
              <a:t>‹#›</a:t>
            </a:fld>
            <a:endParaRPr lang="en-US" sz="902" dirty="0">
              <a:solidFill>
                <a:srgbClr val="FFFFFF"/>
              </a:solidFill>
              <a:cs typeface="Arial" panose="020B0604020202020204" pitchFamily="34" charset="0"/>
            </a:endParaRPr>
          </a:p>
        </p:txBody>
      </p:sp>
      <p:sp>
        <p:nvSpPr>
          <p:cNvPr id="13"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defTabSz="1222218">
              <a:spcBef>
                <a:spcPts val="802"/>
              </a:spcBef>
              <a:buSzPct val="100000"/>
              <a:buFont typeface="Arial"/>
              <a:buNone/>
            </a:pPr>
            <a:r>
              <a:rPr lang="en-US" sz="652" dirty="0">
                <a:solidFill>
                  <a:srgbClr val="FFFFFF"/>
                </a:solidFill>
              </a:rPr>
              <a:t>Copyright © 2017 Deloitte Development LLC. All rights reserved.</a:t>
            </a:r>
          </a:p>
        </p:txBody>
      </p:sp>
    </p:spTree>
    <p:extLst>
      <p:ext uri="{BB962C8B-B14F-4D97-AF65-F5344CB8AC3E}">
        <p14:creationId xmlns:p14="http://schemas.microsoft.com/office/powerpoint/2010/main" val="27519105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CRS - Title only">
    <p:spTree>
      <p:nvGrpSpPr>
        <p:cNvPr id="1" name=""/>
        <p:cNvGrpSpPr/>
        <p:nvPr/>
      </p:nvGrpSpPr>
      <p:grpSpPr>
        <a:xfrm>
          <a:off x="0" y="0"/>
          <a:ext cx="0" cy="0"/>
          <a:chOff x="0" y="0"/>
          <a:chExt cx="0" cy="0"/>
        </a:xfrm>
      </p:grpSpPr>
      <p:sp>
        <p:nvSpPr>
          <p:cNvPr id="8" name="Copyright"/>
          <p:cNvSpPr txBox="1"/>
          <p:nvPr userDrawn="1"/>
        </p:nvSpPr>
        <p:spPr>
          <a:xfrm>
            <a:off x="501650" y="6477000"/>
            <a:ext cx="3146288" cy="202097"/>
          </a:xfrm>
          <a:prstGeom prst="rect">
            <a:avLst/>
          </a:prstGeom>
          <a:noFill/>
        </p:spPr>
        <p:txBody>
          <a:bodyPr vert="horz" wrap="square" lIns="0" tIns="0" rIns="0" bIns="0" rtlCol="0" anchor="ctr">
            <a:noAutofit/>
          </a:bodyPr>
          <a:lstStyle/>
          <a:p>
            <a:r>
              <a:rPr lang="en-US" sz="800" dirty="0">
                <a:solidFill>
                  <a:prstClr val="black"/>
                </a:solidFill>
                <a:ea typeface="Verdana" panose="020B0604030504040204" pitchFamily="34" charset="0"/>
                <a:cs typeface="Verdana" panose="020B0604030504040204" pitchFamily="34" charset="0"/>
              </a:rPr>
              <a:t>Oracle Cloud ERP/HCM/HCM Implementation</a:t>
            </a:r>
          </a:p>
        </p:txBody>
      </p:sp>
      <p:sp>
        <p:nvSpPr>
          <p:cNvPr id="10" name="Title Placeholder 1"/>
          <p:cNvSpPr>
            <a:spLocks noGrp="1"/>
          </p:cNvSpPr>
          <p:nvPr>
            <p:ph type="title" hasCustomPrompt="1"/>
          </p:nvPr>
        </p:nvSpPr>
        <p:spPr>
          <a:xfrm>
            <a:off x="501650"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650671263"/>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CRS - Title, Chart ">
    <p:spTree>
      <p:nvGrpSpPr>
        <p:cNvPr id="1" name=""/>
        <p:cNvGrpSpPr/>
        <p:nvPr/>
      </p:nvGrpSpPr>
      <p:grpSpPr>
        <a:xfrm>
          <a:off x="0" y="0"/>
          <a:ext cx="0" cy="0"/>
          <a:chOff x="0" y="0"/>
          <a:chExt cx="0" cy="0"/>
        </a:xfrm>
      </p:grpSpPr>
      <p:sp>
        <p:nvSpPr>
          <p:cNvPr id="8" name="Copyright"/>
          <p:cNvSpPr txBox="1"/>
          <p:nvPr userDrawn="1"/>
        </p:nvSpPr>
        <p:spPr>
          <a:xfrm>
            <a:off x="501650" y="6477000"/>
            <a:ext cx="3146288" cy="202097"/>
          </a:xfrm>
          <a:prstGeom prst="rect">
            <a:avLst/>
          </a:prstGeom>
          <a:noFill/>
        </p:spPr>
        <p:txBody>
          <a:bodyPr vert="horz" wrap="square" lIns="0" tIns="0" rIns="0" bIns="0" rtlCol="0" anchor="ctr">
            <a:noAutofit/>
          </a:bodyPr>
          <a:lstStyle/>
          <a:p>
            <a:r>
              <a:rPr lang="en-US" sz="800" dirty="0">
                <a:solidFill>
                  <a:prstClr val="black"/>
                </a:solidFill>
                <a:ea typeface="Verdana" panose="020B0604030504040204" pitchFamily="34" charset="0"/>
                <a:cs typeface="Verdana" panose="020B0604030504040204" pitchFamily="34" charset="0"/>
              </a:rPr>
              <a:t>Oracle Cloud ERP/HCM/HCM Implementation</a:t>
            </a:r>
          </a:p>
        </p:txBody>
      </p:sp>
      <p:sp>
        <p:nvSpPr>
          <p:cNvPr id="10" name="Title Placeholder 1"/>
          <p:cNvSpPr>
            <a:spLocks noGrp="1"/>
          </p:cNvSpPr>
          <p:nvPr>
            <p:ph type="title" hasCustomPrompt="1"/>
          </p:nvPr>
        </p:nvSpPr>
        <p:spPr>
          <a:xfrm>
            <a:off x="501650"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4" name="Text Placeholder 18"/>
          <p:cNvSpPr>
            <a:spLocks noGrp="1"/>
          </p:cNvSpPr>
          <p:nvPr>
            <p:ph idx="1"/>
          </p:nvPr>
        </p:nvSpPr>
        <p:spPr>
          <a:xfrm>
            <a:off x="501651" y="1665290"/>
            <a:ext cx="11165416" cy="4716463"/>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490661624"/>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DC_Title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337546"/>
            <a:ext cx="10972800" cy="729257"/>
          </a:xfrm>
          <a:prstGeom prst="rect">
            <a:avLst/>
          </a:prstGeom>
        </p:spPr>
        <p:txBody>
          <a:bodyPr>
            <a:noAutofit/>
          </a:bodyPr>
          <a:lstStyle>
            <a:lvl1pPr>
              <a:lnSpc>
                <a:spcPct val="100000"/>
              </a:lnSpc>
              <a:defRPr b="0">
                <a:solidFill>
                  <a:schemeClr val="bg2"/>
                </a:solidFill>
              </a:defRPr>
            </a:lvl1pPr>
          </a:lstStyle>
          <a:p>
            <a:r>
              <a:rPr lang="en-US" dirty="0"/>
              <a:t>Click to edit Master title style</a:t>
            </a:r>
          </a:p>
        </p:txBody>
      </p:sp>
      <p:sp>
        <p:nvSpPr>
          <p:cNvPr id="9" name="Slide Number Placeholder 5"/>
          <p:cNvSpPr txBox="1">
            <a:spLocks/>
          </p:cNvSpPr>
          <p:nvPr userDrawn="1"/>
        </p:nvSpPr>
        <p:spPr>
          <a:xfrm>
            <a:off x="10972800" y="6457246"/>
            <a:ext cx="609600" cy="265977"/>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800" dirty="0">
              <a:solidFill>
                <a:srgbClr val="757575"/>
              </a:solidFill>
            </a:endParaRPr>
          </a:p>
        </p:txBody>
      </p:sp>
    </p:spTree>
    <p:extLst>
      <p:ext uri="{BB962C8B-B14F-4D97-AF65-F5344CB8AC3E}">
        <p14:creationId xmlns:p14="http://schemas.microsoft.com/office/powerpoint/2010/main" val="244144052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39737167"/>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dirty="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4667325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Title 1"/>
          <p:cNvSpPr>
            <a:spLocks noGrp="1"/>
          </p:cNvSpPr>
          <p:nvPr>
            <p:ph type="title"/>
          </p:nvPr>
        </p:nvSpPr>
        <p:spPr>
          <a:xfrm>
            <a:off x="412500" y="366779"/>
            <a:ext cx="10972800" cy="606426"/>
          </a:xfrm>
        </p:spPr>
        <p:txBody>
          <a:bodyPr>
            <a:noAutofit/>
          </a:bodyPr>
          <a:lstStyle>
            <a:lvl1pPr algn="l" defTabSz="1214962" rtl="0" eaLnBrk="1" latinLnBrk="0" hangingPunct="1">
              <a:lnSpc>
                <a:spcPct val="100000"/>
              </a:lnSpc>
              <a:spcBef>
                <a:spcPct val="0"/>
              </a:spcBef>
              <a:buNone/>
              <a:defRPr lang="en-US" sz="3208" b="0" kern="1200" dirty="0">
                <a:solidFill>
                  <a:schemeClr val="tx1"/>
                </a:solidFill>
                <a:latin typeface="+mj-lt"/>
                <a:ea typeface="+mj-ea"/>
                <a:cs typeface="Arial" panose="020B0604020202020204" pitchFamily="34" charset="0"/>
              </a:defRPr>
            </a:lvl1pPr>
          </a:lstStyle>
          <a:p>
            <a:r>
              <a:rPr lang="en-US" dirty="0"/>
              <a:t>Click to edit Master title style</a:t>
            </a:r>
          </a:p>
        </p:txBody>
      </p:sp>
      <p:sp>
        <p:nvSpPr>
          <p:cNvPr id="4" name="Content Placeholder 2"/>
          <p:cNvSpPr>
            <a:spLocks noGrp="1"/>
          </p:cNvSpPr>
          <p:nvPr>
            <p:ph idx="1"/>
          </p:nvPr>
        </p:nvSpPr>
        <p:spPr>
          <a:xfrm>
            <a:off x="458334" y="871100"/>
            <a:ext cx="10972800" cy="409575"/>
          </a:xfrm>
        </p:spPr>
        <p:txBody>
          <a:bodyPr>
            <a:noAutofit/>
          </a:bodyPr>
          <a:lstStyle>
            <a:lvl1pPr marL="0" indent="0" algn="l" defTabSz="1214962" rtl="0" eaLnBrk="1" latinLnBrk="0" hangingPunct="1">
              <a:spcBef>
                <a:spcPct val="20000"/>
              </a:spcBef>
              <a:buFont typeface="Arial" pitchFamily="34" charset="0"/>
              <a:buNone/>
              <a:defRPr lang="en-US" sz="1404" b="0" kern="1200" dirty="0" smtClean="0">
                <a:solidFill>
                  <a:schemeClr val="tx1"/>
                </a:solidFill>
                <a:latin typeface="+mn-lt"/>
                <a:ea typeface="+mn-ea"/>
                <a:cs typeface="Arial" panose="020B0604020202020204" pitchFamily="34" charset="0"/>
              </a:defRPr>
            </a:lvl1pPr>
            <a:lvl2pPr marL="303741" indent="-303741" algn="l" defTabSz="1214962" rtl="0" eaLnBrk="1" latinLnBrk="0" hangingPunct="1">
              <a:spcBef>
                <a:spcPct val="20000"/>
              </a:spcBef>
              <a:buFont typeface="Arial" pitchFamily="34" charset="0"/>
              <a:buChar char="•"/>
              <a:defRPr lang="en-US" sz="2707" kern="1200" dirty="0" smtClean="0">
                <a:solidFill>
                  <a:schemeClr val="tx1"/>
                </a:solidFill>
                <a:latin typeface="+mn-lt"/>
                <a:ea typeface="+mn-ea"/>
                <a:cs typeface="+mn-cs"/>
              </a:defRPr>
            </a:lvl2pPr>
            <a:lvl3pPr marL="833176" indent="-455603">
              <a:defRPr lang="en-US" sz="2707" kern="1200" dirty="0" smtClean="0">
                <a:solidFill>
                  <a:schemeClr val="tx1"/>
                </a:solidFill>
                <a:latin typeface="+mn-lt"/>
                <a:ea typeface="+mn-ea"/>
                <a:cs typeface="+mn-cs"/>
              </a:defRPr>
            </a:lvl3pPr>
            <a:lvl4pPr marL="1292998" indent="-455603">
              <a:defRPr/>
            </a:lvl4pPr>
          </a:lstStyle>
          <a:p>
            <a:pPr lvl="0"/>
            <a:r>
              <a:rPr lang="en-US" dirty="0"/>
              <a:t>Click to edit Master text styles</a:t>
            </a:r>
          </a:p>
        </p:txBody>
      </p:sp>
      <p:sp>
        <p:nvSpPr>
          <p:cNvPr id="6" name="Slide Number Placeholder 5"/>
          <p:cNvSpPr txBox="1">
            <a:spLocks/>
          </p:cNvSpPr>
          <p:nvPr userDrawn="1"/>
        </p:nvSpPr>
        <p:spPr>
          <a:xfrm>
            <a:off x="11666742" y="6488400"/>
            <a:ext cx="172692" cy="187798"/>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fld id="{275BAEB0-9CF5-46A3-9FA9-B8F172252491}" type="slidenum">
              <a:rPr lang="en-US" sz="652" smtClean="0">
                <a:solidFill>
                  <a:schemeClr val="tx1"/>
                </a:solidFill>
                <a:latin typeface="+mj-lt"/>
                <a:cs typeface="Arial" panose="020B0604020202020204" pitchFamily="34" charset="0"/>
              </a:rPr>
              <a:pPr marL="0" lvl="1"/>
              <a:t>‹#›</a:t>
            </a:fld>
            <a:endParaRPr kumimoji="0" lang="en-US" sz="902"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5"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marL="0" indent="0" algn="l" defTabSz="1222218" rtl="0" eaLnBrk="1" latinLnBrk="0" hangingPunct="1">
              <a:spcBef>
                <a:spcPts val="802"/>
              </a:spcBef>
              <a:buSzPct val="100000"/>
              <a:buFont typeface="Arial"/>
              <a:buNone/>
            </a:pPr>
            <a:r>
              <a:rPr lang="en-US" sz="652" b="0" noProof="0" dirty="0">
                <a:solidFill>
                  <a:schemeClr val="tx1"/>
                </a:solidFill>
                <a:latin typeface="+mn-lt"/>
              </a:rPr>
              <a:t>Copyright © 2017 Deloitte Development LLC. All rights reserved.</a:t>
            </a:r>
          </a:p>
        </p:txBody>
      </p:sp>
    </p:spTree>
    <p:extLst>
      <p:ext uri="{BB962C8B-B14F-4D97-AF65-F5344CB8AC3E}">
        <p14:creationId xmlns:p14="http://schemas.microsoft.com/office/powerpoint/2010/main" val="424700632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A1DE"/>
          </a:solidFill>
          <a:ln>
            <a:noFill/>
          </a:ln>
          <a:effectLst/>
        </p:spPr>
        <p:style>
          <a:lnRef idx="1">
            <a:schemeClr val="accent1"/>
          </a:lnRef>
          <a:fillRef idx="3">
            <a:schemeClr val="accent1"/>
          </a:fillRef>
          <a:effectRef idx="2">
            <a:schemeClr val="accent1"/>
          </a:effectRef>
          <a:fontRef idx="minor">
            <a:schemeClr val="lt1"/>
          </a:fontRef>
        </p:style>
        <p:txBody>
          <a:bodyPr lIns="121491" tIns="60734" rIns="121491" bIns="60734" rtlCol="0" anchor="ctr"/>
          <a:lstStyle/>
          <a:p>
            <a:pPr algn="ctr"/>
            <a:endParaRPr lang="en-US" sz="1805" dirty="0"/>
          </a:p>
        </p:txBody>
      </p:sp>
      <p:sp>
        <p:nvSpPr>
          <p:cNvPr id="5" name="Text Placeholder 4"/>
          <p:cNvSpPr>
            <a:spLocks noGrp="1"/>
          </p:cNvSpPr>
          <p:nvPr>
            <p:ph type="body" sz="quarter" idx="10"/>
          </p:nvPr>
        </p:nvSpPr>
        <p:spPr>
          <a:xfrm>
            <a:off x="0" y="2697512"/>
            <a:ext cx="12192000" cy="1462976"/>
          </a:xfrm>
        </p:spPr>
        <p:txBody>
          <a:bodyPr>
            <a:noAutofit/>
          </a:bodyPr>
          <a:lstStyle>
            <a:lvl1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1pPr>
            <a:lvl2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2pPr>
            <a:lvl3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3pPr>
            <a:lvl4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4pPr>
            <a:lvl5pPr marL="0" indent="0" algn="ctr" defTabSz="916686" rtl="0" eaLnBrk="1" latinLnBrk="0" hangingPunct="1">
              <a:lnSpc>
                <a:spcPts val="4265"/>
              </a:lnSpc>
              <a:spcBef>
                <a:spcPts val="0"/>
              </a:spcBef>
              <a:spcAft>
                <a:spcPts val="401"/>
              </a:spcAft>
              <a:buFont typeface="Arial" pitchFamily="34" charset="0"/>
              <a:buNone/>
              <a:defRPr lang="en-US" sz="4010" kern="1200" dirty="0">
                <a:solidFill>
                  <a:schemeClr val="bg1"/>
                </a:solidFill>
                <a:latin typeface="+mn-lt"/>
                <a:ea typeface="+mn-ea"/>
                <a:cs typeface="Arial" panose="020B0604020202020204" pitchFamily="34" charset="0"/>
              </a:defRPr>
            </a:lvl5pPr>
          </a:lstStyle>
          <a:p>
            <a:pPr lvl="0"/>
            <a:r>
              <a:rPr lang="en-US" dirty="0"/>
              <a:t>Click to edit Master text styles</a:t>
            </a:r>
          </a:p>
        </p:txBody>
      </p:sp>
      <p:sp>
        <p:nvSpPr>
          <p:cNvPr id="10" name="Slide Number Placeholder 5"/>
          <p:cNvSpPr txBox="1">
            <a:spLocks/>
          </p:cNvSpPr>
          <p:nvPr userDrawn="1"/>
        </p:nvSpPr>
        <p:spPr>
          <a:xfrm>
            <a:off x="11666742" y="6488400"/>
            <a:ext cx="172692" cy="187798"/>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fld id="{275BAEB0-9CF5-46A3-9FA9-B8F172252491}" type="slidenum">
              <a:rPr lang="en-US" sz="652" smtClean="0">
                <a:solidFill>
                  <a:schemeClr val="bg1"/>
                </a:solidFill>
                <a:latin typeface="+mj-lt"/>
                <a:cs typeface="Arial" panose="020B0604020202020204" pitchFamily="34" charset="0"/>
              </a:rPr>
              <a:pPr marL="0" lvl="1"/>
              <a:t>‹#›</a:t>
            </a:fld>
            <a:endParaRPr kumimoji="0" lang="en-US" sz="902"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3"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marL="0" indent="0" algn="l" defTabSz="1222218" rtl="0" eaLnBrk="1" latinLnBrk="0" hangingPunct="1">
              <a:spcBef>
                <a:spcPts val="802"/>
              </a:spcBef>
              <a:buSzPct val="100000"/>
              <a:buFont typeface="Arial"/>
              <a:buNone/>
            </a:pPr>
            <a:r>
              <a:rPr lang="en-US" sz="652" b="0" noProof="0" dirty="0">
                <a:solidFill>
                  <a:schemeClr val="bg1"/>
                </a:solidFill>
                <a:latin typeface="+mn-lt"/>
              </a:rPr>
              <a:t>Copyright © 2017 Deloitte Development LLC. All rights reserved.</a:t>
            </a:r>
          </a:p>
        </p:txBody>
      </p:sp>
    </p:spTree>
    <p:extLst>
      <p:ext uri="{BB962C8B-B14F-4D97-AF65-F5344CB8AC3E}">
        <p14:creationId xmlns:p14="http://schemas.microsoft.com/office/powerpoint/2010/main" val="9679774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2"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marL="0" indent="0" algn="l" defTabSz="1222218" rtl="0" eaLnBrk="1" latinLnBrk="0" hangingPunct="1">
              <a:spcBef>
                <a:spcPts val="802"/>
              </a:spcBef>
              <a:buSzPct val="100000"/>
              <a:buFont typeface="Arial"/>
              <a:buNone/>
            </a:pPr>
            <a:r>
              <a:rPr lang="en-US" sz="652" b="0" noProof="0" dirty="0">
                <a:solidFill>
                  <a:schemeClr val="tx1"/>
                </a:solidFill>
                <a:latin typeface="+mn-lt"/>
              </a:rPr>
              <a:t>Copyright © 2017 Deloitte Development LLC. All rights reserved.</a:t>
            </a:r>
          </a:p>
        </p:txBody>
      </p:sp>
    </p:spTree>
    <p:extLst>
      <p:ext uri="{BB962C8B-B14F-4D97-AF65-F5344CB8AC3E}">
        <p14:creationId xmlns:p14="http://schemas.microsoft.com/office/powerpoint/2010/main" val="401765503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_CRS - Title only">
    <p:spTree>
      <p:nvGrpSpPr>
        <p:cNvPr id="1" name=""/>
        <p:cNvGrpSpPr/>
        <p:nvPr/>
      </p:nvGrpSpPr>
      <p:grpSpPr>
        <a:xfrm>
          <a:off x="0" y="0"/>
          <a:ext cx="0" cy="0"/>
          <a:chOff x="0" y="0"/>
          <a:chExt cx="0" cy="0"/>
        </a:xfrm>
      </p:grpSpPr>
      <p:sp>
        <p:nvSpPr>
          <p:cNvPr id="10" name="Title Placeholder 1"/>
          <p:cNvSpPr>
            <a:spLocks noGrp="1"/>
          </p:cNvSpPr>
          <p:nvPr>
            <p:ph type="title" hasCustomPrompt="1"/>
          </p:nvPr>
        </p:nvSpPr>
        <p:spPr>
          <a:xfrm>
            <a:off x="501650"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3"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marL="0" indent="0" algn="l" defTabSz="1222218" rtl="0" eaLnBrk="1" latinLnBrk="0" hangingPunct="1">
              <a:spcBef>
                <a:spcPts val="802"/>
              </a:spcBef>
              <a:buSzPct val="100000"/>
              <a:buFont typeface="Arial"/>
              <a:buNone/>
            </a:pPr>
            <a:r>
              <a:rPr lang="en-US" sz="652" b="0" noProof="0" dirty="0">
                <a:solidFill>
                  <a:schemeClr val="tx1"/>
                </a:solidFill>
                <a:latin typeface="+mn-lt"/>
              </a:rPr>
              <a:t>Copyright © 2017 Deloitte Development LLC. All rights reserved.</a:t>
            </a:r>
          </a:p>
        </p:txBody>
      </p:sp>
    </p:spTree>
    <p:extLst>
      <p:ext uri="{BB962C8B-B14F-4D97-AF65-F5344CB8AC3E}">
        <p14:creationId xmlns:p14="http://schemas.microsoft.com/office/powerpoint/2010/main" val="4162228241"/>
      </p:ext>
    </p:extLst>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_CRS - Title, Chart ">
    <p:spTree>
      <p:nvGrpSpPr>
        <p:cNvPr id="1" name=""/>
        <p:cNvGrpSpPr/>
        <p:nvPr/>
      </p:nvGrpSpPr>
      <p:grpSpPr>
        <a:xfrm>
          <a:off x="0" y="0"/>
          <a:ext cx="0" cy="0"/>
          <a:chOff x="0" y="0"/>
          <a:chExt cx="0" cy="0"/>
        </a:xfrm>
      </p:grpSpPr>
      <p:sp>
        <p:nvSpPr>
          <p:cNvPr id="10" name="Title Placeholder 1"/>
          <p:cNvSpPr>
            <a:spLocks noGrp="1"/>
          </p:cNvSpPr>
          <p:nvPr>
            <p:ph type="title" hasCustomPrompt="1"/>
          </p:nvPr>
        </p:nvSpPr>
        <p:spPr>
          <a:xfrm>
            <a:off x="501650"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4" name="Text Placeholder 18"/>
          <p:cNvSpPr>
            <a:spLocks noGrp="1"/>
          </p:cNvSpPr>
          <p:nvPr>
            <p:ph idx="1"/>
          </p:nvPr>
        </p:nvSpPr>
        <p:spPr>
          <a:xfrm>
            <a:off x="501651" y="1665290"/>
            <a:ext cx="11165416" cy="4716463"/>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marL="0" indent="0" algn="l" defTabSz="1222218" rtl="0" eaLnBrk="1" latinLnBrk="0" hangingPunct="1">
              <a:spcBef>
                <a:spcPts val="802"/>
              </a:spcBef>
              <a:buSzPct val="100000"/>
              <a:buFont typeface="Arial"/>
              <a:buNone/>
            </a:pPr>
            <a:r>
              <a:rPr lang="en-US" sz="652" b="0" noProof="0" dirty="0">
                <a:solidFill>
                  <a:schemeClr val="tx1"/>
                </a:solidFill>
                <a:latin typeface="+mn-lt"/>
              </a:rPr>
              <a:t>Copyright © 2017 Deloitte Development LLC. All rights reserved.</a:t>
            </a:r>
          </a:p>
        </p:txBody>
      </p:sp>
    </p:spTree>
    <p:extLst>
      <p:ext uri="{BB962C8B-B14F-4D97-AF65-F5344CB8AC3E}">
        <p14:creationId xmlns:p14="http://schemas.microsoft.com/office/powerpoint/2010/main" val="994253011"/>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7" name="Text Placeholder 6"/>
          <p:cNvSpPr>
            <a:spLocks noGrp="1"/>
          </p:cNvSpPr>
          <p:nvPr>
            <p:ph type="body" sz="quarter" idx="13"/>
          </p:nvPr>
        </p:nvSpPr>
        <p:spPr>
          <a:xfrm>
            <a:off x="203200" y="1066801"/>
            <a:ext cx="11582400" cy="762000"/>
          </a:xfrm>
        </p:spPr>
        <p:txBody>
          <a:bodyPr>
            <a:noAutofit/>
          </a:bodyPr>
          <a:lstStyle>
            <a:lvl1pPr>
              <a:defRPr sz="1999" b="0">
                <a:solidFill>
                  <a:schemeClr val="tx1"/>
                </a:solidFill>
                <a:latin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
        <p:nvSpPr>
          <p:cNvPr id="6"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marL="0" indent="0" algn="l" defTabSz="1222218" rtl="0" eaLnBrk="1" latinLnBrk="0" hangingPunct="1">
              <a:spcBef>
                <a:spcPts val="802"/>
              </a:spcBef>
              <a:buSzPct val="100000"/>
              <a:buFont typeface="Arial"/>
              <a:buNone/>
            </a:pPr>
            <a:r>
              <a:rPr lang="en-US" sz="652" b="0" noProof="0" dirty="0">
                <a:solidFill>
                  <a:schemeClr val="tx1"/>
                </a:solidFill>
                <a:latin typeface="+mn-lt"/>
              </a:rPr>
              <a:t>Copyright © 2017 Deloitte Development LLC. All rights reserved.</a:t>
            </a:r>
          </a:p>
        </p:txBody>
      </p:sp>
    </p:spTree>
    <p:extLst>
      <p:ext uri="{BB962C8B-B14F-4D97-AF65-F5344CB8AC3E}">
        <p14:creationId xmlns:p14="http://schemas.microsoft.com/office/powerpoint/2010/main" val="31013867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2">
                    <a:lumMod val="25000"/>
                  </a:schemeClr>
                </a:solidFill>
              </a:defRPr>
            </a:lvl1pPr>
          </a:lstStyle>
          <a:p>
            <a:r>
              <a:rPr lang="en-US" dirty="0"/>
              <a:t>Click to edit Master title style</a:t>
            </a:r>
          </a:p>
        </p:txBody>
      </p:sp>
      <p:sp>
        <p:nvSpPr>
          <p:cNvPr id="4" name="Text Placeholder 8"/>
          <p:cNvSpPr>
            <a:spLocks noGrp="1"/>
          </p:cNvSpPr>
          <p:nvPr>
            <p:ph type="body" sz="quarter" idx="14"/>
          </p:nvPr>
        </p:nvSpPr>
        <p:spPr>
          <a:xfrm>
            <a:off x="511175" y="1279083"/>
            <a:ext cx="11071225" cy="647700"/>
          </a:xfrm>
        </p:spPr>
        <p:txBody>
          <a:bodyPr>
            <a:noAutofit/>
          </a:bodyPr>
          <a:lstStyle>
            <a:lvl1pPr marL="0" indent="0">
              <a:buNone/>
              <a:defRPr sz="2000">
                <a:ln>
                  <a:solidFill>
                    <a:schemeClr val="bg2">
                      <a:lumMod val="25000"/>
                    </a:schemeClr>
                  </a:solidFill>
                </a:ln>
                <a:solidFill>
                  <a:schemeClr val="bg2">
                    <a:lumMod val="2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6" name="Text Placeholder 5"/>
          <p:cNvSpPr>
            <a:spLocks noGrp="1"/>
          </p:cNvSpPr>
          <p:nvPr>
            <p:ph type="body" sz="quarter" idx="15"/>
          </p:nvPr>
        </p:nvSpPr>
        <p:spPr>
          <a:xfrm>
            <a:off x="510492" y="2212900"/>
            <a:ext cx="11071907" cy="2576512"/>
          </a:xfrm>
        </p:spPr>
        <p:txBody>
          <a:bodyPr/>
          <a:lstStyle>
            <a:lvl1pPr>
              <a:defRPr>
                <a:ln>
                  <a:noFill/>
                </a:ln>
                <a:solidFill>
                  <a:schemeClr val="bg2">
                    <a:lumMod val="25000"/>
                  </a:schemeClr>
                </a:solidFill>
              </a:defRPr>
            </a:lvl1pPr>
            <a:lvl2pPr>
              <a:defRPr>
                <a:ln>
                  <a:noFill/>
                </a:ln>
                <a:solidFill>
                  <a:schemeClr val="bg2">
                    <a:lumMod val="25000"/>
                  </a:schemeClr>
                </a:solidFill>
              </a:defRPr>
            </a:lvl2pPr>
            <a:lvl3pPr>
              <a:defRPr>
                <a:ln>
                  <a:noFill/>
                </a:ln>
                <a:solidFill>
                  <a:schemeClr val="bg2">
                    <a:lumMod val="25000"/>
                  </a:schemeClr>
                </a:solidFill>
              </a:defRPr>
            </a:lvl3pPr>
            <a:lvl4pPr>
              <a:defRPr>
                <a:ln>
                  <a:noFill/>
                </a:ln>
                <a:solidFill>
                  <a:schemeClr val="bg2">
                    <a:lumMod val="25000"/>
                  </a:schemeClr>
                </a:solidFill>
              </a:defRPr>
            </a:lvl4pPr>
            <a:lvl5pPr>
              <a:defRPr>
                <a:ln>
                  <a:noFill/>
                </a:ln>
                <a:solidFill>
                  <a:schemeClr val="bg2">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79401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Text Placeholder 8"/>
          <p:cNvSpPr>
            <a:spLocks noGrp="1"/>
          </p:cNvSpPr>
          <p:nvPr>
            <p:ph type="body" sz="quarter" idx="14"/>
          </p:nvPr>
        </p:nvSpPr>
        <p:spPr>
          <a:xfrm>
            <a:off x="511175" y="1279083"/>
            <a:ext cx="11071225" cy="647700"/>
          </a:xfrm>
        </p:spPr>
        <p:txBody>
          <a:bodyPr>
            <a:noAutofit/>
          </a:bodyPr>
          <a:lstStyle>
            <a:lvl1pPr marL="0" indent="0">
              <a:buNone/>
              <a:defRPr sz="2000">
                <a:solidFill>
                  <a:schemeClr val="bg2">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9" name="Picture Placeholder 5"/>
          <p:cNvSpPr>
            <a:spLocks noGrp="1"/>
          </p:cNvSpPr>
          <p:nvPr>
            <p:ph type="pic" sz="quarter" idx="12"/>
          </p:nvPr>
        </p:nvSpPr>
        <p:spPr>
          <a:xfrm>
            <a:off x="506968" y="2108200"/>
            <a:ext cx="1117600" cy="1117600"/>
          </a:xfrm>
          <a:prstGeom prst="ellipse">
            <a:avLst/>
          </a:prstGeom>
        </p:spPr>
        <p:txBody>
          <a:bodyPr anchor="ctr"/>
          <a:lstStyle>
            <a:lvl1pPr algn="ctr">
              <a:buNone/>
              <a:defRPr/>
            </a:lvl1pPr>
          </a:lstStyle>
          <a:p>
            <a:endParaRPr lang="en-US" dirty="0"/>
          </a:p>
        </p:txBody>
      </p:sp>
      <p:sp>
        <p:nvSpPr>
          <p:cNvPr id="10" name="Text Placeholder 3"/>
          <p:cNvSpPr>
            <a:spLocks noGrp="1"/>
          </p:cNvSpPr>
          <p:nvPr>
            <p:ph type="body" sz="quarter" idx="10" hasCustomPrompt="1"/>
          </p:nvPr>
        </p:nvSpPr>
        <p:spPr>
          <a:xfrm>
            <a:off x="1726171" y="3225800"/>
            <a:ext cx="2336800" cy="609600"/>
          </a:xfrm>
        </p:spPr>
        <p:txBody>
          <a:bodyPr>
            <a:normAutofit/>
          </a:bodyPr>
          <a:lstStyle>
            <a:lvl1pPr marL="0" indent="0" algn="l">
              <a:buFont typeface="Arial"/>
              <a:buNone/>
              <a:defRPr sz="1100">
                <a:solidFill>
                  <a:schemeClr val="bg2">
                    <a:lumMod val="50000"/>
                  </a:schemeClr>
                </a:solidFill>
              </a:defRPr>
            </a:lvl1pPr>
            <a:lvl2pPr>
              <a:defRPr sz="1100">
                <a:solidFill>
                  <a:schemeClr val="accent3"/>
                </a:solidFill>
              </a:defRPr>
            </a:lvl2pPr>
            <a:lvl3pPr>
              <a:defRPr sz="1100">
                <a:solidFill>
                  <a:schemeClr val="accent3"/>
                </a:solidFill>
              </a:defRPr>
            </a:lvl3pPr>
            <a:lvl4pPr>
              <a:defRPr sz="900">
                <a:solidFill>
                  <a:schemeClr val="accent3"/>
                </a:solidFill>
              </a:defRPr>
            </a:lvl4pPr>
            <a:lvl5pPr>
              <a:defRPr sz="900">
                <a:solidFill>
                  <a:schemeClr val="accent3"/>
                </a:solidFill>
              </a:defRPr>
            </a:lvl5pPr>
          </a:lstStyle>
          <a:p>
            <a:pPr lvl="0"/>
            <a:r>
              <a:rPr lang="en-US" dirty="0"/>
              <a:t>Subhead</a:t>
            </a:r>
          </a:p>
        </p:txBody>
      </p:sp>
      <p:sp>
        <p:nvSpPr>
          <p:cNvPr id="11" name="Text Placeholder 7"/>
          <p:cNvSpPr>
            <a:spLocks noGrp="1"/>
          </p:cNvSpPr>
          <p:nvPr>
            <p:ph type="body" sz="quarter" idx="13" hasCustomPrompt="1"/>
          </p:nvPr>
        </p:nvSpPr>
        <p:spPr>
          <a:xfrm>
            <a:off x="1726169" y="2311400"/>
            <a:ext cx="2336800" cy="406400"/>
          </a:xfrm>
        </p:spPr>
        <p:txBody>
          <a:bodyPr/>
          <a:lstStyle>
            <a:lvl1pPr>
              <a:lnSpc>
                <a:spcPct val="90000"/>
              </a:lnSpc>
              <a:spcBef>
                <a:spcPts val="0"/>
              </a:spcBef>
              <a:buNone/>
              <a:defRPr sz="2700" b="0" i="0">
                <a:solidFill>
                  <a:schemeClr val="accent5"/>
                </a:solidFill>
                <a:latin typeface="Knockout-HTF27-JuniorBantamwt"/>
                <a:cs typeface="Knockout-HTF27-JuniorBantamwt"/>
              </a:defRPr>
            </a:lvl1pPr>
            <a:lvl2pPr marL="0" indent="0">
              <a:buNone/>
              <a:defRPr sz="1900" b="0" i="0">
                <a:latin typeface="Knockout-HTF27-JuniorBantamwt"/>
                <a:cs typeface="Knockout-HTF27-JuniorBantamwt"/>
              </a:defRPr>
            </a:lvl2pPr>
            <a:lvl3pPr marL="203195" indent="0">
              <a:buNone/>
              <a:defRPr sz="1900" b="0" i="0">
                <a:latin typeface="Knockout-HTF27-JuniorBantamwt"/>
                <a:cs typeface="Knockout-HTF27-JuniorBantamwt"/>
              </a:defRPr>
            </a:lvl3pPr>
            <a:lvl4pPr marL="406390" indent="0">
              <a:buNone/>
              <a:defRPr sz="1900" b="0" i="0">
                <a:latin typeface="Knockout-HTF27-JuniorBantamwt"/>
                <a:cs typeface="Knockout-HTF27-JuniorBantamwt"/>
              </a:defRPr>
            </a:lvl4pPr>
            <a:lvl5pPr marL="609585" indent="0">
              <a:buNone/>
              <a:defRPr sz="1900" b="0" i="0">
                <a:latin typeface="Knockout-HTF27-JuniorBantamwt"/>
                <a:cs typeface="Knockout-HTF27-JuniorBantamwt"/>
              </a:defRPr>
            </a:lvl5pPr>
          </a:lstStyle>
          <a:p>
            <a:pPr lvl="0"/>
            <a:r>
              <a:rPr lang="en-US" dirty="0"/>
              <a:t>NAME</a:t>
            </a:r>
          </a:p>
        </p:txBody>
      </p:sp>
      <p:sp>
        <p:nvSpPr>
          <p:cNvPr id="12" name="Text Placeholder 7"/>
          <p:cNvSpPr>
            <a:spLocks noGrp="1"/>
          </p:cNvSpPr>
          <p:nvPr>
            <p:ph type="body" sz="quarter" idx="14" hasCustomPrompt="1"/>
          </p:nvPr>
        </p:nvSpPr>
        <p:spPr>
          <a:xfrm>
            <a:off x="1726169" y="2717800"/>
            <a:ext cx="2336800" cy="304800"/>
          </a:xfrm>
        </p:spPr>
        <p:txBody>
          <a:bodyPr/>
          <a:lstStyle>
            <a:lvl1pPr>
              <a:lnSpc>
                <a:spcPct val="90000"/>
              </a:lnSpc>
              <a:spcBef>
                <a:spcPts val="0"/>
              </a:spcBef>
              <a:buNone/>
              <a:defRPr sz="1200" b="0" i="0">
                <a:solidFill>
                  <a:schemeClr val="accent2"/>
                </a:solidFill>
                <a:latin typeface="+mn-lt"/>
                <a:cs typeface="Knockout-HTF27-JuniorBantamwt"/>
              </a:defRPr>
            </a:lvl1pPr>
            <a:lvl2pPr marL="0" indent="0">
              <a:buNone/>
              <a:defRPr sz="1900" b="0" i="0">
                <a:latin typeface="Knockout-HTF27-JuniorBantamwt"/>
                <a:cs typeface="Knockout-HTF27-JuniorBantamwt"/>
              </a:defRPr>
            </a:lvl2pPr>
            <a:lvl3pPr marL="203195" indent="0">
              <a:buNone/>
              <a:defRPr sz="1900" b="0" i="0">
                <a:latin typeface="Knockout-HTF27-JuniorBantamwt"/>
                <a:cs typeface="Knockout-HTF27-JuniorBantamwt"/>
              </a:defRPr>
            </a:lvl3pPr>
            <a:lvl4pPr marL="406390" indent="0">
              <a:buNone/>
              <a:defRPr sz="1900" b="0" i="0">
                <a:latin typeface="Knockout-HTF27-JuniorBantamwt"/>
                <a:cs typeface="Knockout-HTF27-JuniorBantamwt"/>
              </a:defRPr>
            </a:lvl4pPr>
            <a:lvl5pPr marL="609585" indent="0">
              <a:buNone/>
              <a:defRPr sz="1900" b="0" i="0">
                <a:latin typeface="Knockout-HTF27-JuniorBantamwt"/>
                <a:cs typeface="Knockout-HTF27-JuniorBantamwt"/>
              </a:defRPr>
            </a:lvl5pPr>
          </a:lstStyle>
          <a:p>
            <a:pPr lvl="0"/>
            <a:r>
              <a:rPr lang="en-US" dirty="0"/>
              <a:t>Title</a:t>
            </a:r>
          </a:p>
        </p:txBody>
      </p:sp>
      <p:sp>
        <p:nvSpPr>
          <p:cNvPr id="15" name="Picture Placeholder 5"/>
          <p:cNvSpPr>
            <a:spLocks noGrp="1"/>
          </p:cNvSpPr>
          <p:nvPr>
            <p:ph type="pic" sz="quarter" idx="15"/>
          </p:nvPr>
        </p:nvSpPr>
        <p:spPr>
          <a:xfrm>
            <a:off x="4266168" y="2108200"/>
            <a:ext cx="1117600" cy="1117600"/>
          </a:xfrm>
          <a:prstGeom prst="ellipse">
            <a:avLst/>
          </a:prstGeom>
        </p:spPr>
        <p:txBody>
          <a:bodyPr anchor="ctr"/>
          <a:lstStyle>
            <a:lvl1pPr algn="ctr">
              <a:buNone/>
              <a:defRPr/>
            </a:lvl1pPr>
          </a:lstStyle>
          <a:p>
            <a:endParaRPr lang="en-US" dirty="0"/>
          </a:p>
        </p:txBody>
      </p:sp>
      <p:sp>
        <p:nvSpPr>
          <p:cNvPr id="16" name="Text Placeholder 3"/>
          <p:cNvSpPr>
            <a:spLocks noGrp="1"/>
          </p:cNvSpPr>
          <p:nvPr>
            <p:ph type="body" sz="quarter" idx="16" hasCustomPrompt="1"/>
          </p:nvPr>
        </p:nvSpPr>
        <p:spPr>
          <a:xfrm>
            <a:off x="5485371" y="3225800"/>
            <a:ext cx="2336800" cy="609600"/>
          </a:xfrm>
        </p:spPr>
        <p:txBody>
          <a:bodyPr>
            <a:normAutofit/>
          </a:bodyPr>
          <a:lstStyle>
            <a:lvl1pPr marL="0" indent="0" algn="l">
              <a:buFont typeface="Arial"/>
              <a:buNone/>
              <a:defRPr sz="1100">
                <a:solidFill>
                  <a:schemeClr val="bg2">
                    <a:lumMod val="50000"/>
                  </a:schemeClr>
                </a:solidFill>
              </a:defRPr>
            </a:lvl1pPr>
            <a:lvl2pPr>
              <a:defRPr sz="1100">
                <a:solidFill>
                  <a:schemeClr val="accent3"/>
                </a:solidFill>
              </a:defRPr>
            </a:lvl2pPr>
            <a:lvl3pPr>
              <a:defRPr sz="1100">
                <a:solidFill>
                  <a:schemeClr val="accent3"/>
                </a:solidFill>
              </a:defRPr>
            </a:lvl3pPr>
            <a:lvl4pPr>
              <a:defRPr sz="900">
                <a:solidFill>
                  <a:schemeClr val="accent3"/>
                </a:solidFill>
              </a:defRPr>
            </a:lvl4pPr>
            <a:lvl5pPr>
              <a:defRPr sz="900">
                <a:solidFill>
                  <a:schemeClr val="accent3"/>
                </a:solidFill>
              </a:defRPr>
            </a:lvl5pPr>
          </a:lstStyle>
          <a:p>
            <a:pPr lvl="0"/>
            <a:r>
              <a:rPr lang="en-US" dirty="0"/>
              <a:t>Subhead</a:t>
            </a:r>
          </a:p>
        </p:txBody>
      </p:sp>
      <p:sp>
        <p:nvSpPr>
          <p:cNvPr id="17" name="Text Placeholder 7"/>
          <p:cNvSpPr>
            <a:spLocks noGrp="1"/>
          </p:cNvSpPr>
          <p:nvPr>
            <p:ph type="body" sz="quarter" idx="17" hasCustomPrompt="1"/>
          </p:nvPr>
        </p:nvSpPr>
        <p:spPr>
          <a:xfrm>
            <a:off x="5485369" y="2311400"/>
            <a:ext cx="2336800" cy="406400"/>
          </a:xfrm>
        </p:spPr>
        <p:txBody>
          <a:bodyPr/>
          <a:lstStyle>
            <a:lvl1pPr>
              <a:lnSpc>
                <a:spcPct val="90000"/>
              </a:lnSpc>
              <a:spcBef>
                <a:spcPts val="0"/>
              </a:spcBef>
              <a:buNone/>
              <a:defRPr sz="2700" b="0" i="0">
                <a:solidFill>
                  <a:schemeClr val="accent5"/>
                </a:solidFill>
                <a:latin typeface="Knockout-HTF27-JuniorBantamwt"/>
                <a:cs typeface="Knockout-HTF27-JuniorBantamwt"/>
              </a:defRPr>
            </a:lvl1pPr>
            <a:lvl2pPr marL="0" indent="0">
              <a:buNone/>
              <a:defRPr sz="1900" b="0" i="0">
                <a:latin typeface="Knockout-HTF27-JuniorBantamwt"/>
                <a:cs typeface="Knockout-HTF27-JuniorBantamwt"/>
              </a:defRPr>
            </a:lvl2pPr>
            <a:lvl3pPr marL="203195" indent="0">
              <a:buNone/>
              <a:defRPr sz="1900" b="0" i="0">
                <a:latin typeface="Knockout-HTF27-JuniorBantamwt"/>
                <a:cs typeface="Knockout-HTF27-JuniorBantamwt"/>
              </a:defRPr>
            </a:lvl3pPr>
            <a:lvl4pPr marL="406390" indent="0">
              <a:buNone/>
              <a:defRPr sz="1900" b="0" i="0">
                <a:latin typeface="Knockout-HTF27-JuniorBantamwt"/>
                <a:cs typeface="Knockout-HTF27-JuniorBantamwt"/>
              </a:defRPr>
            </a:lvl4pPr>
            <a:lvl5pPr marL="609585" indent="0">
              <a:buNone/>
              <a:defRPr sz="1900" b="0" i="0">
                <a:latin typeface="Knockout-HTF27-JuniorBantamwt"/>
                <a:cs typeface="Knockout-HTF27-JuniorBantamwt"/>
              </a:defRPr>
            </a:lvl5pPr>
          </a:lstStyle>
          <a:p>
            <a:pPr lvl="0"/>
            <a:r>
              <a:rPr lang="en-US" dirty="0"/>
              <a:t>NAME</a:t>
            </a:r>
          </a:p>
        </p:txBody>
      </p:sp>
      <p:sp>
        <p:nvSpPr>
          <p:cNvPr id="18" name="Text Placeholder 7"/>
          <p:cNvSpPr>
            <a:spLocks noGrp="1"/>
          </p:cNvSpPr>
          <p:nvPr>
            <p:ph type="body" sz="quarter" idx="18" hasCustomPrompt="1"/>
          </p:nvPr>
        </p:nvSpPr>
        <p:spPr>
          <a:xfrm>
            <a:off x="5485369" y="2717800"/>
            <a:ext cx="2336800" cy="304800"/>
          </a:xfrm>
        </p:spPr>
        <p:txBody>
          <a:bodyPr/>
          <a:lstStyle>
            <a:lvl1pPr>
              <a:lnSpc>
                <a:spcPct val="90000"/>
              </a:lnSpc>
              <a:spcBef>
                <a:spcPts val="0"/>
              </a:spcBef>
              <a:buNone/>
              <a:defRPr sz="1200" b="0" i="0">
                <a:solidFill>
                  <a:schemeClr val="accent2"/>
                </a:solidFill>
                <a:latin typeface="+mn-lt"/>
                <a:cs typeface="Knockout-HTF27-JuniorBantamwt"/>
              </a:defRPr>
            </a:lvl1pPr>
            <a:lvl2pPr marL="0" indent="0">
              <a:buNone/>
              <a:defRPr sz="1900" b="0" i="0">
                <a:latin typeface="Knockout-HTF27-JuniorBantamwt"/>
                <a:cs typeface="Knockout-HTF27-JuniorBantamwt"/>
              </a:defRPr>
            </a:lvl2pPr>
            <a:lvl3pPr marL="203195" indent="0">
              <a:buNone/>
              <a:defRPr sz="1900" b="0" i="0">
                <a:latin typeface="Knockout-HTF27-JuniorBantamwt"/>
                <a:cs typeface="Knockout-HTF27-JuniorBantamwt"/>
              </a:defRPr>
            </a:lvl3pPr>
            <a:lvl4pPr marL="406390" indent="0">
              <a:buNone/>
              <a:defRPr sz="1900" b="0" i="0">
                <a:latin typeface="Knockout-HTF27-JuniorBantamwt"/>
                <a:cs typeface="Knockout-HTF27-JuniorBantamwt"/>
              </a:defRPr>
            </a:lvl4pPr>
            <a:lvl5pPr marL="609585" indent="0">
              <a:buNone/>
              <a:defRPr sz="1900" b="0" i="0">
                <a:latin typeface="Knockout-HTF27-JuniorBantamwt"/>
                <a:cs typeface="Knockout-HTF27-JuniorBantamwt"/>
              </a:defRPr>
            </a:lvl5pPr>
          </a:lstStyle>
          <a:p>
            <a:pPr lvl="0"/>
            <a:r>
              <a:rPr lang="en-US" dirty="0"/>
              <a:t>Title</a:t>
            </a:r>
          </a:p>
        </p:txBody>
      </p:sp>
      <p:sp>
        <p:nvSpPr>
          <p:cNvPr id="21" name="Picture Placeholder 5"/>
          <p:cNvSpPr>
            <a:spLocks noGrp="1"/>
          </p:cNvSpPr>
          <p:nvPr>
            <p:ph type="pic" sz="quarter" idx="19"/>
          </p:nvPr>
        </p:nvSpPr>
        <p:spPr>
          <a:xfrm>
            <a:off x="8025368" y="2108200"/>
            <a:ext cx="1117600" cy="1117600"/>
          </a:xfrm>
          <a:prstGeom prst="ellipse">
            <a:avLst/>
          </a:prstGeom>
        </p:spPr>
        <p:txBody>
          <a:bodyPr anchor="ctr"/>
          <a:lstStyle>
            <a:lvl1pPr algn="ctr">
              <a:buNone/>
              <a:defRPr/>
            </a:lvl1pPr>
          </a:lstStyle>
          <a:p>
            <a:endParaRPr lang="en-US" dirty="0"/>
          </a:p>
        </p:txBody>
      </p:sp>
      <p:sp>
        <p:nvSpPr>
          <p:cNvPr id="22" name="Text Placeholder 3"/>
          <p:cNvSpPr>
            <a:spLocks noGrp="1"/>
          </p:cNvSpPr>
          <p:nvPr>
            <p:ph type="body" sz="quarter" idx="20" hasCustomPrompt="1"/>
          </p:nvPr>
        </p:nvSpPr>
        <p:spPr>
          <a:xfrm>
            <a:off x="9244571" y="3225800"/>
            <a:ext cx="2336800" cy="609600"/>
          </a:xfrm>
        </p:spPr>
        <p:txBody>
          <a:bodyPr>
            <a:normAutofit/>
          </a:bodyPr>
          <a:lstStyle>
            <a:lvl1pPr marL="0" indent="0" algn="l">
              <a:buFont typeface="Arial"/>
              <a:buNone/>
              <a:defRPr sz="1100">
                <a:solidFill>
                  <a:schemeClr val="bg2">
                    <a:lumMod val="50000"/>
                  </a:schemeClr>
                </a:solidFill>
              </a:defRPr>
            </a:lvl1pPr>
            <a:lvl2pPr>
              <a:defRPr sz="1100">
                <a:solidFill>
                  <a:schemeClr val="accent3"/>
                </a:solidFill>
              </a:defRPr>
            </a:lvl2pPr>
            <a:lvl3pPr>
              <a:defRPr sz="1100">
                <a:solidFill>
                  <a:schemeClr val="accent3"/>
                </a:solidFill>
              </a:defRPr>
            </a:lvl3pPr>
            <a:lvl4pPr>
              <a:defRPr sz="900">
                <a:solidFill>
                  <a:schemeClr val="accent3"/>
                </a:solidFill>
              </a:defRPr>
            </a:lvl4pPr>
            <a:lvl5pPr>
              <a:defRPr sz="900">
                <a:solidFill>
                  <a:schemeClr val="accent3"/>
                </a:solidFill>
              </a:defRPr>
            </a:lvl5pPr>
          </a:lstStyle>
          <a:p>
            <a:pPr lvl="0"/>
            <a:r>
              <a:rPr lang="en-US" dirty="0"/>
              <a:t>Subhead</a:t>
            </a:r>
          </a:p>
        </p:txBody>
      </p:sp>
      <p:sp>
        <p:nvSpPr>
          <p:cNvPr id="23" name="Text Placeholder 7"/>
          <p:cNvSpPr>
            <a:spLocks noGrp="1"/>
          </p:cNvSpPr>
          <p:nvPr>
            <p:ph type="body" sz="quarter" idx="21" hasCustomPrompt="1"/>
          </p:nvPr>
        </p:nvSpPr>
        <p:spPr>
          <a:xfrm>
            <a:off x="9244569" y="2311400"/>
            <a:ext cx="2336800" cy="406400"/>
          </a:xfrm>
        </p:spPr>
        <p:txBody>
          <a:bodyPr/>
          <a:lstStyle>
            <a:lvl1pPr>
              <a:lnSpc>
                <a:spcPct val="90000"/>
              </a:lnSpc>
              <a:spcBef>
                <a:spcPts val="0"/>
              </a:spcBef>
              <a:buNone/>
              <a:defRPr sz="2700" b="0" i="0">
                <a:solidFill>
                  <a:schemeClr val="accent5"/>
                </a:solidFill>
                <a:latin typeface="Knockout-HTF27-JuniorBantamwt"/>
                <a:cs typeface="Knockout-HTF27-JuniorBantamwt"/>
              </a:defRPr>
            </a:lvl1pPr>
            <a:lvl2pPr marL="0" indent="0">
              <a:buNone/>
              <a:defRPr sz="1900" b="0" i="0">
                <a:latin typeface="Knockout-HTF27-JuniorBantamwt"/>
                <a:cs typeface="Knockout-HTF27-JuniorBantamwt"/>
              </a:defRPr>
            </a:lvl2pPr>
            <a:lvl3pPr marL="203195" indent="0">
              <a:buNone/>
              <a:defRPr sz="1900" b="0" i="0">
                <a:latin typeface="Knockout-HTF27-JuniorBantamwt"/>
                <a:cs typeface="Knockout-HTF27-JuniorBantamwt"/>
              </a:defRPr>
            </a:lvl3pPr>
            <a:lvl4pPr marL="406390" indent="0">
              <a:buNone/>
              <a:defRPr sz="1900" b="0" i="0">
                <a:latin typeface="Knockout-HTF27-JuniorBantamwt"/>
                <a:cs typeface="Knockout-HTF27-JuniorBantamwt"/>
              </a:defRPr>
            </a:lvl4pPr>
            <a:lvl5pPr marL="609585" indent="0">
              <a:buNone/>
              <a:defRPr sz="1900" b="0" i="0">
                <a:latin typeface="Knockout-HTF27-JuniorBantamwt"/>
                <a:cs typeface="Knockout-HTF27-JuniorBantamwt"/>
              </a:defRPr>
            </a:lvl5pPr>
          </a:lstStyle>
          <a:p>
            <a:pPr lvl="0"/>
            <a:r>
              <a:rPr lang="en-US" dirty="0"/>
              <a:t>NAME</a:t>
            </a:r>
          </a:p>
        </p:txBody>
      </p:sp>
      <p:sp>
        <p:nvSpPr>
          <p:cNvPr id="24" name="Text Placeholder 7"/>
          <p:cNvSpPr>
            <a:spLocks noGrp="1"/>
          </p:cNvSpPr>
          <p:nvPr>
            <p:ph type="body" sz="quarter" idx="22" hasCustomPrompt="1"/>
          </p:nvPr>
        </p:nvSpPr>
        <p:spPr>
          <a:xfrm>
            <a:off x="9244569" y="2717800"/>
            <a:ext cx="2336800" cy="304800"/>
          </a:xfrm>
        </p:spPr>
        <p:txBody>
          <a:bodyPr/>
          <a:lstStyle>
            <a:lvl1pPr>
              <a:lnSpc>
                <a:spcPct val="90000"/>
              </a:lnSpc>
              <a:spcBef>
                <a:spcPts val="0"/>
              </a:spcBef>
              <a:buNone/>
              <a:defRPr sz="1200" b="0" i="0">
                <a:solidFill>
                  <a:schemeClr val="accent2"/>
                </a:solidFill>
                <a:latin typeface="+mn-lt"/>
                <a:cs typeface="Knockout-HTF27-JuniorBantamwt"/>
              </a:defRPr>
            </a:lvl1pPr>
            <a:lvl2pPr marL="0" indent="0">
              <a:buNone/>
              <a:defRPr sz="1900" b="0" i="0">
                <a:latin typeface="Knockout-HTF27-JuniorBantamwt"/>
                <a:cs typeface="Knockout-HTF27-JuniorBantamwt"/>
              </a:defRPr>
            </a:lvl2pPr>
            <a:lvl3pPr marL="203195" indent="0">
              <a:buNone/>
              <a:defRPr sz="1900" b="0" i="0">
                <a:latin typeface="Knockout-HTF27-JuniorBantamwt"/>
                <a:cs typeface="Knockout-HTF27-JuniorBantamwt"/>
              </a:defRPr>
            </a:lvl3pPr>
            <a:lvl4pPr marL="406390" indent="0">
              <a:buNone/>
              <a:defRPr sz="1900" b="0" i="0">
                <a:latin typeface="Knockout-HTF27-JuniorBantamwt"/>
                <a:cs typeface="Knockout-HTF27-JuniorBantamwt"/>
              </a:defRPr>
            </a:lvl4pPr>
            <a:lvl5pPr marL="609585" indent="0">
              <a:buNone/>
              <a:defRPr sz="1900" b="0" i="0">
                <a:latin typeface="Knockout-HTF27-JuniorBantamwt"/>
                <a:cs typeface="Knockout-HTF27-JuniorBantamwt"/>
              </a:defRPr>
            </a:lvl5pPr>
          </a:lstStyle>
          <a:p>
            <a:pPr lvl="0"/>
            <a:r>
              <a:rPr lang="en-US" dirty="0"/>
              <a:t>Title</a:t>
            </a:r>
          </a:p>
        </p:txBody>
      </p:sp>
      <p:sp>
        <p:nvSpPr>
          <p:cNvPr id="27" name="Text Placeholder 3"/>
          <p:cNvSpPr>
            <a:spLocks noGrp="1"/>
          </p:cNvSpPr>
          <p:nvPr>
            <p:ph type="body" sz="quarter" idx="23" hasCustomPrompt="1"/>
          </p:nvPr>
        </p:nvSpPr>
        <p:spPr>
          <a:xfrm>
            <a:off x="1726171" y="4140200"/>
            <a:ext cx="2336800" cy="2032000"/>
          </a:xfrm>
        </p:spPr>
        <p:txBody>
          <a:bodyPr>
            <a:normAutofit/>
          </a:bodyPr>
          <a:lstStyle>
            <a:lvl1pPr marL="148163" indent="-148163">
              <a:buClr>
                <a:schemeClr val="accent5"/>
              </a:buClr>
              <a:buSzPct val="100000"/>
              <a:buFont typeface="Arial"/>
              <a:buChar char="•"/>
              <a:defRPr sz="1100">
                <a:solidFill>
                  <a:schemeClr val="bg1"/>
                </a:solidFill>
              </a:defRPr>
            </a:lvl1pPr>
            <a:lvl2pPr>
              <a:defRPr sz="1100">
                <a:solidFill>
                  <a:schemeClr val="accent3"/>
                </a:solidFill>
              </a:defRPr>
            </a:lvl2pPr>
            <a:lvl3pPr>
              <a:defRPr sz="1100">
                <a:solidFill>
                  <a:schemeClr val="accent3"/>
                </a:solidFill>
              </a:defRPr>
            </a:lvl3pPr>
            <a:lvl4pPr>
              <a:defRPr sz="900">
                <a:solidFill>
                  <a:schemeClr val="accent3"/>
                </a:solidFill>
              </a:defRPr>
            </a:lvl4pPr>
            <a:lvl5pPr>
              <a:defRPr sz="900">
                <a:solidFill>
                  <a:schemeClr val="accent3"/>
                </a:solidFill>
              </a:defRPr>
            </a:lvl5pPr>
          </a:lstStyle>
          <a:p>
            <a:pPr lvl="0"/>
            <a:r>
              <a:rPr lang="en-US" dirty="0"/>
              <a:t>Bullets</a:t>
            </a:r>
          </a:p>
        </p:txBody>
      </p:sp>
      <p:sp>
        <p:nvSpPr>
          <p:cNvPr id="28" name="Text Placeholder 3"/>
          <p:cNvSpPr>
            <a:spLocks noGrp="1"/>
          </p:cNvSpPr>
          <p:nvPr>
            <p:ph type="body" sz="quarter" idx="24" hasCustomPrompt="1"/>
          </p:nvPr>
        </p:nvSpPr>
        <p:spPr>
          <a:xfrm>
            <a:off x="5485371" y="4140200"/>
            <a:ext cx="2336800" cy="2032000"/>
          </a:xfrm>
        </p:spPr>
        <p:txBody>
          <a:bodyPr>
            <a:normAutofit/>
          </a:bodyPr>
          <a:lstStyle>
            <a:lvl1pPr marL="148163" indent="-148163">
              <a:buClr>
                <a:schemeClr val="accent5"/>
              </a:buClr>
              <a:buSzPct val="100000"/>
              <a:buFont typeface="Arial"/>
              <a:buChar char="•"/>
              <a:defRPr sz="1100">
                <a:solidFill>
                  <a:schemeClr val="bg1"/>
                </a:solidFill>
              </a:defRPr>
            </a:lvl1pPr>
            <a:lvl2pPr>
              <a:defRPr sz="1100">
                <a:solidFill>
                  <a:schemeClr val="accent3"/>
                </a:solidFill>
              </a:defRPr>
            </a:lvl2pPr>
            <a:lvl3pPr>
              <a:defRPr sz="1100">
                <a:solidFill>
                  <a:schemeClr val="accent3"/>
                </a:solidFill>
              </a:defRPr>
            </a:lvl3pPr>
            <a:lvl4pPr>
              <a:defRPr sz="900">
                <a:solidFill>
                  <a:schemeClr val="accent3"/>
                </a:solidFill>
              </a:defRPr>
            </a:lvl4pPr>
            <a:lvl5pPr>
              <a:defRPr sz="900">
                <a:solidFill>
                  <a:schemeClr val="accent3"/>
                </a:solidFill>
              </a:defRPr>
            </a:lvl5pPr>
          </a:lstStyle>
          <a:p>
            <a:pPr lvl="0"/>
            <a:r>
              <a:rPr lang="en-US" dirty="0"/>
              <a:t>Bullets</a:t>
            </a:r>
          </a:p>
        </p:txBody>
      </p:sp>
      <p:sp>
        <p:nvSpPr>
          <p:cNvPr id="29" name="Text Placeholder 3"/>
          <p:cNvSpPr>
            <a:spLocks noGrp="1"/>
          </p:cNvSpPr>
          <p:nvPr>
            <p:ph type="body" sz="quarter" idx="25" hasCustomPrompt="1"/>
          </p:nvPr>
        </p:nvSpPr>
        <p:spPr>
          <a:xfrm>
            <a:off x="9244571" y="4140200"/>
            <a:ext cx="2336800" cy="2032000"/>
          </a:xfrm>
        </p:spPr>
        <p:txBody>
          <a:bodyPr>
            <a:normAutofit/>
          </a:bodyPr>
          <a:lstStyle>
            <a:lvl1pPr marL="0" marR="0" indent="0" algn="l" defTabSz="1219170" rtl="0" eaLnBrk="1" fontAlgn="auto" latinLnBrk="0" hangingPunct="1">
              <a:lnSpc>
                <a:spcPct val="100000"/>
              </a:lnSpc>
              <a:spcBef>
                <a:spcPts val="1600"/>
              </a:spcBef>
              <a:spcAft>
                <a:spcPts val="0"/>
              </a:spcAft>
              <a:buClr>
                <a:schemeClr val="accent5"/>
              </a:buClr>
              <a:buSzPct val="100000"/>
              <a:buFont typeface="Arial"/>
              <a:buNone/>
              <a:tabLst/>
              <a:defRPr sz="1100">
                <a:solidFill>
                  <a:schemeClr val="bg1"/>
                </a:solidFill>
              </a:defRPr>
            </a:lvl1pPr>
            <a:lvl2pPr>
              <a:defRPr sz="1100">
                <a:solidFill>
                  <a:schemeClr val="accent3"/>
                </a:solidFill>
              </a:defRPr>
            </a:lvl2pPr>
            <a:lvl3pPr>
              <a:defRPr sz="1100">
                <a:solidFill>
                  <a:schemeClr val="accent3"/>
                </a:solidFill>
              </a:defRPr>
            </a:lvl3pPr>
            <a:lvl4pPr>
              <a:defRPr sz="900">
                <a:solidFill>
                  <a:schemeClr val="accent3"/>
                </a:solidFill>
              </a:defRPr>
            </a:lvl4pPr>
            <a:lvl5pPr>
              <a:defRPr sz="900">
                <a:solidFill>
                  <a:schemeClr val="accent3"/>
                </a:solidFill>
              </a:defRPr>
            </a:lvl5pPr>
          </a:lstStyle>
          <a:p>
            <a:pPr marL="148163" marR="0" lvl="0" indent="-148163" algn="l" defTabSz="1219170" rtl="0" eaLnBrk="1" fontAlgn="auto" latinLnBrk="0" hangingPunct="1">
              <a:lnSpc>
                <a:spcPct val="100000"/>
              </a:lnSpc>
              <a:spcBef>
                <a:spcPts val="1600"/>
              </a:spcBef>
              <a:spcAft>
                <a:spcPts val="0"/>
              </a:spcAft>
              <a:buClrTx/>
              <a:buSzPct val="100000"/>
              <a:buFont typeface="Arial"/>
              <a:buChar char="•"/>
              <a:tabLst/>
              <a:defRPr/>
            </a:pPr>
            <a:r>
              <a:rPr lang="en-US" dirty="0"/>
              <a:t>Bullets</a:t>
            </a:r>
          </a:p>
        </p:txBody>
      </p:sp>
      <p:sp>
        <p:nvSpPr>
          <p:cNvPr id="30" name="Rectangle 29"/>
          <p:cNvSpPr/>
          <p:nvPr userDrawn="1"/>
        </p:nvSpPr>
        <p:spPr>
          <a:xfrm>
            <a:off x="1803143" y="3835400"/>
            <a:ext cx="1194325" cy="276999"/>
          </a:xfrm>
          <a:prstGeom prst="rect">
            <a:avLst/>
          </a:prstGeom>
        </p:spPr>
        <p:txBody>
          <a:bodyPr wrap="none" lIns="0" tIns="0" rIns="0" bIns="0">
            <a:spAutoFit/>
          </a:bodyPr>
          <a:lstStyle/>
          <a:p>
            <a:r>
              <a:rPr lang="en-US" dirty="0">
                <a:solidFill>
                  <a:prstClr val="white"/>
                </a:solidFill>
                <a:latin typeface="Knockout-HTF27-JuniorBantamwt"/>
                <a:cs typeface="Knockout-HTF27-JuniorBantamwt"/>
              </a:rPr>
              <a:t>RELEVANT EXPERIENCE</a:t>
            </a:r>
            <a:endParaRPr lang="en-US" sz="2000" dirty="0">
              <a:solidFill>
                <a:srgbClr val="5C5C5C"/>
              </a:solidFill>
              <a:latin typeface="Knockout-HTF27-JuniorBantamwt"/>
              <a:cs typeface="Knockout-HTF27-JuniorBantamwt"/>
            </a:endParaRPr>
          </a:p>
        </p:txBody>
      </p:sp>
      <p:sp>
        <p:nvSpPr>
          <p:cNvPr id="31" name="Rectangle 30"/>
          <p:cNvSpPr/>
          <p:nvPr userDrawn="1"/>
        </p:nvSpPr>
        <p:spPr>
          <a:xfrm>
            <a:off x="5562343" y="3835400"/>
            <a:ext cx="1194325" cy="276999"/>
          </a:xfrm>
          <a:prstGeom prst="rect">
            <a:avLst/>
          </a:prstGeom>
        </p:spPr>
        <p:txBody>
          <a:bodyPr wrap="none" lIns="0" tIns="0" rIns="0" bIns="0">
            <a:spAutoFit/>
          </a:bodyPr>
          <a:lstStyle/>
          <a:p>
            <a:r>
              <a:rPr lang="en-US" dirty="0">
                <a:solidFill>
                  <a:prstClr val="white"/>
                </a:solidFill>
                <a:latin typeface="Knockout-HTF27-JuniorBantamwt"/>
                <a:cs typeface="Knockout-HTF27-JuniorBantamwt"/>
              </a:rPr>
              <a:t>RELEVANT EXPERIENCE</a:t>
            </a:r>
            <a:endParaRPr lang="en-US" sz="2000" dirty="0">
              <a:solidFill>
                <a:srgbClr val="5C5C5C"/>
              </a:solidFill>
              <a:latin typeface="Knockout-HTF27-JuniorBantamwt"/>
              <a:cs typeface="Knockout-HTF27-JuniorBantamwt"/>
            </a:endParaRPr>
          </a:p>
        </p:txBody>
      </p:sp>
      <p:sp>
        <p:nvSpPr>
          <p:cNvPr id="32" name="Rectangle 31"/>
          <p:cNvSpPr/>
          <p:nvPr userDrawn="1"/>
        </p:nvSpPr>
        <p:spPr>
          <a:xfrm>
            <a:off x="9321543" y="3835400"/>
            <a:ext cx="1194325" cy="276999"/>
          </a:xfrm>
          <a:prstGeom prst="rect">
            <a:avLst/>
          </a:prstGeom>
        </p:spPr>
        <p:txBody>
          <a:bodyPr wrap="none" lIns="0" tIns="0" rIns="0" bIns="0">
            <a:spAutoFit/>
          </a:bodyPr>
          <a:lstStyle/>
          <a:p>
            <a:r>
              <a:rPr lang="en-US" dirty="0">
                <a:solidFill>
                  <a:prstClr val="white"/>
                </a:solidFill>
                <a:latin typeface="Knockout-HTF27-JuniorBantamwt"/>
                <a:cs typeface="Knockout-HTF27-JuniorBantamwt"/>
              </a:rPr>
              <a:t>RELEVANT EXPERIENCE</a:t>
            </a:r>
            <a:endParaRPr lang="en-US" sz="2000" dirty="0">
              <a:solidFill>
                <a:srgbClr val="5C5C5C"/>
              </a:solidFill>
              <a:latin typeface="Knockout-HTF27-JuniorBantamwt"/>
              <a:cs typeface="Knockout-HTF27-JuniorBantamwt"/>
            </a:endParaRPr>
          </a:p>
        </p:txBody>
      </p:sp>
    </p:spTree>
    <p:extLst>
      <p:ext uri="{BB962C8B-B14F-4D97-AF65-F5344CB8AC3E}">
        <p14:creationId xmlns:p14="http://schemas.microsoft.com/office/powerpoint/2010/main" val="36243261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Bio Slide 01">
    <p:spTree>
      <p:nvGrpSpPr>
        <p:cNvPr id="1" name=""/>
        <p:cNvGrpSpPr/>
        <p:nvPr/>
      </p:nvGrpSpPr>
      <p:grpSpPr>
        <a:xfrm>
          <a:off x="0" y="0"/>
          <a:ext cx="0" cy="0"/>
          <a:chOff x="0" y="0"/>
          <a:chExt cx="0" cy="0"/>
        </a:xfrm>
      </p:grpSpPr>
      <p:sp>
        <p:nvSpPr>
          <p:cNvPr id="50" name="Picture Placeholder 17"/>
          <p:cNvSpPr>
            <a:spLocks noGrp="1"/>
          </p:cNvSpPr>
          <p:nvPr>
            <p:ph type="pic" sz="quarter" idx="10"/>
          </p:nvPr>
        </p:nvSpPr>
        <p:spPr>
          <a:xfrm>
            <a:off x="880768" y="1681430"/>
            <a:ext cx="1371600" cy="1368152"/>
          </a:xfrm>
          <a:prstGeom prst="ellipse">
            <a:avLst/>
          </a:prstGeom>
        </p:spPr>
        <p:txBody>
          <a:bodyPr>
            <a:noAutofit/>
          </a:bodyPr>
          <a:lstStyle>
            <a:lvl1pPr marL="0" indent="0">
              <a:buFontTx/>
              <a:buNone/>
              <a:defRPr sz="1000"/>
            </a:lvl1pPr>
          </a:lstStyle>
          <a:p>
            <a:endParaRPr lang="en-US" dirty="0"/>
          </a:p>
        </p:txBody>
      </p:sp>
      <p:sp>
        <p:nvSpPr>
          <p:cNvPr id="51" name="Picture Placeholder 17"/>
          <p:cNvSpPr>
            <a:spLocks noGrp="1"/>
          </p:cNvSpPr>
          <p:nvPr>
            <p:ph type="pic" sz="quarter" idx="11"/>
          </p:nvPr>
        </p:nvSpPr>
        <p:spPr>
          <a:xfrm>
            <a:off x="6456818" y="1681430"/>
            <a:ext cx="1371600" cy="1368152"/>
          </a:xfrm>
          <a:prstGeom prst="ellipse">
            <a:avLst/>
          </a:prstGeom>
        </p:spPr>
        <p:txBody>
          <a:bodyPr>
            <a:noAutofit/>
          </a:bodyPr>
          <a:lstStyle>
            <a:lvl1pPr marL="0" indent="0">
              <a:buFontTx/>
              <a:buNone/>
              <a:defRPr sz="1000"/>
            </a:lvl1pPr>
          </a:lstStyle>
          <a:p>
            <a:endParaRPr lang="en-US" dirty="0"/>
          </a:p>
        </p:txBody>
      </p:sp>
      <p:sp>
        <p:nvSpPr>
          <p:cNvPr id="52" name="Picture Placeholder 17"/>
          <p:cNvSpPr>
            <a:spLocks noGrp="1"/>
          </p:cNvSpPr>
          <p:nvPr>
            <p:ph type="pic" sz="quarter" idx="12"/>
          </p:nvPr>
        </p:nvSpPr>
        <p:spPr>
          <a:xfrm>
            <a:off x="880768" y="3362311"/>
            <a:ext cx="1371600" cy="1368152"/>
          </a:xfrm>
          <a:prstGeom prst="ellipse">
            <a:avLst/>
          </a:prstGeom>
        </p:spPr>
        <p:txBody>
          <a:bodyPr>
            <a:noAutofit/>
          </a:bodyPr>
          <a:lstStyle>
            <a:lvl1pPr marL="0" indent="0">
              <a:buFontTx/>
              <a:buNone/>
              <a:defRPr sz="1000"/>
            </a:lvl1pPr>
          </a:lstStyle>
          <a:p>
            <a:endParaRPr lang="en-US" dirty="0"/>
          </a:p>
        </p:txBody>
      </p:sp>
      <p:sp>
        <p:nvSpPr>
          <p:cNvPr id="53" name="Picture Placeholder 17"/>
          <p:cNvSpPr>
            <a:spLocks noGrp="1"/>
          </p:cNvSpPr>
          <p:nvPr>
            <p:ph type="pic" sz="quarter" idx="13"/>
          </p:nvPr>
        </p:nvSpPr>
        <p:spPr>
          <a:xfrm>
            <a:off x="6456818" y="3362311"/>
            <a:ext cx="1371600" cy="1368152"/>
          </a:xfrm>
          <a:prstGeom prst="ellipse">
            <a:avLst/>
          </a:prstGeom>
        </p:spPr>
        <p:txBody>
          <a:bodyPr>
            <a:noAutofit/>
          </a:bodyPr>
          <a:lstStyle>
            <a:lvl1pPr marL="0" indent="0">
              <a:buFontTx/>
              <a:buNone/>
              <a:defRPr sz="1000"/>
            </a:lvl1pPr>
          </a:lstStyle>
          <a:p>
            <a:endParaRPr lang="en-US" dirty="0"/>
          </a:p>
        </p:txBody>
      </p:sp>
      <p:sp>
        <p:nvSpPr>
          <p:cNvPr id="54" name="Picture Placeholder 17"/>
          <p:cNvSpPr>
            <a:spLocks noGrp="1"/>
          </p:cNvSpPr>
          <p:nvPr>
            <p:ph type="pic" sz="quarter" idx="14"/>
          </p:nvPr>
        </p:nvSpPr>
        <p:spPr>
          <a:xfrm>
            <a:off x="880768" y="4975959"/>
            <a:ext cx="1371600" cy="1368152"/>
          </a:xfrm>
          <a:prstGeom prst="ellipse">
            <a:avLst/>
          </a:prstGeom>
        </p:spPr>
        <p:txBody>
          <a:bodyPr>
            <a:noAutofit/>
          </a:bodyPr>
          <a:lstStyle>
            <a:lvl1pPr marL="0" indent="0">
              <a:buFontTx/>
              <a:buNone/>
              <a:defRPr sz="1000"/>
            </a:lvl1pPr>
          </a:lstStyle>
          <a:p>
            <a:endParaRPr lang="en-US" dirty="0"/>
          </a:p>
        </p:txBody>
      </p:sp>
      <p:sp>
        <p:nvSpPr>
          <p:cNvPr id="55" name="Picture Placeholder 17"/>
          <p:cNvSpPr>
            <a:spLocks noGrp="1"/>
          </p:cNvSpPr>
          <p:nvPr>
            <p:ph type="pic" sz="quarter" idx="15"/>
          </p:nvPr>
        </p:nvSpPr>
        <p:spPr>
          <a:xfrm>
            <a:off x="6456818" y="4975959"/>
            <a:ext cx="1371600" cy="1368152"/>
          </a:xfrm>
          <a:prstGeom prst="ellipse">
            <a:avLst/>
          </a:prstGeom>
        </p:spPr>
        <p:txBody>
          <a:bodyPr>
            <a:noAutofit/>
          </a:bodyPr>
          <a:lstStyle>
            <a:lvl1pPr marL="0" indent="0">
              <a:buFontTx/>
              <a:buNone/>
              <a:defRPr sz="1000"/>
            </a:lvl1pPr>
          </a:lstStyle>
          <a:p>
            <a:endParaRPr lang="en-US" dirty="0"/>
          </a:p>
        </p:txBody>
      </p:sp>
      <p:sp>
        <p:nvSpPr>
          <p:cNvPr id="26" name="Text Placeholder 3"/>
          <p:cNvSpPr>
            <a:spLocks noGrp="1"/>
          </p:cNvSpPr>
          <p:nvPr>
            <p:ph type="body" sz="quarter" idx="16" hasCustomPrompt="1"/>
          </p:nvPr>
        </p:nvSpPr>
        <p:spPr>
          <a:xfrm>
            <a:off x="2544698" y="1851181"/>
            <a:ext cx="3146753" cy="337495"/>
          </a:xfrm>
        </p:spPr>
        <p:txBody>
          <a:bodyPr vert="horz" lIns="91440" tIns="45720" rIns="91440" bIns="45720" numCol="1" rtlCol="0" anchor="t" anchorCtr="0">
            <a:noAutofit/>
          </a:bodyPr>
          <a:lstStyle>
            <a:lvl1pPr marL="228600" indent="-228600">
              <a:buNone/>
              <a:defRPr lang="en-US" sz="2800" b="0" dirty="0" smtClean="0">
                <a:solidFill>
                  <a:schemeClr val="accent5"/>
                </a:solidFill>
                <a:latin typeface="+mj-lt"/>
              </a:defRPr>
            </a:lvl1pPr>
          </a:lstStyle>
          <a:p>
            <a:pPr marL="0" marR="0" lvl="0" indent="0" fontAlgn="auto">
              <a:spcBef>
                <a:spcPct val="20000"/>
              </a:spcBef>
              <a:spcAft>
                <a:spcPts val="0"/>
              </a:spcAft>
              <a:buClrTx/>
              <a:buSzTx/>
              <a:tabLst/>
            </a:pPr>
            <a:r>
              <a:rPr lang="en-US" dirty="0"/>
              <a:t>NAME</a:t>
            </a:r>
          </a:p>
        </p:txBody>
      </p:sp>
      <p:sp>
        <p:nvSpPr>
          <p:cNvPr id="43" name="Text Placeholder 3"/>
          <p:cNvSpPr>
            <a:spLocks noGrp="1"/>
          </p:cNvSpPr>
          <p:nvPr>
            <p:ph type="body" sz="quarter" idx="18" hasCustomPrompt="1"/>
          </p:nvPr>
        </p:nvSpPr>
        <p:spPr>
          <a:xfrm>
            <a:off x="8190427" y="2281570"/>
            <a:ext cx="3145287" cy="548092"/>
          </a:xfrm>
        </p:spPr>
        <p:txBody>
          <a:bodyPr numCol="1">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600" b="0">
                <a:solidFill>
                  <a:srgbClr val="7F7F7F"/>
                </a:solidFill>
              </a:defRPr>
            </a:lvl1pPr>
            <a:lvl2pPr>
              <a:defRPr sz="1800"/>
            </a:lvl2pPr>
            <a:lvl3pPr>
              <a:defRPr sz="1800"/>
            </a:lvl3pPr>
            <a:lvl4pPr>
              <a:defRPr sz="1800"/>
            </a:lvl4pPr>
            <a:lvl5pPr>
              <a:defRPr sz="1800"/>
            </a:lvl5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Chief Celebrity Officer</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Company Name</a:t>
            </a:r>
          </a:p>
        </p:txBody>
      </p:sp>
      <p:sp>
        <p:nvSpPr>
          <p:cNvPr id="44" name="Text Placeholder 3"/>
          <p:cNvSpPr>
            <a:spLocks noGrp="1"/>
          </p:cNvSpPr>
          <p:nvPr>
            <p:ph type="body" sz="quarter" idx="19" hasCustomPrompt="1"/>
          </p:nvPr>
        </p:nvSpPr>
        <p:spPr>
          <a:xfrm>
            <a:off x="8195685" y="1851181"/>
            <a:ext cx="3146753" cy="337495"/>
          </a:xfrm>
        </p:spPr>
        <p:txBody>
          <a:bodyPr vert="horz" lIns="91440" tIns="45720" rIns="91440" bIns="45720" numCol="1" rtlCol="0" anchor="t" anchorCtr="0">
            <a:noAutofit/>
          </a:bodyPr>
          <a:lstStyle>
            <a:lvl1pPr marL="228600" indent="-228600">
              <a:buNone/>
              <a:defRPr lang="en-US" sz="2800" b="0" dirty="0" smtClean="0">
                <a:solidFill>
                  <a:schemeClr val="accent5"/>
                </a:solidFill>
                <a:latin typeface="+mj-lt"/>
              </a:defRPr>
            </a:lvl1pPr>
          </a:lstStyle>
          <a:p>
            <a:pPr marL="0" marR="0" lvl="0" indent="0" fontAlgn="auto">
              <a:spcBef>
                <a:spcPct val="20000"/>
              </a:spcBef>
              <a:spcAft>
                <a:spcPts val="0"/>
              </a:spcAft>
              <a:buClrTx/>
              <a:buSzTx/>
              <a:tabLst/>
            </a:pPr>
            <a:r>
              <a:rPr lang="en-US" dirty="0"/>
              <a:t>NAME</a:t>
            </a:r>
          </a:p>
          <a:p>
            <a:pPr marL="0" marR="0" lvl="0" indent="0" fontAlgn="auto">
              <a:spcBef>
                <a:spcPct val="20000"/>
              </a:spcBef>
              <a:spcAft>
                <a:spcPts val="0"/>
              </a:spcAft>
              <a:buClrTx/>
              <a:buSzTx/>
              <a:tabLst/>
            </a:pPr>
            <a:endParaRPr lang="en-US" dirty="0"/>
          </a:p>
        </p:txBody>
      </p:sp>
      <p:sp>
        <p:nvSpPr>
          <p:cNvPr id="45" name="Text Placeholder 3"/>
          <p:cNvSpPr>
            <a:spLocks noGrp="1"/>
          </p:cNvSpPr>
          <p:nvPr>
            <p:ph type="body" sz="quarter" idx="20" hasCustomPrompt="1"/>
          </p:nvPr>
        </p:nvSpPr>
        <p:spPr>
          <a:xfrm>
            <a:off x="2546164" y="4029142"/>
            <a:ext cx="3145287" cy="548092"/>
          </a:xfrm>
        </p:spPr>
        <p:txBody>
          <a:bodyPr numCol="1">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600" b="0">
                <a:solidFill>
                  <a:srgbClr val="7F7F7F"/>
                </a:solidFill>
              </a:defRPr>
            </a:lvl1pPr>
            <a:lvl2pPr>
              <a:defRPr sz="1800"/>
            </a:lvl2pPr>
            <a:lvl3pPr>
              <a:defRPr sz="1800"/>
            </a:lvl3pPr>
            <a:lvl4pPr>
              <a:defRPr sz="1800"/>
            </a:lvl4pPr>
            <a:lvl5pPr>
              <a:defRPr sz="1800"/>
            </a:lvl5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Chief Celebrity Officer</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Company Name</a:t>
            </a:r>
          </a:p>
        </p:txBody>
      </p:sp>
      <p:sp>
        <p:nvSpPr>
          <p:cNvPr id="46" name="Text Placeholder 3"/>
          <p:cNvSpPr>
            <a:spLocks noGrp="1"/>
          </p:cNvSpPr>
          <p:nvPr>
            <p:ph type="body" sz="quarter" idx="21" hasCustomPrompt="1"/>
          </p:nvPr>
        </p:nvSpPr>
        <p:spPr>
          <a:xfrm>
            <a:off x="2544698" y="3598753"/>
            <a:ext cx="3146753" cy="337495"/>
          </a:xfrm>
        </p:spPr>
        <p:txBody>
          <a:bodyPr vert="horz" lIns="91440" tIns="45720" rIns="91440" bIns="45720" numCol="1" rtlCol="0" anchor="t" anchorCtr="0">
            <a:noAutofit/>
          </a:bodyPr>
          <a:lstStyle>
            <a:lvl1pPr marL="228600" indent="-228600">
              <a:buNone/>
              <a:defRPr lang="en-US" sz="2800" b="0" dirty="0" smtClean="0">
                <a:solidFill>
                  <a:schemeClr val="accent5"/>
                </a:solidFill>
                <a:latin typeface="+mj-lt"/>
              </a:defRPr>
            </a:lvl1pPr>
          </a:lstStyle>
          <a:p>
            <a:pPr marL="0" marR="0" lvl="0" indent="0" fontAlgn="auto">
              <a:spcBef>
                <a:spcPct val="20000"/>
              </a:spcBef>
              <a:spcAft>
                <a:spcPts val="0"/>
              </a:spcAft>
              <a:buClrTx/>
              <a:buSzTx/>
              <a:tabLst/>
            </a:pPr>
            <a:r>
              <a:rPr lang="en-US" dirty="0"/>
              <a:t>NAME</a:t>
            </a:r>
          </a:p>
          <a:p>
            <a:pPr marL="0" marR="0" lvl="0" indent="0" fontAlgn="auto">
              <a:spcBef>
                <a:spcPct val="20000"/>
              </a:spcBef>
              <a:spcAft>
                <a:spcPts val="0"/>
              </a:spcAft>
              <a:buClrTx/>
              <a:buSzTx/>
              <a:tabLst/>
            </a:pPr>
            <a:endParaRPr lang="en-US" dirty="0"/>
          </a:p>
        </p:txBody>
      </p:sp>
      <p:sp>
        <p:nvSpPr>
          <p:cNvPr id="47" name="Text Placeholder 3"/>
          <p:cNvSpPr>
            <a:spLocks noGrp="1"/>
          </p:cNvSpPr>
          <p:nvPr>
            <p:ph type="body" sz="quarter" idx="22" hasCustomPrompt="1"/>
          </p:nvPr>
        </p:nvSpPr>
        <p:spPr>
          <a:xfrm>
            <a:off x="8190427" y="4029142"/>
            <a:ext cx="3145287" cy="548092"/>
          </a:xfrm>
        </p:spPr>
        <p:txBody>
          <a:bodyPr numCol="1">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600" b="0">
                <a:solidFill>
                  <a:srgbClr val="7F7F7F"/>
                </a:solidFill>
              </a:defRPr>
            </a:lvl1pPr>
            <a:lvl2pPr>
              <a:defRPr sz="1800"/>
            </a:lvl2pPr>
            <a:lvl3pPr>
              <a:defRPr sz="1800"/>
            </a:lvl3pPr>
            <a:lvl4pPr>
              <a:defRPr sz="1800"/>
            </a:lvl4pPr>
            <a:lvl5pPr>
              <a:defRPr sz="1800"/>
            </a:lvl5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Chief Celebrity Officer</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Company Name</a:t>
            </a:r>
          </a:p>
        </p:txBody>
      </p:sp>
      <p:sp>
        <p:nvSpPr>
          <p:cNvPr id="48" name="Text Placeholder 3"/>
          <p:cNvSpPr>
            <a:spLocks noGrp="1"/>
          </p:cNvSpPr>
          <p:nvPr>
            <p:ph type="body" sz="quarter" idx="23" hasCustomPrompt="1"/>
          </p:nvPr>
        </p:nvSpPr>
        <p:spPr>
          <a:xfrm>
            <a:off x="8188961" y="3598753"/>
            <a:ext cx="3146753" cy="337495"/>
          </a:xfrm>
        </p:spPr>
        <p:txBody>
          <a:bodyPr vert="horz" lIns="91440" tIns="45720" rIns="91440" bIns="45720" numCol="1" rtlCol="0" anchor="t" anchorCtr="0">
            <a:noAutofit/>
          </a:bodyPr>
          <a:lstStyle>
            <a:lvl1pPr marL="228600" indent="-228600">
              <a:buNone/>
              <a:defRPr lang="en-US" sz="2800" b="0" dirty="0" smtClean="0">
                <a:solidFill>
                  <a:schemeClr val="accent5"/>
                </a:solidFill>
                <a:latin typeface="+mj-lt"/>
              </a:defRPr>
            </a:lvl1pPr>
          </a:lstStyle>
          <a:p>
            <a:pPr marL="0" marR="0" lvl="0" indent="0" fontAlgn="auto">
              <a:spcBef>
                <a:spcPct val="20000"/>
              </a:spcBef>
              <a:spcAft>
                <a:spcPts val="0"/>
              </a:spcAft>
              <a:buClrTx/>
              <a:buSzTx/>
              <a:tabLst/>
            </a:pPr>
            <a:r>
              <a:rPr lang="en-US" dirty="0"/>
              <a:t>NAME</a:t>
            </a:r>
          </a:p>
          <a:p>
            <a:pPr marL="0" marR="0" lvl="0" indent="0" fontAlgn="auto">
              <a:spcBef>
                <a:spcPct val="20000"/>
              </a:spcBef>
              <a:spcAft>
                <a:spcPts val="0"/>
              </a:spcAft>
              <a:buClrTx/>
              <a:buSzTx/>
              <a:tabLst/>
            </a:pPr>
            <a:endParaRPr lang="en-US" dirty="0"/>
          </a:p>
        </p:txBody>
      </p:sp>
      <p:sp>
        <p:nvSpPr>
          <p:cNvPr id="49" name="Text Placeholder 3"/>
          <p:cNvSpPr>
            <a:spLocks noGrp="1"/>
          </p:cNvSpPr>
          <p:nvPr>
            <p:ph type="body" sz="quarter" idx="24" hasCustomPrompt="1"/>
          </p:nvPr>
        </p:nvSpPr>
        <p:spPr>
          <a:xfrm>
            <a:off x="2546164" y="5685326"/>
            <a:ext cx="3145287" cy="548092"/>
          </a:xfrm>
        </p:spPr>
        <p:txBody>
          <a:bodyPr numCol="1">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600" b="0">
                <a:solidFill>
                  <a:srgbClr val="7F7F7F"/>
                </a:solidFill>
              </a:defRPr>
            </a:lvl1pPr>
            <a:lvl2pPr>
              <a:defRPr sz="1800"/>
            </a:lvl2pPr>
            <a:lvl3pPr>
              <a:defRPr sz="1800"/>
            </a:lvl3pPr>
            <a:lvl4pPr>
              <a:defRPr sz="1800"/>
            </a:lvl4pPr>
            <a:lvl5pPr>
              <a:defRPr sz="1800"/>
            </a:lvl5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Chief Celebrity Officer</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Company Name</a:t>
            </a:r>
          </a:p>
        </p:txBody>
      </p:sp>
      <p:sp>
        <p:nvSpPr>
          <p:cNvPr id="56" name="Text Placeholder 3"/>
          <p:cNvSpPr>
            <a:spLocks noGrp="1"/>
          </p:cNvSpPr>
          <p:nvPr>
            <p:ph type="body" sz="quarter" idx="25" hasCustomPrompt="1"/>
          </p:nvPr>
        </p:nvSpPr>
        <p:spPr>
          <a:xfrm>
            <a:off x="2544698" y="5254937"/>
            <a:ext cx="3146753" cy="337495"/>
          </a:xfrm>
        </p:spPr>
        <p:txBody>
          <a:bodyPr vert="horz" lIns="91440" tIns="45720" rIns="91440" bIns="45720" numCol="1" rtlCol="0" anchor="t" anchorCtr="0">
            <a:noAutofit/>
          </a:bodyPr>
          <a:lstStyle>
            <a:lvl1pPr marL="228600" indent="-228600">
              <a:buNone/>
              <a:defRPr lang="en-US" sz="2800" b="0" dirty="0" smtClean="0">
                <a:solidFill>
                  <a:schemeClr val="accent5"/>
                </a:solidFill>
                <a:latin typeface="+mj-lt"/>
              </a:defRPr>
            </a:lvl1pPr>
          </a:lstStyle>
          <a:p>
            <a:pPr marL="0" marR="0" lvl="0" indent="0" fontAlgn="auto">
              <a:spcBef>
                <a:spcPct val="20000"/>
              </a:spcBef>
              <a:spcAft>
                <a:spcPts val="0"/>
              </a:spcAft>
              <a:buClrTx/>
              <a:buSzTx/>
              <a:tabLst/>
            </a:pPr>
            <a:r>
              <a:rPr lang="en-US" dirty="0"/>
              <a:t>NAME</a:t>
            </a:r>
          </a:p>
          <a:p>
            <a:pPr marL="0" marR="0" lvl="0" indent="0" fontAlgn="auto">
              <a:spcBef>
                <a:spcPct val="20000"/>
              </a:spcBef>
              <a:spcAft>
                <a:spcPts val="0"/>
              </a:spcAft>
              <a:buClrTx/>
              <a:buSzTx/>
              <a:tabLst/>
            </a:pPr>
            <a:endParaRPr lang="en-US" dirty="0"/>
          </a:p>
        </p:txBody>
      </p:sp>
      <p:sp>
        <p:nvSpPr>
          <p:cNvPr id="57" name="Text Placeholder 3"/>
          <p:cNvSpPr>
            <a:spLocks noGrp="1"/>
          </p:cNvSpPr>
          <p:nvPr>
            <p:ph type="body" sz="quarter" idx="26" hasCustomPrompt="1"/>
          </p:nvPr>
        </p:nvSpPr>
        <p:spPr>
          <a:xfrm>
            <a:off x="8190427" y="5685326"/>
            <a:ext cx="3145287" cy="548092"/>
          </a:xfrm>
        </p:spPr>
        <p:txBody>
          <a:bodyPr numCol="1">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600" b="0">
                <a:solidFill>
                  <a:srgbClr val="7F7F7F"/>
                </a:solidFill>
              </a:defRPr>
            </a:lvl1pPr>
            <a:lvl2pPr>
              <a:defRPr sz="1800"/>
            </a:lvl2pPr>
            <a:lvl3pPr>
              <a:defRPr sz="1800"/>
            </a:lvl3pPr>
            <a:lvl4pPr>
              <a:defRPr sz="1800"/>
            </a:lvl4pPr>
            <a:lvl5pPr>
              <a:defRPr sz="1800"/>
            </a:lvl5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Chief Celebrity Officer</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Company Name</a:t>
            </a:r>
          </a:p>
        </p:txBody>
      </p:sp>
      <p:sp>
        <p:nvSpPr>
          <p:cNvPr id="58" name="Text Placeholder 3"/>
          <p:cNvSpPr>
            <a:spLocks noGrp="1"/>
          </p:cNvSpPr>
          <p:nvPr>
            <p:ph type="body" sz="quarter" idx="27" hasCustomPrompt="1"/>
          </p:nvPr>
        </p:nvSpPr>
        <p:spPr>
          <a:xfrm>
            <a:off x="8188961" y="5254937"/>
            <a:ext cx="3146753" cy="337495"/>
          </a:xfrm>
        </p:spPr>
        <p:txBody>
          <a:bodyPr vert="horz" lIns="91440" tIns="45720" rIns="91440" bIns="45720" numCol="1" rtlCol="0" anchor="t" anchorCtr="0">
            <a:noAutofit/>
          </a:bodyPr>
          <a:lstStyle>
            <a:lvl1pPr marL="228600" indent="-228600">
              <a:buNone/>
              <a:defRPr lang="en-US" sz="2800" b="0" dirty="0" smtClean="0">
                <a:solidFill>
                  <a:schemeClr val="accent5"/>
                </a:solidFill>
                <a:latin typeface="+mj-lt"/>
              </a:defRPr>
            </a:lvl1pPr>
          </a:lstStyle>
          <a:p>
            <a:pPr marL="0" marR="0" lvl="0" indent="0" fontAlgn="auto">
              <a:spcBef>
                <a:spcPct val="20000"/>
              </a:spcBef>
              <a:spcAft>
                <a:spcPts val="0"/>
              </a:spcAft>
              <a:buClrTx/>
              <a:buSzTx/>
              <a:tabLst/>
            </a:pPr>
            <a:r>
              <a:rPr lang="en-US" dirty="0"/>
              <a:t>NAME</a:t>
            </a:r>
          </a:p>
          <a:p>
            <a:pPr marL="0" marR="0" lvl="0" indent="0" fontAlgn="auto">
              <a:spcBef>
                <a:spcPct val="20000"/>
              </a:spcBef>
              <a:spcAft>
                <a:spcPts val="0"/>
              </a:spcAft>
              <a:buClrTx/>
              <a:buSzTx/>
              <a:tabLst/>
            </a:pPr>
            <a:endParaRPr lang="en-US" dirty="0"/>
          </a:p>
        </p:txBody>
      </p:sp>
      <p:sp>
        <p:nvSpPr>
          <p:cNvPr id="4" name="Title 3"/>
          <p:cNvSpPr>
            <a:spLocks noGrp="1"/>
          </p:cNvSpPr>
          <p:nvPr>
            <p:ph type="title"/>
          </p:nvPr>
        </p:nvSpPr>
        <p:spPr/>
        <p:txBody>
          <a:bodyPr>
            <a:noAutofit/>
          </a:bodyPr>
          <a:lstStyle/>
          <a:p>
            <a:endParaRPr lang="en-US" dirty="0"/>
          </a:p>
        </p:txBody>
      </p:sp>
      <p:sp>
        <p:nvSpPr>
          <p:cNvPr id="21" name="Text Placeholder 3"/>
          <p:cNvSpPr>
            <a:spLocks noGrp="1"/>
          </p:cNvSpPr>
          <p:nvPr>
            <p:ph type="body" sz="quarter" idx="28" hasCustomPrompt="1"/>
          </p:nvPr>
        </p:nvSpPr>
        <p:spPr>
          <a:xfrm>
            <a:off x="2546164" y="2280064"/>
            <a:ext cx="3145287" cy="548092"/>
          </a:xfrm>
        </p:spPr>
        <p:txBody>
          <a:bodyPr numCol="1">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600" b="0">
                <a:solidFill>
                  <a:srgbClr val="7F7F7F"/>
                </a:solidFill>
              </a:defRPr>
            </a:lvl1pPr>
            <a:lvl2pPr>
              <a:defRPr sz="1800"/>
            </a:lvl2pPr>
            <a:lvl3pPr>
              <a:defRPr sz="1800"/>
            </a:lvl3pPr>
            <a:lvl4pPr>
              <a:defRPr sz="1800"/>
            </a:lvl4pPr>
            <a:lvl5pPr>
              <a:defRPr sz="1800"/>
            </a:lvl5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Role</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Company Name</a:t>
            </a:r>
          </a:p>
        </p:txBody>
      </p:sp>
    </p:spTree>
    <p:extLst>
      <p:ext uri="{BB962C8B-B14F-4D97-AF65-F5344CB8AC3E}">
        <p14:creationId xmlns:p14="http://schemas.microsoft.com/office/powerpoint/2010/main" val="17603592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8"/>
          <p:cNvSpPr>
            <a:spLocks noGrp="1"/>
          </p:cNvSpPr>
          <p:nvPr>
            <p:ph type="body" sz="quarter" idx="14"/>
          </p:nvPr>
        </p:nvSpPr>
        <p:spPr>
          <a:xfrm>
            <a:off x="511175" y="1279083"/>
            <a:ext cx="11071225" cy="647700"/>
          </a:xfrm>
        </p:spPr>
        <p:txBody>
          <a:bodyPr>
            <a:noAutofit/>
          </a:bodyPr>
          <a:lstStyle>
            <a:lvl1pPr marL="0" indent="0">
              <a:buNone/>
              <a:defRPr sz="2000">
                <a:solidFill>
                  <a:schemeClr val="bg1">
                    <a:lumMod val="7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8" name="Text Placeholder 5"/>
          <p:cNvSpPr>
            <a:spLocks noGrp="1"/>
          </p:cNvSpPr>
          <p:nvPr>
            <p:ph type="body" sz="quarter" idx="11" hasCustomPrompt="1"/>
          </p:nvPr>
        </p:nvSpPr>
        <p:spPr>
          <a:xfrm>
            <a:off x="508001" y="4743360"/>
            <a:ext cx="2133600" cy="1625600"/>
          </a:xfrm>
        </p:spPr>
        <p:txBody>
          <a:bodyPr anchor="t"/>
          <a:lstStyle>
            <a:lvl1pPr marL="0" indent="0" algn="l">
              <a:lnSpc>
                <a:spcPct val="100000"/>
              </a:lnSpc>
              <a:spcBef>
                <a:spcPts val="0"/>
              </a:spcBef>
              <a:buFont typeface="Arial"/>
              <a:buNone/>
              <a:defRPr sz="1200" baseline="0"/>
            </a:lvl1pPr>
            <a:lvl2pPr marL="0" indent="0">
              <a:buNone/>
              <a:defRPr/>
            </a:lvl2pPr>
            <a:lvl3pPr marL="203195" indent="0">
              <a:buNone/>
              <a:defRPr/>
            </a:lvl3pPr>
            <a:lvl4pPr marL="406390" indent="0">
              <a:buNone/>
              <a:defRPr/>
            </a:lvl4pPr>
            <a:lvl5pPr marL="609585" indent="0">
              <a:buNone/>
              <a:defRPr/>
            </a:lvl5pPr>
          </a:lstStyle>
          <a:p>
            <a:pPr lvl="0"/>
            <a:r>
              <a:rPr lang="en-US" dirty="0"/>
              <a:t>Competitor info</a:t>
            </a:r>
          </a:p>
        </p:txBody>
      </p:sp>
      <p:sp>
        <p:nvSpPr>
          <p:cNvPr id="9" name="Text Placeholder 7"/>
          <p:cNvSpPr>
            <a:spLocks noGrp="1"/>
          </p:cNvSpPr>
          <p:nvPr>
            <p:ph type="body" sz="quarter" idx="12" hasCustomPrompt="1"/>
          </p:nvPr>
        </p:nvSpPr>
        <p:spPr>
          <a:xfrm>
            <a:off x="508002" y="2711360"/>
            <a:ext cx="2125469" cy="609600"/>
          </a:xfrm>
        </p:spPr>
        <p:txBody>
          <a:bodyPr/>
          <a:lstStyle>
            <a:lvl1pPr algn="ctr">
              <a:lnSpc>
                <a:spcPct val="90000"/>
              </a:lnSpc>
              <a:spcBef>
                <a:spcPts val="0"/>
              </a:spcBef>
              <a:buNone/>
              <a:defRPr sz="2400" b="0" i="0">
                <a:solidFill>
                  <a:srgbClr val="92D400"/>
                </a:solidFill>
                <a:latin typeface="Knockout-HTF27-JuniorBantamwt"/>
                <a:cs typeface="Knockout-HTF27-JuniorBantamwt"/>
              </a:defRPr>
            </a:lvl1pPr>
            <a:lvl2pPr marL="0" indent="0">
              <a:buNone/>
              <a:defRPr sz="1900" b="0" i="0">
                <a:latin typeface="Knockout-HTF27-JuniorBantamwt"/>
                <a:cs typeface="Knockout-HTF27-JuniorBantamwt"/>
              </a:defRPr>
            </a:lvl2pPr>
            <a:lvl3pPr marL="203195" indent="0">
              <a:buNone/>
              <a:defRPr sz="1900" b="0" i="0">
                <a:latin typeface="Knockout-HTF27-JuniorBantamwt"/>
                <a:cs typeface="Knockout-HTF27-JuniorBantamwt"/>
              </a:defRPr>
            </a:lvl3pPr>
            <a:lvl4pPr marL="406390" indent="0">
              <a:buNone/>
              <a:defRPr sz="1900" b="0" i="0">
                <a:latin typeface="Knockout-HTF27-JuniorBantamwt"/>
                <a:cs typeface="Knockout-HTF27-JuniorBantamwt"/>
              </a:defRPr>
            </a:lvl4pPr>
            <a:lvl5pPr marL="609585" indent="0">
              <a:buNone/>
              <a:defRPr sz="1900" b="0" i="0">
                <a:latin typeface="Knockout-HTF27-JuniorBantamwt"/>
                <a:cs typeface="Knockout-HTF27-JuniorBantamwt"/>
              </a:defRPr>
            </a:lvl5pPr>
          </a:lstStyle>
          <a:p>
            <a:pPr lvl="0"/>
            <a:r>
              <a:rPr lang="en-US" dirty="0"/>
              <a:t>COMPETITOR NAME</a:t>
            </a:r>
          </a:p>
        </p:txBody>
      </p:sp>
      <p:sp>
        <p:nvSpPr>
          <p:cNvPr id="10" name="Text Placeholder 5"/>
          <p:cNvSpPr>
            <a:spLocks noGrp="1"/>
          </p:cNvSpPr>
          <p:nvPr>
            <p:ph type="body" sz="quarter" idx="13" hasCustomPrompt="1"/>
          </p:nvPr>
        </p:nvSpPr>
        <p:spPr>
          <a:xfrm>
            <a:off x="2743201" y="4743360"/>
            <a:ext cx="2133600" cy="1625600"/>
          </a:xfrm>
        </p:spPr>
        <p:txBody>
          <a:bodyPr anchor="t"/>
          <a:lstStyle>
            <a:lvl1pPr marL="0" indent="0" algn="l">
              <a:lnSpc>
                <a:spcPct val="100000"/>
              </a:lnSpc>
              <a:spcBef>
                <a:spcPts val="0"/>
              </a:spcBef>
              <a:buFont typeface="Arial"/>
              <a:buNone/>
              <a:defRPr sz="1200" baseline="0"/>
            </a:lvl1pPr>
            <a:lvl2pPr marL="0" indent="0">
              <a:buNone/>
              <a:defRPr/>
            </a:lvl2pPr>
            <a:lvl3pPr marL="203195" indent="0">
              <a:buNone/>
              <a:defRPr/>
            </a:lvl3pPr>
            <a:lvl4pPr marL="406390" indent="0">
              <a:buNone/>
              <a:defRPr/>
            </a:lvl4pPr>
            <a:lvl5pPr marL="609585" indent="0">
              <a:buNone/>
              <a:defRPr/>
            </a:lvl5pPr>
          </a:lstStyle>
          <a:p>
            <a:pPr lvl="0"/>
            <a:r>
              <a:rPr lang="en-US" dirty="0"/>
              <a:t>Competitor info</a:t>
            </a:r>
          </a:p>
        </p:txBody>
      </p:sp>
      <p:sp>
        <p:nvSpPr>
          <p:cNvPr id="11" name="Text Placeholder 7"/>
          <p:cNvSpPr>
            <a:spLocks noGrp="1"/>
          </p:cNvSpPr>
          <p:nvPr>
            <p:ph type="body" sz="quarter" idx="15" hasCustomPrompt="1"/>
          </p:nvPr>
        </p:nvSpPr>
        <p:spPr>
          <a:xfrm>
            <a:off x="2745234" y="2711360"/>
            <a:ext cx="2125469" cy="609600"/>
          </a:xfrm>
        </p:spPr>
        <p:txBody>
          <a:bodyPr/>
          <a:lstStyle>
            <a:lvl1pPr algn="ctr">
              <a:lnSpc>
                <a:spcPct val="90000"/>
              </a:lnSpc>
              <a:spcBef>
                <a:spcPts val="0"/>
              </a:spcBef>
              <a:buNone/>
              <a:defRPr sz="2400" b="0" i="0">
                <a:solidFill>
                  <a:srgbClr val="92D400"/>
                </a:solidFill>
                <a:latin typeface="Knockout-HTF27-JuniorBantamwt"/>
                <a:cs typeface="Knockout-HTF27-JuniorBantamwt"/>
              </a:defRPr>
            </a:lvl1pPr>
            <a:lvl2pPr marL="0" indent="0">
              <a:buNone/>
              <a:defRPr sz="1900" b="0" i="0">
                <a:latin typeface="Knockout-HTF27-JuniorBantamwt"/>
                <a:cs typeface="Knockout-HTF27-JuniorBantamwt"/>
              </a:defRPr>
            </a:lvl2pPr>
            <a:lvl3pPr marL="203195" indent="0">
              <a:buNone/>
              <a:defRPr sz="1900" b="0" i="0">
                <a:latin typeface="Knockout-HTF27-JuniorBantamwt"/>
                <a:cs typeface="Knockout-HTF27-JuniorBantamwt"/>
              </a:defRPr>
            </a:lvl3pPr>
            <a:lvl4pPr marL="406390" indent="0">
              <a:buNone/>
              <a:defRPr sz="1900" b="0" i="0">
                <a:latin typeface="Knockout-HTF27-JuniorBantamwt"/>
                <a:cs typeface="Knockout-HTF27-JuniorBantamwt"/>
              </a:defRPr>
            </a:lvl4pPr>
            <a:lvl5pPr marL="609585" indent="0">
              <a:buNone/>
              <a:defRPr sz="1900" b="0" i="0">
                <a:latin typeface="Knockout-HTF27-JuniorBantamwt"/>
                <a:cs typeface="Knockout-HTF27-JuniorBantamwt"/>
              </a:defRPr>
            </a:lvl5pPr>
          </a:lstStyle>
          <a:p>
            <a:pPr lvl="0"/>
            <a:r>
              <a:rPr lang="en-US" dirty="0"/>
              <a:t>COMPETITOR NAME</a:t>
            </a:r>
          </a:p>
        </p:txBody>
      </p:sp>
      <p:sp>
        <p:nvSpPr>
          <p:cNvPr id="12" name="Text Placeholder 5"/>
          <p:cNvSpPr>
            <a:spLocks noGrp="1"/>
          </p:cNvSpPr>
          <p:nvPr>
            <p:ph type="body" sz="quarter" idx="16" hasCustomPrompt="1"/>
          </p:nvPr>
        </p:nvSpPr>
        <p:spPr>
          <a:xfrm>
            <a:off x="4978401" y="4743360"/>
            <a:ext cx="2133600" cy="1625600"/>
          </a:xfrm>
        </p:spPr>
        <p:txBody>
          <a:bodyPr anchor="t"/>
          <a:lstStyle>
            <a:lvl1pPr marL="0" indent="0" algn="l">
              <a:lnSpc>
                <a:spcPct val="100000"/>
              </a:lnSpc>
              <a:spcBef>
                <a:spcPts val="0"/>
              </a:spcBef>
              <a:buFont typeface="Arial"/>
              <a:buNone/>
              <a:defRPr sz="1200" baseline="0"/>
            </a:lvl1pPr>
            <a:lvl2pPr marL="0" indent="0">
              <a:buNone/>
              <a:defRPr/>
            </a:lvl2pPr>
            <a:lvl3pPr marL="203195" indent="0">
              <a:buNone/>
              <a:defRPr/>
            </a:lvl3pPr>
            <a:lvl4pPr marL="406390" indent="0">
              <a:buNone/>
              <a:defRPr/>
            </a:lvl4pPr>
            <a:lvl5pPr marL="609585" indent="0">
              <a:buNone/>
              <a:defRPr/>
            </a:lvl5pPr>
          </a:lstStyle>
          <a:p>
            <a:pPr lvl="0"/>
            <a:r>
              <a:rPr lang="en-US" dirty="0"/>
              <a:t>Competitor info</a:t>
            </a:r>
          </a:p>
        </p:txBody>
      </p:sp>
      <p:sp>
        <p:nvSpPr>
          <p:cNvPr id="13" name="Text Placeholder 7"/>
          <p:cNvSpPr>
            <a:spLocks noGrp="1"/>
          </p:cNvSpPr>
          <p:nvPr>
            <p:ph type="body" sz="quarter" idx="17" hasCustomPrompt="1"/>
          </p:nvPr>
        </p:nvSpPr>
        <p:spPr>
          <a:xfrm>
            <a:off x="4982466" y="2711360"/>
            <a:ext cx="2125469" cy="609600"/>
          </a:xfrm>
        </p:spPr>
        <p:txBody>
          <a:bodyPr/>
          <a:lstStyle>
            <a:lvl1pPr algn="ctr">
              <a:lnSpc>
                <a:spcPct val="90000"/>
              </a:lnSpc>
              <a:spcBef>
                <a:spcPts val="0"/>
              </a:spcBef>
              <a:buNone/>
              <a:defRPr sz="2400" b="0" i="0">
                <a:solidFill>
                  <a:srgbClr val="92D400"/>
                </a:solidFill>
                <a:latin typeface="Knockout-HTF27-JuniorBantamwt"/>
                <a:cs typeface="Knockout-HTF27-JuniorBantamwt"/>
              </a:defRPr>
            </a:lvl1pPr>
            <a:lvl2pPr marL="0" indent="0">
              <a:buNone/>
              <a:defRPr sz="1900" b="0" i="0">
                <a:latin typeface="Knockout-HTF27-JuniorBantamwt"/>
                <a:cs typeface="Knockout-HTF27-JuniorBantamwt"/>
              </a:defRPr>
            </a:lvl2pPr>
            <a:lvl3pPr marL="203195" indent="0">
              <a:buNone/>
              <a:defRPr sz="1900" b="0" i="0">
                <a:latin typeface="Knockout-HTF27-JuniorBantamwt"/>
                <a:cs typeface="Knockout-HTF27-JuniorBantamwt"/>
              </a:defRPr>
            </a:lvl3pPr>
            <a:lvl4pPr marL="406390" indent="0">
              <a:buNone/>
              <a:defRPr sz="1900" b="0" i="0">
                <a:latin typeface="Knockout-HTF27-JuniorBantamwt"/>
                <a:cs typeface="Knockout-HTF27-JuniorBantamwt"/>
              </a:defRPr>
            </a:lvl4pPr>
            <a:lvl5pPr marL="609585" indent="0">
              <a:buNone/>
              <a:defRPr sz="1900" b="0" i="0">
                <a:latin typeface="Knockout-HTF27-JuniorBantamwt"/>
                <a:cs typeface="Knockout-HTF27-JuniorBantamwt"/>
              </a:defRPr>
            </a:lvl5pPr>
          </a:lstStyle>
          <a:p>
            <a:pPr lvl="0"/>
            <a:r>
              <a:rPr lang="en-US" dirty="0"/>
              <a:t>COMPETITOR NAME</a:t>
            </a:r>
          </a:p>
        </p:txBody>
      </p:sp>
      <p:sp>
        <p:nvSpPr>
          <p:cNvPr id="14" name="Text Placeholder 5"/>
          <p:cNvSpPr>
            <a:spLocks noGrp="1"/>
          </p:cNvSpPr>
          <p:nvPr>
            <p:ph type="body" sz="quarter" idx="18" hasCustomPrompt="1"/>
          </p:nvPr>
        </p:nvSpPr>
        <p:spPr>
          <a:xfrm>
            <a:off x="7213601" y="4743360"/>
            <a:ext cx="2133600" cy="1625600"/>
          </a:xfrm>
        </p:spPr>
        <p:txBody>
          <a:bodyPr anchor="t"/>
          <a:lstStyle>
            <a:lvl1pPr marL="0" indent="0" algn="l">
              <a:lnSpc>
                <a:spcPct val="100000"/>
              </a:lnSpc>
              <a:spcBef>
                <a:spcPts val="0"/>
              </a:spcBef>
              <a:buFont typeface="Arial"/>
              <a:buNone/>
              <a:defRPr sz="1200" baseline="0"/>
            </a:lvl1pPr>
            <a:lvl2pPr marL="0" indent="0">
              <a:buNone/>
              <a:defRPr/>
            </a:lvl2pPr>
            <a:lvl3pPr marL="203195" indent="0">
              <a:buNone/>
              <a:defRPr/>
            </a:lvl3pPr>
            <a:lvl4pPr marL="406390" indent="0">
              <a:buNone/>
              <a:defRPr/>
            </a:lvl4pPr>
            <a:lvl5pPr marL="609585" indent="0">
              <a:buNone/>
              <a:defRPr/>
            </a:lvl5pPr>
          </a:lstStyle>
          <a:p>
            <a:pPr lvl="0"/>
            <a:r>
              <a:rPr lang="en-US" dirty="0"/>
              <a:t>Competitor info</a:t>
            </a:r>
          </a:p>
        </p:txBody>
      </p:sp>
      <p:sp>
        <p:nvSpPr>
          <p:cNvPr id="15" name="Text Placeholder 7"/>
          <p:cNvSpPr>
            <a:spLocks noGrp="1"/>
          </p:cNvSpPr>
          <p:nvPr>
            <p:ph type="body" sz="quarter" idx="19" hasCustomPrompt="1"/>
          </p:nvPr>
        </p:nvSpPr>
        <p:spPr>
          <a:xfrm>
            <a:off x="7219698" y="2711360"/>
            <a:ext cx="2125469" cy="609600"/>
          </a:xfrm>
        </p:spPr>
        <p:txBody>
          <a:bodyPr/>
          <a:lstStyle>
            <a:lvl1pPr algn="ctr">
              <a:lnSpc>
                <a:spcPct val="90000"/>
              </a:lnSpc>
              <a:spcBef>
                <a:spcPts val="0"/>
              </a:spcBef>
              <a:buNone/>
              <a:defRPr sz="2400" b="0" i="0">
                <a:solidFill>
                  <a:srgbClr val="92D400"/>
                </a:solidFill>
                <a:latin typeface="Knockout-HTF27-JuniorBantamwt"/>
                <a:cs typeface="Knockout-HTF27-JuniorBantamwt"/>
              </a:defRPr>
            </a:lvl1pPr>
            <a:lvl2pPr marL="0" indent="0">
              <a:buNone/>
              <a:defRPr sz="1900" b="0" i="0">
                <a:latin typeface="Knockout-HTF27-JuniorBantamwt"/>
                <a:cs typeface="Knockout-HTF27-JuniorBantamwt"/>
              </a:defRPr>
            </a:lvl2pPr>
            <a:lvl3pPr marL="203195" indent="0">
              <a:buNone/>
              <a:defRPr sz="1900" b="0" i="0">
                <a:latin typeface="Knockout-HTF27-JuniorBantamwt"/>
                <a:cs typeface="Knockout-HTF27-JuniorBantamwt"/>
              </a:defRPr>
            </a:lvl3pPr>
            <a:lvl4pPr marL="406390" indent="0">
              <a:buNone/>
              <a:defRPr sz="1900" b="0" i="0">
                <a:latin typeface="Knockout-HTF27-JuniorBantamwt"/>
                <a:cs typeface="Knockout-HTF27-JuniorBantamwt"/>
              </a:defRPr>
            </a:lvl4pPr>
            <a:lvl5pPr marL="609585" indent="0">
              <a:buNone/>
              <a:defRPr sz="1900" b="0" i="0">
                <a:latin typeface="Knockout-HTF27-JuniorBantamwt"/>
                <a:cs typeface="Knockout-HTF27-JuniorBantamwt"/>
              </a:defRPr>
            </a:lvl5pPr>
          </a:lstStyle>
          <a:p>
            <a:pPr lvl="0"/>
            <a:r>
              <a:rPr lang="en-US" dirty="0"/>
              <a:t>COMPETITOR NAME</a:t>
            </a:r>
          </a:p>
        </p:txBody>
      </p:sp>
      <p:sp>
        <p:nvSpPr>
          <p:cNvPr id="16" name="Text Placeholder 5"/>
          <p:cNvSpPr>
            <a:spLocks noGrp="1"/>
          </p:cNvSpPr>
          <p:nvPr>
            <p:ph type="body" sz="quarter" idx="20" hasCustomPrompt="1"/>
          </p:nvPr>
        </p:nvSpPr>
        <p:spPr>
          <a:xfrm>
            <a:off x="9448800" y="4743360"/>
            <a:ext cx="2133600" cy="1625600"/>
          </a:xfrm>
        </p:spPr>
        <p:txBody>
          <a:bodyPr anchor="t"/>
          <a:lstStyle>
            <a:lvl1pPr marL="0" indent="0" algn="l">
              <a:lnSpc>
                <a:spcPct val="100000"/>
              </a:lnSpc>
              <a:spcBef>
                <a:spcPts val="0"/>
              </a:spcBef>
              <a:buFont typeface="Arial"/>
              <a:buNone/>
              <a:defRPr sz="1200" baseline="0"/>
            </a:lvl1pPr>
            <a:lvl2pPr marL="0" indent="0">
              <a:buNone/>
              <a:defRPr/>
            </a:lvl2pPr>
            <a:lvl3pPr marL="203195" indent="0">
              <a:buNone/>
              <a:defRPr/>
            </a:lvl3pPr>
            <a:lvl4pPr marL="406390" indent="0">
              <a:buNone/>
              <a:defRPr/>
            </a:lvl4pPr>
            <a:lvl5pPr marL="609585" indent="0">
              <a:buNone/>
              <a:defRPr/>
            </a:lvl5pPr>
          </a:lstStyle>
          <a:p>
            <a:pPr lvl="0"/>
            <a:r>
              <a:rPr lang="en-US" dirty="0"/>
              <a:t>Competitor info</a:t>
            </a:r>
          </a:p>
        </p:txBody>
      </p:sp>
      <p:sp>
        <p:nvSpPr>
          <p:cNvPr id="17" name="Text Placeholder 7"/>
          <p:cNvSpPr>
            <a:spLocks noGrp="1"/>
          </p:cNvSpPr>
          <p:nvPr>
            <p:ph type="body" sz="quarter" idx="21" hasCustomPrompt="1"/>
          </p:nvPr>
        </p:nvSpPr>
        <p:spPr>
          <a:xfrm>
            <a:off x="9456931" y="2711360"/>
            <a:ext cx="2125469" cy="609600"/>
          </a:xfrm>
        </p:spPr>
        <p:txBody>
          <a:bodyPr/>
          <a:lstStyle>
            <a:lvl1pPr algn="ctr">
              <a:lnSpc>
                <a:spcPct val="90000"/>
              </a:lnSpc>
              <a:spcBef>
                <a:spcPts val="0"/>
              </a:spcBef>
              <a:buNone/>
              <a:defRPr sz="2400" b="0" i="0">
                <a:solidFill>
                  <a:srgbClr val="92D400"/>
                </a:solidFill>
                <a:latin typeface="Knockout-HTF27-JuniorBantamwt"/>
                <a:cs typeface="Knockout-HTF27-JuniorBantamwt"/>
              </a:defRPr>
            </a:lvl1pPr>
            <a:lvl2pPr marL="0" indent="0">
              <a:buNone/>
              <a:defRPr sz="1900" b="0" i="0">
                <a:latin typeface="Knockout-HTF27-JuniorBantamwt"/>
                <a:cs typeface="Knockout-HTF27-JuniorBantamwt"/>
              </a:defRPr>
            </a:lvl2pPr>
            <a:lvl3pPr marL="203195" indent="0">
              <a:buNone/>
              <a:defRPr sz="1900" b="0" i="0">
                <a:latin typeface="Knockout-HTF27-JuniorBantamwt"/>
                <a:cs typeface="Knockout-HTF27-JuniorBantamwt"/>
              </a:defRPr>
            </a:lvl3pPr>
            <a:lvl4pPr marL="406390" indent="0">
              <a:buNone/>
              <a:defRPr sz="1900" b="0" i="0">
                <a:latin typeface="Knockout-HTF27-JuniorBantamwt"/>
                <a:cs typeface="Knockout-HTF27-JuniorBantamwt"/>
              </a:defRPr>
            </a:lvl4pPr>
            <a:lvl5pPr marL="609585" indent="0">
              <a:buNone/>
              <a:defRPr sz="1900" b="0" i="0">
                <a:latin typeface="Knockout-HTF27-JuniorBantamwt"/>
                <a:cs typeface="Knockout-HTF27-JuniorBantamwt"/>
              </a:defRPr>
            </a:lvl5pPr>
          </a:lstStyle>
          <a:p>
            <a:pPr lvl="0"/>
            <a:r>
              <a:rPr lang="en-US" dirty="0"/>
              <a:t>COMPETITOR NAME</a:t>
            </a:r>
          </a:p>
        </p:txBody>
      </p:sp>
      <p:sp>
        <p:nvSpPr>
          <p:cNvPr id="18" name="Picture Placeholder 41"/>
          <p:cNvSpPr>
            <a:spLocks noGrp="1"/>
          </p:cNvSpPr>
          <p:nvPr>
            <p:ph type="pic" sz="quarter" idx="22" hasCustomPrompt="1"/>
          </p:nvPr>
        </p:nvSpPr>
        <p:spPr>
          <a:xfrm>
            <a:off x="508000" y="2000160"/>
            <a:ext cx="2133600" cy="711200"/>
          </a:xfrm>
        </p:spPr>
        <p:txBody>
          <a:bodyPr anchor="ctr"/>
          <a:lstStyle>
            <a:lvl1pPr algn="ctr">
              <a:buNone/>
              <a:defRPr sz="1100"/>
            </a:lvl1pPr>
          </a:lstStyle>
          <a:p>
            <a:r>
              <a:rPr lang="en-US" dirty="0"/>
              <a:t>Logo</a:t>
            </a:r>
          </a:p>
        </p:txBody>
      </p:sp>
      <p:sp>
        <p:nvSpPr>
          <p:cNvPr id="19" name="Picture Placeholder 41"/>
          <p:cNvSpPr>
            <a:spLocks noGrp="1"/>
          </p:cNvSpPr>
          <p:nvPr>
            <p:ph type="pic" sz="quarter" idx="23" hasCustomPrompt="1"/>
          </p:nvPr>
        </p:nvSpPr>
        <p:spPr>
          <a:xfrm>
            <a:off x="2743200" y="2000160"/>
            <a:ext cx="2133600" cy="711200"/>
          </a:xfrm>
        </p:spPr>
        <p:txBody>
          <a:bodyPr anchor="ctr"/>
          <a:lstStyle>
            <a:lvl1pPr algn="ctr">
              <a:buNone/>
              <a:defRPr sz="1100"/>
            </a:lvl1pPr>
          </a:lstStyle>
          <a:p>
            <a:r>
              <a:rPr lang="en-US" dirty="0"/>
              <a:t>Logo</a:t>
            </a:r>
          </a:p>
        </p:txBody>
      </p:sp>
      <p:sp>
        <p:nvSpPr>
          <p:cNvPr id="20" name="Picture Placeholder 41"/>
          <p:cNvSpPr>
            <a:spLocks noGrp="1"/>
          </p:cNvSpPr>
          <p:nvPr>
            <p:ph type="pic" sz="quarter" idx="24" hasCustomPrompt="1"/>
          </p:nvPr>
        </p:nvSpPr>
        <p:spPr>
          <a:xfrm>
            <a:off x="4978400" y="2000160"/>
            <a:ext cx="2133600" cy="711200"/>
          </a:xfrm>
        </p:spPr>
        <p:txBody>
          <a:bodyPr anchor="ctr"/>
          <a:lstStyle>
            <a:lvl1pPr algn="ctr">
              <a:buNone/>
              <a:defRPr sz="1100"/>
            </a:lvl1pPr>
          </a:lstStyle>
          <a:p>
            <a:r>
              <a:rPr lang="en-US" dirty="0"/>
              <a:t>Logo</a:t>
            </a:r>
          </a:p>
        </p:txBody>
      </p:sp>
      <p:sp>
        <p:nvSpPr>
          <p:cNvPr id="21" name="Picture Placeholder 41"/>
          <p:cNvSpPr>
            <a:spLocks noGrp="1"/>
          </p:cNvSpPr>
          <p:nvPr>
            <p:ph type="pic" sz="quarter" idx="25" hasCustomPrompt="1"/>
          </p:nvPr>
        </p:nvSpPr>
        <p:spPr>
          <a:xfrm>
            <a:off x="7213600" y="2000160"/>
            <a:ext cx="2133600" cy="711200"/>
          </a:xfrm>
        </p:spPr>
        <p:txBody>
          <a:bodyPr anchor="ctr"/>
          <a:lstStyle>
            <a:lvl1pPr algn="ctr">
              <a:buNone/>
              <a:defRPr sz="1100"/>
            </a:lvl1pPr>
          </a:lstStyle>
          <a:p>
            <a:r>
              <a:rPr lang="en-US" dirty="0"/>
              <a:t>Logo</a:t>
            </a:r>
          </a:p>
        </p:txBody>
      </p:sp>
      <p:sp>
        <p:nvSpPr>
          <p:cNvPr id="22" name="Picture Placeholder 41"/>
          <p:cNvSpPr>
            <a:spLocks noGrp="1"/>
          </p:cNvSpPr>
          <p:nvPr>
            <p:ph type="pic" sz="quarter" idx="26" hasCustomPrompt="1"/>
          </p:nvPr>
        </p:nvSpPr>
        <p:spPr>
          <a:xfrm>
            <a:off x="9448800" y="2000160"/>
            <a:ext cx="2133600" cy="711200"/>
          </a:xfrm>
        </p:spPr>
        <p:txBody>
          <a:bodyPr anchor="ctr"/>
          <a:lstStyle>
            <a:lvl1pPr algn="ctr">
              <a:buNone/>
              <a:defRPr sz="1100"/>
            </a:lvl1pPr>
          </a:lstStyle>
          <a:p>
            <a:r>
              <a:rPr lang="en-US" dirty="0"/>
              <a:t>Logo</a:t>
            </a:r>
          </a:p>
        </p:txBody>
      </p:sp>
      <p:sp>
        <p:nvSpPr>
          <p:cNvPr id="23" name="Picture Placeholder 41"/>
          <p:cNvSpPr>
            <a:spLocks noGrp="1"/>
          </p:cNvSpPr>
          <p:nvPr>
            <p:ph type="pic" sz="quarter" idx="27" hasCustomPrompt="1"/>
          </p:nvPr>
        </p:nvSpPr>
        <p:spPr>
          <a:xfrm>
            <a:off x="508000" y="3320960"/>
            <a:ext cx="2133600" cy="1219200"/>
          </a:xfrm>
        </p:spPr>
        <p:txBody>
          <a:bodyPr anchor="ctr"/>
          <a:lstStyle>
            <a:lvl1pPr algn="ctr">
              <a:buNone/>
              <a:defRPr sz="1100" baseline="0"/>
            </a:lvl1pPr>
          </a:lstStyle>
          <a:p>
            <a:r>
              <a:rPr lang="en-US" dirty="0"/>
              <a:t>Competitor Image</a:t>
            </a:r>
          </a:p>
        </p:txBody>
      </p:sp>
      <p:sp>
        <p:nvSpPr>
          <p:cNvPr id="24" name="Picture Placeholder 41"/>
          <p:cNvSpPr>
            <a:spLocks noGrp="1"/>
          </p:cNvSpPr>
          <p:nvPr>
            <p:ph type="pic" sz="quarter" idx="28" hasCustomPrompt="1"/>
          </p:nvPr>
        </p:nvSpPr>
        <p:spPr>
          <a:xfrm>
            <a:off x="2743200" y="3320960"/>
            <a:ext cx="2133600" cy="1219200"/>
          </a:xfrm>
        </p:spPr>
        <p:txBody>
          <a:bodyPr anchor="ctr"/>
          <a:lstStyle>
            <a:lvl1pPr algn="ctr">
              <a:buNone/>
              <a:defRPr sz="1100"/>
            </a:lvl1pPr>
          </a:lstStyle>
          <a:p>
            <a:r>
              <a:rPr lang="en-US" dirty="0"/>
              <a:t>Competitor Image</a:t>
            </a:r>
          </a:p>
        </p:txBody>
      </p:sp>
      <p:sp>
        <p:nvSpPr>
          <p:cNvPr id="25" name="Picture Placeholder 41"/>
          <p:cNvSpPr>
            <a:spLocks noGrp="1"/>
          </p:cNvSpPr>
          <p:nvPr>
            <p:ph type="pic" sz="quarter" idx="29" hasCustomPrompt="1"/>
          </p:nvPr>
        </p:nvSpPr>
        <p:spPr>
          <a:xfrm>
            <a:off x="4978400" y="3320960"/>
            <a:ext cx="2133600" cy="1219200"/>
          </a:xfrm>
        </p:spPr>
        <p:txBody>
          <a:bodyPr anchor="ctr"/>
          <a:lstStyle>
            <a:lvl1pPr algn="ctr">
              <a:buNone/>
              <a:defRPr sz="1100"/>
            </a:lvl1pPr>
          </a:lstStyle>
          <a:p>
            <a:r>
              <a:rPr lang="en-US" dirty="0"/>
              <a:t>Competitor Image</a:t>
            </a:r>
          </a:p>
        </p:txBody>
      </p:sp>
      <p:sp>
        <p:nvSpPr>
          <p:cNvPr id="26" name="Picture Placeholder 41"/>
          <p:cNvSpPr>
            <a:spLocks noGrp="1"/>
          </p:cNvSpPr>
          <p:nvPr>
            <p:ph type="pic" sz="quarter" idx="30" hasCustomPrompt="1"/>
          </p:nvPr>
        </p:nvSpPr>
        <p:spPr>
          <a:xfrm>
            <a:off x="7213600" y="3320960"/>
            <a:ext cx="2133600" cy="1219200"/>
          </a:xfrm>
        </p:spPr>
        <p:txBody>
          <a:bodyPr anchor="ctr"/>
          <a:lstStyle>
            <a:lvl1pPr algn="ctr">
              <a:buNone/>
              <a:defRPr sz="1100"/>
            </a:lvl1pPr>
          </a:lstStyle>
          <a:p>
            <a:r>
              <a:rPr lang="en-US" dirty="0"/>
              <a:t>Competitor Image</a:t>
            </a:r>
          </a:p>
        </p:txBody>
      </p:sp>
      <p:sp>
        <p:nvSpPr>
          <p:cNvPr id="27" name="Picture Placeholder 41"/>
          <p:cNvSpPr>
            <a:spLocks noGrp="1"/>
          </p:cNvSpPr>
          <p:nvPr>
            <p:ph type="pic" sz="quarter" idx="31" hasCustomPrompt="1"/>
          </p:nvPr>
        </p:nvSpPr>
        <p:spPr>
          <a:xfrm>
            <a:off x="9448800" y="3320960"/>
            <a:ext cx="2133600" cy="1219200"/>
          </a:xfrm>
        </p:spPr>
        <p:txBody>
          <a:bodyPr anchor="ctr"/>
          <a:lstStyle>
            <a:lvl1pPr algn="ctr">
              <a:buNone/>
              <a:defRPr sz="1100"/>
            </a:lvl1pPr>
          </a:lstStyle>
          <a:p>
            <a:r>
              <a:rPr lang="en-US" dirty="0"/>
              <a:t>Competitor Image</a:t>
            </a:r>
          </a:p>
        </p:txBody>
      </p:sp>
    </p:spTree>
    <p:extLst>
      <p:ext uri="{BB962C8B-B14F-4D97-AF65-F5344CB8AC3E}">
        <p14:creationId xmlns:p14="http://schemas.microsoft.com/office/powerpoint/2010/main" val="338217296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0493" y="2294126"/>
            <a:ext cx="11071907" cy="1325563"/>
          </a:xfrm>
        </p:spPr>
        <p:txBody>
          <a:bodyPr/>
          <a:lstStyle>
            <a:lvl1pPr algn="ctr">
              <a:defRPr sz="13000"/>
            </a:lvl1pPr>
          </a:lstStyle>
          <a:p>
            <a:r>
              <a:rPr lang="en-US" dirty="0"/>
              <a:t>TITLE</a:t>
            </a:r>
          </a:p>
        </p:txBody>
      </p:sp>
      <p:sp>
        <p:nvSpPr>
          <p:cNvPr id="5" name="Text Placeholder 4"/>
          <p:cNvSpPr>
            <a:spLocks noGrp="1"/>
          </p:cNvSpPr>
          <p:nvPr>
            <p:ph type="body" sz="quarter" idx="10" hasCustomPrompt="1"/>
          </p:nvPr>
        </p:nvSpPr>
        <p:spPr>
          <a:xfrm>
            <a:off x="510494" y="3806143"/>
            <a:ext cx="11071906" cy="1293812"/>
          </a:xfrm>
        </p:spPr>
        <p:txBody>
          <a:bodyPr/>
          <a:lstStyle>
            <a:lvl1pPr marL="0" indent="0" algn="ctr">
              <a:lnSpc>
                <a:spcPct val="80000"/>
              </a:lnSpc>
              <a:buNone/>
              <a:defRPr sz="4000" baseline="0">
                <a:solidFill>
                  <a:srgbClr val="92D400"/>
                </a:solidFill>
              </a:defRPr>
            </a:lvl1pPr>
          </a:lstStyle>
          <a:p>
            <a:r>
              <a:rPr lang="en-US" dirty="0"/>
              <a:t>A stepping stone in the</a:t>
            </a:r>
          </a:p>
          <a:p>
            <a:r>
              <a:rPr lang="en-US" dirty="0"/>
              <a:t>Exponential evolution of technology</a:t>
            </a:r>
          </a:p>
        </p:txBody>
      </p:sp>
    </p:spTree>
    <p:extLst>
      <p:ext uri="{BB962C8B-B14F-4D97-AF65-F5344CB8AC3E}">
        <p14:creationId xmlns:p14="http://schemas.microsoft.com/office/powerpoint/2010/main" val="221290947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609600" y="2718036"/>
            <a:ext cx="10972800" cy="1421928"/>
          </a:xfrm>
        </p:spPr>
        <p:txBody>
          <a:bodyPr anchor="ctr">
            <a:noAutofit/>
          </a:bodyPr>
          <a:lstStyle>
            <a:lvl1pPr>
              <a:defRPr sz="8000"/>
            </a:lvl1pPr>
          </a:lstStyle>
          <a:p>
            <a:r>
              <a:rPr lang="en-US" dirty="0"/>
              <a:t>Click to edit Master title style</a:t>
            </a:r>
          </a:p>
        </p:txBody>
      </p:sp>
    </p:spTree>
    <p:extLst>
      <p:ext uri="{BB962C8B-B14F-4D97-AF65-F5344CB8AC3E}">
        <p14:creationId xmlns:p14="http://schemas.microsoft.com/office/powerpoint/2010/main" val="426648452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609600" y="2548706"/>
            <a:ext cx="10972800" cy="1421928"/>
          </a:xfrm>
        </p:spPr>
        <p:txBody>
          <a:bodyPr anchor="ctr">
            <a:noAutofit/>
          </a:bodyPr>
          <a:lstStyle>
            <a:lvl1pPr>
              <a:defRPr sz="7200"/>
            </a:lvl1pPr>
          </a:lstStyle>
          <a:p>
            <a:r>
              <a:rPr lang="en-US" dirty="0"/>
              <a:t>Click to edit Master title style</a:t>
            </a:r>
          </a:p>
        </p:txBody>
      </p:sp>
      <p:sp>
        <p:nvSpPr>
          <p:cNvPr id="4" name="Text Placeholder 3"/>
          <p:cNvSpPr>
            <a:spLocks noGrp="1"/>
          </p:cNvSpPr>
          <p:nvPr>
            <p:ph type="body" sz="quarter" idx="10" hasCustomPrompt="1"/>
          </p:nvPr>
        </p:nvSpPr>
        <p:spPr>
          <a:xfrm>
            <a:off x="609600" y="4185187"/>
            <a:ext cx="10972800" cy="2012416"/>
          </a:xfrm>
        </p:spPr>
        <p:txBody>
          <a:bodyPr/>
          <a:lstStyle>
            <a:lvl1pPr marL="0" indent="0">
              <a:buNone/>
              <a:defRPr baseline="0"/>
            </a:lvl1pPr>
          </a:lstStyle>
          <a:p>
            <a:pPr lvl="0"/>
            <a:r>
              <a:rPr lang="en-US" dirty="0"/>
              <a:t>Enter content here</a:t>
            </a:r>
          </a:p>
        </p:txBody>
      </p:sp>
    </p:spTree>
    <p:extLst>
      <p:ext uri="{BB962C8B-B14F-4D97-AF65-F5344CB8AC3E}">
        <p14:creationId xmlns:p14="http://schemas.microsoft.com/office/powerpoint/2010/main" val="413523619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hank you Contact Us">
    <p:spTree>
      <p:nvGrpSpPr>
        <p:cNvPr id="1" name=""/>
        <p:cNvGrpSpPr/>
        <p:nvPr/>
      </p:nvGrpSpPr>
      <p:grpSpPr>
        <a:xfrm>
          <a:off x="0" y="0"/>
          <a:ext cx="0" cy="0"/>
          <a:chOff x="0" y="0"/>
          <a:chExt cx="0" cy="0"/>
        </a:xfrm>
      </p:grpSpPr>
      <p:sp>
        <p:nvSpPr>
          <p:cNvPr id="23" name="Rectangle 22"/>
          <p:cNvSpPr/>
          <p:nvPr userDrawn="1"/>
        </p:nvSpPr>
        <p:spPr>
          <a:xfrm>
            <a:off x="0" y="24492"/>
            <a:ext cx="12192000" cy="685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noAutofit/>
          </a:bodyPr>
          <a:lstStyle/>
          <a:p>
            <a:pPr algn="ctr"/>
            <a:endParaRPr lang="en-US" dirty="0">
              <a:solidFill>
                <a:prstClr val="white"/>
              </a:solidFill>
            </a:endParaRPr>
          </a:p>
        </p:txBody>
      </p:sp>
      <p:sp>
        <p:nvSpPr>
          <p:cNvPr id="3" name="Content Placeholder 2"/>
          <p:cNvSpPr>
            <a:spLocks noGrp="1"/>
          </p:cNvSpPr>
          <p:nvPr>
            <p:ph sz="quarter" idx="10" hasCustomPrompt="1"/>
          </p:nvPr>
        </p:nvSpPr>
        <p:spPr>
          <a:xfrm>
            <a:off x="510613" y="781159"/>
            <a:ext cx="9933516" cy="1330325"/>
          </a:xfrm>
        </p:spPr>
        <p:txBody>
          <a:bodyPr>
            <a:noAutofit/>
          </a:bodyPr>
          <a:lstStyle>
            <a:lvl1pPr marL="0" indent="0">
              <a:buNone/>
              <a:defRPr sz="7200">
                <a:solidFill>
                  <a:schemeClr val="bg1"/>
                </a:solidFill>
                <a:latin typeface="+mj-lt"/>
              </a:defRPr>
            </a:lvl1pPr>
          </a:lstStyle>
          <a:p>
            <a:pPr lvl="0"/>
            <a:r>
              <a:rPr lang="en-US" dirty="0"/>
              <a:t>Thank You.</a:t>
            </a:r>
          </a:p>
        </p:txBody>
      </p:sp>
      <p:sp>
        <p:nvSpPr>
          <p:cNvPr id="14" name="Content Placeholder 2"/>
          <p:cNvSpPr>
            <a:spLocks noGrp="1"/>
          </p:cNvSpPr>
          <p:nvPr>
            <p:ph sz="quarter" idx="11" hasCustomPrompt="1"/>
          </p:nvPr>
        </p:nvSpPr>
        <p:spPr>
          <a:xfrm>
            <a:off x="510613" y="2111484"/>
            <a:ext cx="9933516" cy="859125"/>
          </a:xfrm>
        </p:spPr>
        <p:txBody>
          <a:bodyPr>
            <a:noAutofit/>
          </a:bodyPr>
          <a:lstStyle>
            <a:lvl1pPr marL="0" indent="0">
              <a:buNone/>
              <a:defRPr sz="1800">
                <a:solidFill>
                  <a:schemeClr val="bg1">
                    <a:lumMod val="65000"/>
                  </a:schemeClr>
                </a:solidFill>
              </a:defRPr>
            </a:lvl1pPr>
          </a:lstStyle>
          <a:p>
            <a:pPr lvl="0"/>
            <a:r>
              <a:rPr lang="en-US" dirty="0"/>
              <a:t>Contact Us</a:t>
            </a:r>
          </a:p>
        </p:txBody>
      </p:sp>
      <p:sp>
        <p:nvSpPr>
          <p:cNvPr id="15" name="Content Placeholder 2"/>
          <p:cNvSpPr>
            <a:spLocks noGrp="1"/>
          </p:cNvSpPr>
          <p:nvPr>
            <p:ph sz="quarter" idx="12" hasCustomPrompt="1"/>
          </p:nvPr>
        </p:nvSpPr>
        <p:spPr>
          <a:xfrm>
            <a:off x="510612" y="3121278"/>
            <a:ext cx="2542885" cy="305309"/>
          </a:xfrm>
        </p:spPr>
        <p:txBody>
          <a:bodyPr>
            <a:noAutofit/>
          </a:bodyPr>
          <a:lstStyle>
            <a:lvl1pPr marL="0" indent="0">
              <a:buNone/>
              <a:defRPr sz="1200" b="1" baseline="0">
                <a:solidFill>
                  <a:srgbClr val="80BB3B"/>
                </a:solidFill>
              </a:defRPr>
            </a:lvl1pPr>
          </a:lstStyle>
          <a:p>
            <a:pPr lvl="0"/>
            <a:r>
              <a:rPr lang="en-US" dirty="0"/>
              <a:t>First Last</a:t>
            </a:r>
          </a:p>
        </p:txBody>
      </p:sp>
      <p:sp>
        <p:nvSpPr>
          <p:cNvPr id="16" name="Content Placeholder 2"/>
          <p:cNvSpPr>
            <a:spLocks noGrp="1"/>
          </p:cNvSpPr>
          <p:nvPr>
            <p:ph sz="quarter" idx="13" hasCustomPrompt="1"/>
          </p:nvPr>
        </p:nvSpPr>
        <p:spPr>
          <a:xfrm>
            <a:off x="510612" y="3412221"/>
            <a:ext cx="2542885" cy="415636"/>
          </a:xfrm>
        </p:spPr>
        <p:txBody>
          <a:bodyPr>
            <a:noAutofit/>
          </a:bodyPr>
          <a:lstStyle>
            <a:lvl1pPr marL="0" indent="0">
              <a:buNone/>
              <a:defRPr sz="1200" baseline="0">
                <a:solidFill>
                  <a:schemeClr val="bg1"/>
                </a:solidFill>
              </a:defRPr>
            </a:lvl1pPr>
          </a:lstStyle>
          <a:p>
            <a:pPr lvl="0"/>
            <a:r>
              <a:rPr lang="en-US" dirty="0"/>
              <a:t>Title</a:t>
            </a:r>
          </a:p>
          <a:p>
            <a:pPr lvl="0"/>
            <a:r>
              <a:rPr lang="en-US" dirty="0"/>
              <a:t>Email Address</a:t>
            </a:r>
          </a:p>
        </p:txBody>
      </p:sp>
      <p:sp>
        <p:nvSpPr>
          <p:cNvPr id="17" name="Content Placeholder 2"/>
          <p:cNvSpPr>
            <a:spLocks noGrp="1"/>
          </p:cNvSpPr>
          <p:nvPr>
            <p:ph sz="quarter" idx="14" hasCustomPrompt="1"/>
          </p:nvPr>
        </p:nvSpPr>
        <p:spPr>
          <a:xfrm>
            <a:off x="510612" y="3994114"/>
            <a:ext cx="2542885" cy="310507"/>
          </a:xfrm>
        </p:spPr>
        <p:txBody>
          <a:bodyPr>
            <a:noAutofit/>
          </a:bodyPr>
          <a:lstStyle>
            <a:lvl1pPr marL="0" indent="0">
              <a:buNone/>
              <a:defRPr sz="1200" b="1" baseline="0">
                <a:solidFill>
                  <a:srgbClr val="80BB3B"/>
                </a:solidFill>
              </a:defRPr>
            </a:lvl1pPr>
          </a:lstStyle>
          <a:p>
            <a:pPr lvl="0"/>
            <a:r>
              <a:rPr lang="en-US" dirty="0"/>
              <a:t>First Last</a:t>
            </a:r>
          </a:p>
        </p:txBody>
      </p:sp>
      <p:sp>
        <p:nvSpPr>
          <p:cNvPr id="18" name="Content Placeholder 2"/>
          <p:cNvSpPr>
            <a:spLocks noGrp="1"/>
          </p:cNvSpPr>
          <p:nvPr>
            <p:ph sz="quarter" idx="15" hasCustomPrompt="1"/>
          </p:nvPr>
        </p:nvSpPr>
        <p:spPr>
          <a:xfrm>
            <a:off x="510612" y="4285059"/>
            <a:ext cx="2542885" cy="415636"/>
          </a:xfrm>
        </p:spPr>
        <p:txBody>
          <a:bodyPr>
            <a:noAutofit/>
          </a:bodyPr>
          <a:lstStyle>
            <a:lvl1pPr marL="0" indent="0">
              <a:buNone/>
              <a:defRPr sz="1200" baseline="0">
                <a:solidFill>
                  <a:schemeClr val="bg1"/>
                </a:solidFill>
              </a:defRPr>
            </a:lvl1pPr>
          </a:lstStyle>
          <a:p>
            <a:pPr lvl="0"/>
            <a:r>
              <a:rPr lang="en-US" dirty="0"/>
              <a:t>Title</a:t>
            </a:r>
          </a:p>
          <a:p>
            <a:pPr lvl="0"/>
            <a:r>
              <a:rPr lang="en-US" dirty="0"/>
              <a:t>Email Address</a:t>
            </a:r>
          </a:p>
        </p:txBody>
      </p:sp>
      <p:sp>
        <p:nvSpPr>
          <p:cNvPr id="19" name="Content Placeholder 2"/>
          <p:cNvSpPr>
            <a:spLocks noGrp="1"/>
          </p:cNvSpPr>
          <p:nvPr>
            <p:ph sz="quarter" idx="16" hasCustomPrompt="1"/>
          </p:nvPr>
        </p:nvSpPr>
        <p:spPr>
          <a:xfrm>
            <a:off x="3669450" y="3121278"/>
            <a:ext cx="2542885" cy="300749"/>
          </a:xfrm>
        </p:spPr>
        <p:txBody>
          <a:bodyPr>
            <a:noAutofit/>
          </a:bodyPr>
          <a:lstStyle>
            <a:lvl1pPr marL="0" indent="0">
              <a:buNone/>
              <a:defRPr sz="1200" b="1" baseline="0">
                <a:solidFill>
                  <a:srgbClr val="80BB3B"/>
                </a:solidFill>
              </a:defRPr>
            </a:lvl1pPr>
          </a:lstStyle>
          <a:p>
            <a:pPr lvl="0"/>
            <a:r>
              <a:rPr lang="en-US" dirty="0"/>
              <a:t>First Last</a:t>
            </a:r>
          </a:p>
        </p:txBody>
      </p:sp>
      <p:sp>
        <p:nvSpPr>
          <p:cNvPr id="20" name="Content Placeholder 2"/>
          <p:cNvSpPr>
            <a:spLocks noGrp="1"/>
          </p:cNvSpPr>
          <p:nvPr>
            <p:ph sz="quarter" idx="17" hasCustomPrompt="1"/>
          </p:nvPr>
        </p:nvSpPr>
        <p:spPr>
          <a:xfrm>
            <a:off x="3669450" y="3412221"/>
            <a:ext cx="2542885" cy="415636"/>
          </a:xfrm>
        </p:spPr>
        <p:txBody>
          <a:bodyPr>
            <a:noAutofit/>
          </a:bodyPr>
          <a:lstStyle>
            <a:lvl1pPr marL="0" indent="0">
              <a:buNone/>
              <a:defRPr sz="1200" baseline="0">
                <a:solidFill>
                  <a:schemeClr val="bg1"/>
                </a:solidFill>
              </a:defRPr>
            </a:lvl1pPr>
          </a:lstStyle>
          <a:p>
            <a:pPr lvl="0"/>
            <a:r>
              <a:rPr lang="en-US" dirty="0"/>
              <a:t>Title</a:t>
            </a:r>
          </a:p>
          <a:p>
            <a:pPr lvl="0"/>
            <a:r>
              <a:rPr lang="en-US" dirty="0"/>
              <a:t>Email Address</a:t>
            </a:r>
          </a:p>
        </p:txBody>
      </p:sp>
      <p:sp>
        <p:nvSpPr>
          <p:cNvPr id="21" name="Content Placeholder 2"/>
          <p:cNvSpPr>
            <a:spLocks noGrp="1"/>
          </p:cNvSpPr>
          <p:nvPr>
            <p:ph sz="quarter" idx="18" hasCustomPrompt="1"/>
          </p:nvPr>
        </p:nvSpPr>
        <p:spPr>
          <a:xfrm>
            <a:off x="3669450" y="3994114"/>
            <a:ext cx="2542885" cy="310507"/>
          </a:xfrm>
        </p:spPr>
        <p:txBody>
          <a:bodyPr>
            <a:noAutofit/>
          </a:bodyPr>
          <a:lstStyle>
            <a:lvl1pPr marL="0" indent="0">
              <a:buNone/>
              <a:defRPr sz="1200" b="1" baseline="0">
                <a:solidFill>
                  <a:srgbClr val="80BB3B"/>
                </a:solidFill>
              </a:defRPr>
            </a:lvl1pPr>
          </a:lstStyle>
          <a:p>
            <a:pPr lvl="0"/>
            <a:r>
              <a:rPr lang="en-US" dirty="0"/>
              <a:t>First Last</a:t>
            </a:r>
          </a:p>
        </p:txBody>
      </p:sp>
      <p:sp>
        <p:nvSpPr>
          <p:cNvPr id="22" name="Content Placeholder 2"/>
          <p:cNvSpPr>
            <a:spLocks noGrp="1"/>
          </p:cNvSpPr>
          <p:nvPr>
            <p:ph sz="quarter" idx="19" hasCustomPrompt="1"/>
          </p:nvPr>
        </p:nvSpPr>
        <p:spPr>
          <a:xfrm>
            <a:off x="3669450" y="4285059"/>
            <a:ext cx="2542885" cy="415636"/>
          </a:xfrm>
        </p:spPr>
        <p:txBody>
          <a:bodyPr>
            <a:noAutofit/>
          </a:bodyPr>
          <a:lstStyle>
            <a:lvl1pPr marL="0" indent="0">
              <a:buNone/>
              <a:defRPr sz="1200" baseline="0">
                <a:solidFill>
                  <a:schemeClr val="bg1"/>
                </a:solidFill>
              </a:defRPr>
            </a:lvl1pPr>
          </a:lstStyle>
          <a:p>
            <a:pPr lvl="0"/>
            <a:r>
              <a:rPr lang="en-US" dirty="0"/>
              <a:t>Title</a:t>
            </a:r>
          </a:p>
          <a:p>
            <a:pPr lvl="0"/>
            <a:r>
              <a:rPr lang="en-US" dirty="0"/>
              <a:t>Email Address</a:t>
            </a:r>
          </a:p>
        </p:txBody>
      </p:sp>
      <p:sp>
        <p:nvSpPr>
          <p:cNvPr id="26" name="Rectangle 25"/>
          <p:cNvSpPr/>
          <p:nvPr userDrawn="1"/>
        </p:nvSpPr>
        <p:spPr>
          <a:xfrm>
            <a:off x="510612" y="5747433"/>
            <a:ext cx="9933516" cy="1026753"/>
          </a:xfrm>
          <a:prstGeom prst="rect">
            <a:avLst/>
          </a:prstGeom>
        </p:spPr>
        <p:txBody>
          <a:bodyPr wrap="square" numCol="2" spcCol="274320">
            <a:noAutofit/>
          </a:bodyPr>
          <a:lstStyle/>
          <a:p>
            <a:pPr>
              <a:lnSpc>
                <a:spcPct val="120000"/>
              </a:lnSpc>
            </a:pPr>
            <a:r>
              <a:rPr lang="en-US" sz="750" dirty="0">
                <a:solidFill>
                  <a:prstClr val="white">
                    <a:lumMod val="75000"/>
                  </a:prstClr>
                </a:solidFill>
                <a:cs typeface="Frutiger Next Pro Light"/>
              </a:rPr>
              <a:t>This publication contains general information only, and none of the member firms of Deloitte Touche Tohmatsu Limited, its member firms, or their related entities (collective, the “Deloitte Network”) is, by means of this publication, rendering professional advice or services. Before making any decision or taking any action that may affect your business, you should consult a qualified professional adviser. No entity in the Deloitte Network shall be responsible for any loss whatsoever sustained by any person who relies on this publication.</a:t>
            </a:r>
          </a:p>
          <a:p>
            <a:pPr>
              <a:lnSpc>
                <a:spcPct val="120000"/>
              </a:lnSpc>
            </a:pPr>
            <a:endParaRPr lang="en-US" sz="750" dirty="0">
              <a:solidFill>
                <a:prstClr val="white">
                  <a:lumMod val="75000"/>
                </a:prstClr>
              </a:solidFill>
              <a:cs typeface="Frutiger Next Pro Light"/>
            </a:endParaRPr>
          </a:p>
          <a:p>
            <a:pPr>
              <a:lnSpc>
                <a:spcPct val="120000"/>
              </a:lnSpc>
            </a:pPr>
            <a:r>
              <a:rPr lang="en-US" sz="750" dirty="0">
                <a:solidFill>
                  <a:prstClr val="white">
                    <a:lumMod val="75000"/>
                  </a:prstClr>
                </a:solidFill>
                <a:cs typeface="Frutiger Next Pro Light"/>
              </a:rPr>
              <a:t>As used in this document, “Deloitte” means Deloitte Consulting LLP, a subsidiary of Deloitte LLP. Please see www.deloitte.com/us/about for a detailed description of the legal structure of Deloitte LLP and its subsidiaries. Certain services may not be available to attest clients under the rules and regulations of public accounting.</a:t>
            </a:r>
          </a:p>
          <a:p>
            <a:pPr>
              <a:lnSpc>
                <a:spcPct val="120000"/>
              </a:lnSpc>
            </a:pPr>
            <a:endParaRPr lang="en-US" sz="750" dirty="0">
              <a:solidFill>
                <a:prstClr val="white">
                  <a:lumMod val="75000"/>
                </a:prstClr>
              </a:solidFill>
              <a:cs typeface="Frutiger Next Pro Light"/>
            </a:endParaRPr>
          </a:p>
          <a:p>
            <a:pPr>
              <a:lnSpc>
                <a:spcPct val="120000"/>
              </a:lnSpc>
            </a:pPr>
            <a:r>
              <a:rPr lang="en-US" sz="750" dirty="0">
                <a:solidFill>
                  <a:prstClr val="white">
                    <a:lumMod val="75000"/>
                  </a:prstClr>
                </a:solidFill>
                <a:cs typeface="Frutiger Next Pro Light"/>
              </a:rPr>
              <a:t>Copyright © 2015 Deloitte Development LLC. All rights reserved. </a:t>
            </a:r>
          </a:p>
          <a:p>
            <a:pPr>
              <a:lnSpc>
                <a:spcPct val="120000"/>
              </a:lnSpc>
            </a:pPr>
            <a:r>
              <a:rPr lang="en-US" sz="750" dirty="0">
                <a:solidFill>
                  <a:prstClr val="white">
                    <a:lumMod val="75000"/>
                  </a:prstClr>
                </a:solidFill>
                <a:cs typeface="Frutiger Next Pro Light"/>
              </a:rPr>
              <a:t>Member of Deloitte Touche Tohmatsu Limited</a:t>
            </a:r>
          </a:p>
        </p:txBody>
      </p:sp>
      <p:grpSp>
        <p:nvGrpSpPr>
          <p:cNvPr id="25" name="Group 24"/>
          <p:cNvGrpSpPr>
            <a:grpSpLocks noChangeAspect="1"/>
          </p:cNvGrpSpPr>
          <p:nvPr userDrawn="1"/>
        </p:nvGrpSpPr>
        <p:grpSpPr>
          <a:xfrm>
            <a:off x="10703204" y="6136201"/>
            <a:ext cx="877824" cy="164493"/>
            <a:chOff x="398463" y="404813"/>
            <a:chExt cx="1627187" cy="307976"/>
          </a:xfrm>
          <a:solidFill>
            <a:sysClr val="windowText" lastClr="000000"/>
          </a:solidFill>
        </p:grpSpPr>
        <p:sp>
          <p:nvSpPr>
            <p:cNvPr id="27" name="Oval 5"/>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sp>
          <p:nvSpPr>
            <p:cNvPr id="2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sp>
          <p:nvSpPr>
            <p:cNvPr id="29" name="Rectangle 7"/>
            <p:cNvSpPr>
              <a:spLocks noChangeArrowheads="1"/>
            </p:cNvSpPr>
            <p:nvPr userDrawn="1"/>
          </p:nvSpPr>
          <p:spPr bwMode="auto">
            <a:xfrm>
              <a:off x="906463" y="404813"/>
              <a:ext cx="74612" cy="303213"/>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sp>
          <p:nvSpPr>
            <p:cNvPr id="3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sp>
          <p:nvSpPr>
            <p:cNvPr id="31" name="Rectangle 9"/>
            <p:cNvSpPr>
              <a:spLocks noChangeArrowheads="1"/>
            </p:cNvSpPr>
            <p:nvPr userDrawn="1"/>
          </p:nvSpPr>
          <p:spPr bwMode="auto">
            <a:xfrm>
              <a:off x="1257300" y="482601"/>
              <a:ext cx="74612" cy="225425"/>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sp>
          <p:nvSpPr>
            <p:cNvPr id="32" name="Rectangle 10"/>
            <p:cNvSpPr>
              <a:spLocks noChangeArrowheads="1"/>
            </p:cNvSpPr>
            <p:nvPr userDrawn="1"/>
          </p:nvSpPr>
          <p:spPr bwMode="auto">
            <a:xfrm>
              <a:off x="1257300" y="404813"/>
              <a:ext cx="74612" cy="50800"/>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sp>
          <p:nvSpPr>
            <p:cNvPr id="33"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sp>
          <p:nvSpPr>
            <p:cNvPr id="34"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sp>
          <p:nvSpPr>
            <p:cNvPr id="35" name="Freeform 13"/>
            <p:cNvSpPr>
              <a:spLocks noEditPoints="1"/>
            </p:cNvSpPr>
            <p:nvPr userDrawn="1"/>
          </p:nvSpPr>
          <p:spPr bwMode="auto">
            <a:xfrm>
              <a:off x="1709738" y="479427"/>
              <a:ext cx="211137" cy="231774"/>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sp>
          <p:nvSpPr>
            <p:cNvPr id="36"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grpSp>
    </p:spTree>
    <p:extLst>
      <p:ext uri="{BB962C8B-B14F-4D97-AF65-F5344CB8AC3E}">
        <p14:creationId xmlns:p14="http://schemas.microsoft.com/office/powerpoint/2010/main" val="340384389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D closing slide white logo on black">
    <p:spTree>
      <p:nvGrpSpPr>
        <p:cNvPr id="1" name=""/>
        <p:cNvGrpSpPr/>
        <p:nvPr/>
      </p:nvGrpSpPr>
      <p:grpSpPr>
        <a:xfrm>
          <a:off x="0" y="0"/>
          <a:ext cx="0" cy="0"/>
          <a:chOff x="0" y="0"/>
          <a:chExt cx="0" cy="0"/>
        </a:xfrm>
      </p:grpSpPr>
      <p:sp>
        <p:nvSpPr>
          <p:cNvPr id="23" name="Rectangle 22"/>
          <p:cNvSpPr/>
          <p:nvPr userDrawn="1"/>
        </p:nvSpPr>
        <p:spPr>
          <a:xfrm>
            <a:off x="0" y="0"/>
            <a:ext cx="12192000" cy="6858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dirty="0">
              <a:solidFill>
                <a:prstClr val="white"/>
              </a:solidFill>
            </a:endParaRPr>
          </a:p>
        </p:txBody>
      </p:sp>
      <p:grpSp>
        <p:nvGrpSpPr>
          <p:cNvPr id="5" name="Group 4"/>
          <p:cNvGrpSpPr>
            <a:grpSpLocks noChangeAspect="1"/>
          </p:cNvGrpSpPr>
          <p:nvPr userDrawn="1"/>
        </p:nvGrpSpPr>
        <p:grpSpPr>
          <a:xfrm>
            <a:off x="4043172" y="3044327"/>
            <a:ext cx="4105656" cy="769347"/>
            <a:chOff x="398463" y="404813"/>
            <a:chExt cx="1627187" cy="307976"/>
          </a:xfrm>
          <a:solidFill>
            <a:sysClr val="windowText" lastClr="000000"/>
          </a:solidFill>
        </p:grpSpPr>
        <p:sp>
          <p:nvSpPr>
            <p:cNvPr id="6" name="Oval 5"/>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sp>
          <p:nvSpPr>
            <p:cNvPr id="7"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sp>
          <p:nvSpPr>
            <p:cNvPr id="8" name="Rectangle 7"/>
            <p:cNvSpPr>
              <a:spLocks noChangeArrowheads="1"/>
            </p:cNvSpPr>
            <p:nvPr userDrawn="1"/>
          </p:nvSpPr>
          <p:spPr bwMode="auto">
            <a:xfrm>
              <a:off x="906463" y="404813"/>
              <a:ext cx="74612" cy="303213"/>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sp>
          <p:nvSpPr>
            <p:cNvPr id="9"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sp>
          <p:nvSpPr>
            <p:cNvPr id="10" name="Rectangle 9"/>
            <p:cNvSpPr>
              <a:spLocks noChangeArrowheads="1"/>
            </p:cNvSpPr>
            <p:nvPr userDrawn="1"/>
          </p:nvSpPr>
          <p:spPr bwMode="auto">
            <a:xfrm>
              <a:off x="1257300" y="482601"/>
              <a:ext cx="74612" cy="225425"/>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sp>
          <p:nvSpPr>
            <p:cNvPr id="11" name="Rectangle 10"/>
            <p:cNvSpPr>
              <a:spLocks noChangeArrowheads="1"/>
            </p:cNvSpPr>
            <p:nvPr userDrawn="1"/>
          </p:nvSpPr>
          <p:spPr bwMode="auto">
            <a:xfrm>
              <a:off x="1257300" y="404813"/>
              <a:ext cx="74612" cy="50800"/>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sp>
          <p:nvSpPr>
            <p:cNvPr id="1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sp>
          <p:nvSpPr>
            <p:cNvPr id="1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sp>
          <p:nvSpPr>
            <p:cNvPr id="1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sp>
          <p:nvSpPr>
            <p:cNvPr id="15" name="Freeform 14"/>
            <p:cNvSpPr>
              <a:spLocks noEditPoints="1"/>
            </p:cNvSpPr>
            <p:nvPr userDrawn="1"/>
          </p:nvSpPr>
          <p:spPr bwMode="auto">
            <a:xfrm>
              <a:off x="668337" y="479427"/>
              <a:ext cx="209551" cy="231774"/>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2600" kern="0" dirty="0">
                <a:solidFill>
                  <a:prstClr val="white"/>
                </a:solidFill>
                <a:latin typeface="Verdana"/>
              </a:endParaRPr>
            </a:p>
          </p:txBody>
        </p:sp>
      </p:grpSp>
    </p:spTree>
    <p:extLst>
      <p:ext uri="{BB962C8B-B14F-4D97-AF65-F5344CB8AC3E}">
        <p14:creationId xmlns:p14="http://schemas.microsoft.com/office/powerpoint/2010/main" val="33173020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Screenshots">
    <p:spTree>
      <p:nvGrpSpPr>
        <p:cNvPr id="1" name=""/>
        <p:cNvGrpSpPr/>
        <p:nvPr/>
      </p:nvGrpSpPr>
      <p:grpSpPr>
        <a:xfrm>
          <a:off x="0" y="0"/>
          <a:ext cx="0" cy="0"/>
          <a:chOff x="0" y="0"/>
          <a:chExt cx="0" cy="0"/>
        </a:xfrm>
      </p:grpSpPr>
      <p:sp>
        <p:nvSpPr>
          <p:cNvPr id="3" name="Text Placeholder 2"/>
          <p:cNvSpPr>
            <a:spLocks noGrp="1"/>
          </p:cNvSpPr>
          <p:nvPr>
            <p:ph type="body" sz="quarter" idx="56" hasCustomPrompt="1"/>
          </p:nvPr>
        </p:nvSpPr>
        <p:spPr>
          <a:xfrm>
            <a:off x="539751" y="1752289"/>
            <a:ext cx="3279539" cy="311218"/>
          </a:xfrm>
        </p:spPr>
        <p:txBody>
          <a:bodyPr>
            <a:noAutofit/>
          </a:bodyPr>
          <a:lstStyle>
            <a:lvl1pPr marL="0" marR="0" indent="0" algn="l" defTabSz="914400" rtl="0" eaLnBrk="1" fontAlgn="auto" latinLnBrk="0" hangingPunct="1">
              <a:lnSpc>
                <a:spcPct val="100000"/>
              </a:lnSpc>
              <a:spcBef>
                <a:spcPts val="0"/>
              </a:spcBef>
              <a:spcAft>
                <a:spcPts val="0"/>
              </a:spcAft>
              <a:buClrTx/>
              <a:buSzTx/>
              <a:buFontTx/>
              <a:buNone/>
              <a:tabLst/>
              <a:defRPr sz="1400" b="0">
                <a:solidFill>
                  <a:schemeClr val="accent5"/>
                </a:solidFill>
              </a:defRPr>
            </a:lvl1pPr>
            <a:lvl2pPr marL="457200" indent="0">
              <a:buFontTx/>
              <a:buNone/>
              <a:defRPr sz="1100" b="1">
                <a:solidFill>
                  <a:schemeClr val="tx2"/>
                </a:solidFill>
              </a:defRPr>
            </a:lvl2pPr>
            <a:lvl3pPr marL="914400" indent="0">
              <a:buFontTx/>
              <a:buNone/>
              <a:defRPr sz="1100" b="1">
                <a:solidFill>
                  <a:schemeClr val="tx2"/>
                </a:solidFill>
              </a:defRPr>
            </a:lvl3pPr>
            <a:lvl4pPr marL="1371600" indent="0">
              <a:buFontTx/>
              <a:buNone/>
              <a:defRPr sz="1100" b="1">
                <a:solidFill>
                  <a:schemeClr val="tx2"/>
                </a:solidFill>
              </a:defRPr>
            </a:lvl4pPr>
            <a:lvl5pPr marL="1828800" indent="0">
              <a:buFontTx/>
              <a:buNone/>
              <a:defRPr sz="1100" b="1">
                <a:solidFill>
                  <a:schemeClr val="tx2"/>
                </a:solidFill>
              </a:defRPr>
            </a:lvl5pPr>
          </a:lstStyle>
          <a:p>
            <a:pPr lvl="0"/>
            <a:r>
              <a:rPr lang="en-US" dirty="0"/>
              <a:t>Screen title</a:t>
            </a:r>
          </a:p>
        </p:txBody>
      </p:sp>
      <p:sp>
        <p:nvSpPr>
          <p:cNvPr id="2" name="Title 1"/>
          <p:cNvSpPr>
            <a:spLocks noGrp="1"/>
          </p:cNvSpPr>
          <p:nvPr>
            <p:ph type="title" hasCustomPrompt="1"/>
          </p:nvPr>
        </p:nvSpPr>
        <p:spPr/>
        <p:txBody>
          <a:bodyPr/>
          <a:lstStyle/>
          <a:p>
            <a:r>
              <a:rPr lang="en-US" dirty="0"/>
              <a:t>Screenshots</a:t>
            </a:r>
          </a:p>
        </p:txBody>
      </p:sp>
      <p:sp>
        <p:nvSpPr>
          <p:cNvPr id="5" name="Picture Placeholder 4"/>
          <p:cNvSpPr>
            <a:spLocks noGrp="1"/>
          </p:cNvSpPr>
          <p:nvPr>
            <p:ph type="pic" sz="quarter" idx="57"/>
          </p:nvPr>
        </p:nvSpPr>
        <p:spPr>
          <a:xfrm>
            <a:off x="3938588" y="1752290"/>
            <a:ext cx="7643812" cy="4524686"/>
          </a:xfrm>
        </p:spPr>
        <p:txBody>
          <a:bodyPr/>
          <a:lstStyle>
            <a:lvl1pPr marL="0" indent="0">
              <a:buNone/>
              <a:defRPr/>
            </a:lvl1pPr>
          </a:lstStyle>
          <a:p>
            <a:endParaRPr lang="en-US" dirty="0"/>
          </a:p>
        </p:txBody>
      </p:sp>
    </p:spTree>
    <p:extLst>
      <p:ext uri="{BB962C8B-B14F-4D97-AF65-F5344CB8AC3E}">
        <p14:creationId xmlns:p14="http://schemas.microsoft.com/office/powerpoint/2010/main" val="13695348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1"/>
          <p:cNvSpPr>
            <a:spLocks noGrp="1"/>
          </p:cNvSpPr>
          <p:nvPr>
            <p:ph type="body" sz="quarter" idx="10" hasCustomPrompt="1"/>
          </p:nvPr>
        </p:nvSpPr>
        <p:spPr>
          <a:xfrm>
            <a:off x="363538" y="1930400"/>
            <a:ext cx="3446462" cy="482600"/>
          </a:xfrm>
          <a:prstGeom prst="rect">
            <a:avLst/>
          </a:prstGeom>
        </p:spPr>
        <p:txBody>
          <a:bodyPr vert="horz" lIns="0" tIns="0" bIns="0"/>
          <a:lstStyle>
            <a:lvl1pPr marL="0" marR="0" indent="0" algn="l" defTabSz="914400" rtl="0" eaLnBrk="0" fontAlgn="base" latinLnBrk="0" hangingPunct="0">
              <a:lnSpc>
                <a:spcPct val="80000"/>
              </a:lnSpc>
              <a:spcBef>
                <a:spcPct val="0"/>
              </a:spcBef>
              <a:spcAft>
                <a:spcPct val="0"/>
              </a:spcAft>
              <a:buClrTx/>
              <a:buSzTx/>
              <a:buFontTx/>
              <a:buNone/>
              <a:tabLst/>
              <a:defRPr lang="en-US" sz="3200" b="0" i="0" kern="1200" cap="all" noProof="0" dirty="0">
                <a:solidFill>
                  <a:schemeClr val="bg1"/>
                </a:solidFill>
                <a:latin typeface="Knockout HTF27-JuniorBantamwt"/>
                <a:ea typeface="ヒラギノ角ゴ ProN W6"/>
                <a:cs typeface="Knockout HTF27-JuniorBantamwt"/>
              </a:defRPr>
            </a:lvl1pPr>
          </a:lstStyle>
          <a:p>
            <a:pPr marL="0" marR="0" lvl="0" indent="0" algn="l" defTabSz="914400" rtl="0" eaLnBrk="0" fontAlgn="base" latinLnBrk="0" hangingPunct="0">
              <a:lnSpc>
                <a:spcPct val="8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5C5C5C"/>
                </a:solidFill>
                <a:effectLst/>
                <a:uLnTx/>
                <a:uFillTx/>
                <a:latin typeface="+mn-lt"/>
                <a:ea typeface="+mn-ea"/>
                <a:cs typeface="+mn-cs"/>
              </a:rPr>
              <a:t>2-5 WORD TAGLINE HERE.</a:t>
            </a:r>
          </a:p>
        </p:txBody>
      </p:sp>
      <p:sp>
        <p:nvSpPr>
          <p:cNvPr id="11" name="Text Placeholder 33"/>
          <p:cNvSpPr>
            <a:spLocks noGrp="1"/>
          </p:cNvSpPr>
          <p:nvPr>
            <p:ph type="body" sz="quarter" idx="11" hasCustomPrompt="1"/>
          </p:nvPr>
        </p:nvSpPr>
        <p:spPr>
          <a:xfrm>
            <a:off x="364597" y="2667000"/>
            <a:ext cx="3462337" cy="194733"/>
          </a:xfrm>
          <a:prstGeom prst="rect">
            <a:avLst/>
          </a:prstGeom>
        </p:spPr>
        <p:txBody>
          <a:bodyPr vert="horz" lIns="0" tIns="0" rIns="0" bIns="0">
            <a:noAutofit/>
          </a:bodyPr>
          <a:lstStyle>
            <a:lvl1pPr>
              <a:buFontTx/>
              <a:buNone/>
              <a:defRPr lang="en-US" sz="1200" dirty="0">
                <a:solidFill>
                  <a:srgbClr val="92D400"/>
                </a:solidFill>
                <a:latin typeface="Frutiger Next Pro Medium"/>
                <a:cs typeface="Frutiger Next Pro Medium"/>
              </a:defRPr>
            </a:lvl1pPr>
          </a:lstStyle>
          <a:p>
            <a:pPr marL="0" lvl="0" indent="0">
              <a:lnSpc>
                <a:spcPct val="90000"/>
              </a:lnSpc>
              <a:buFontTx/>
              <a:buNone/>
            </a:pPr>
            <a:r>
              <a:rPr lang="en-US" dirty="0"/>
              <a:t>Issue</a:t>
            </a:r>
          </a:p>
        </p:txBody>
      </p:sp>
      <p:sp>
        <p:nvSpPr>
          <p:cNvPr id="12" name="Content Placeholder 35"/>
          <p:cNvSpPr>
            <a:spLocks noGrp="1"/>
          </p:cNvSpPr>
          <p:nvPr>
            <p:ph sz="quarter" idx="12" hasCustomPrompt="1"/>
          </p:nvPr>
        </p:nvSpPr>
        <p:spPr>
          <a:xfrm>
            <a:off x="364069" y="2887134"/>
            <a:ext cx="3462866" cy="1015999"/>
          </a:xfrm>
          <a:prstGeom prst="rect">
            <a:avLst/>
          </a:prstGeom>
        </p:spPr>
        <p:txBody>
          <a:bodyPr vert="horz" lIns="0" tIns="0" rIns="0" bIns="0"/>
          <a:lstStyle>
            <a:lvl1pPr marL="0" indent="0">
              <a:lnSpc>
                <a:spcPct val="120000"/>
              </a:lnSpc>
              <a:buNone/>
              <a:defRPr lang="en-US" sz="800" b="0" i="0" kern="1200" dirty="0" err="1" smtClean="0">
                <a:solidFill>
                  <a:schemeClr val="bg1"/>
                </a:solidFill>
                <a:latin typeface="Frutiger Next Pro Light"/>
                <a:ea typeface="+mn-ea"/>
                <a:cs typeface="Frutiger Next Pro Light"/>
              </a:defRPr>
            </a:lvl1pPr>
          </a:lstStyle>
          <a:p>
            <a:r>
              <a:rPr lang="en-US" dirty="0"/>
              <a:t>Content goes here.. </a:t>
            </a:r>
            <a:r>
              <a:rPr lang="en-US" dirty="0" err="1"/>
              <a:t>pharetra</a:t>
            </a:r>
            <a:r>
              <a:rPr lang="en-US" dirty="0"/>
              <a:t> </a:t>
            </a:r>
            <a:r>
              <a:rPr lang="en-US" dirty="0" err="1"/>
              <a:t>vel</a:t>
            </a:r>
            <a:r>
              <a:rPr lang="en-US" dirty="0"/>
              <a:t> ligula id, </a:t>
            </a:r>
            <a:r>
              <a:rPr lang="en-US" dirty="0" err="1"/>
              <a:t>ullamcorper</a:t>
            </a:r>
            <a:r>
              <a:rPr lang="en-US" dirty="0"/>
              <a:t> </a:t>
            </a:r>
            <a:r>
              <a:rPr lang="en-US" dirty="0" err="1"/>
              <a:t>ultricies</a:t>
            </a:r>
            <a:r>
              <a:rPr lang="en-US" dirty="0"/>
              <a:t> </a:t>
            </a:r>
            <a:r>
              <a:rPr lang="en-US" dirty="0" err="1"/>
              <a:t>arcu</a:t>
            </a:r>
            <a:r>
              <a:rPr lang="en-US" dirty="0"/>
              <a:t>. </a:t>
            </a:r>
            <a:r>
              <a:rPr lang="en-US" dirty="0" err="1"/>
              <a:t>Fusce</a:t>
            </a:r>
            <a:r>
              <a:rPr lang="en-US" dirty="0"/>
              <a:t> </a:t>
            </a:r>
            <a:r>
              <a:rPr lang="en-US" dirty="0" err="1"/>
              <a:t>convallis</a:t>
            </a:r>
            <a:r>
              <a:rPr lang="en-US" dirty="0"/>
              <a:t> </a:t>
            </a:r>
            <a:r>
              <a:rPr lang="en-US" dirty="0" err="1"/>
              <a:t>rhoncus</a:t>
            </a:r>
            <a:r>
              <a:rPr lang="en-US" dirty="0"/>
              <a:t> </a:t>
            </a:r>
            <a:r>
              <a:rPr lang="en-US" dirty="0" err="1"/>
              <a:t>venenatis</a:t>
            </a:r>
            <a:r>
              <a:rPr lang="en-US" dirty="0"/>
              <a:t>. </a:t>
            </a:r>
            <a:r>
              <a:rPr lang="en-US" dirty="0" err="1"/>
              <a:t>Donec</a:t>
            </a:r>
            <a:r>
              <a:rPr lang="en-US" dirty="0"/>
              <a:t> </a:t>
            </a:r>
            <a:r>
              <a:rPr lang="en-US" dirty="0" err="1"/>
              <a:t>eget</a:t>
            </a:r>
            <a:r>
              <a:rPr lang="en-US" dirty="0"/>
              <a:t> </a:t>
            </a:r>
            <a:r>
              <a:rPr lang="en-US" dirty="0" err="1"/>
              <a:t>metus</a:t>
            </a:r>
            <a:r>
              <a:rPr lang="en-US" dirty="0"/>
              <a:t> ac </a:t>
            </a:r>
            <a:r>
              <a:rPr lang="en-US" dirty="0" err="1"/>
              <a:t>purus</a:t>
            </a:r>
            <a:r>
              <a:rPr lang="en-US" dirty="0"/>
              <a:t> </a:t>
            </a:r>
            <a:r>
              <a:rPr lang="en-US" dirty="0" err="1"/>
              <a:t>lobortis</a:t>
            </a:r>
            <a:r>
              <a:rPr lang="en-US" dirty="0"/>
              <a:t> </a:t>
            </a:r>
            <a:r>
              <a:rPr lang="en-US" dirty="0" err="1"/>
              <a:t>scelerisque</a:t>
            </a:r>
            <a:r>
              <a:rPr lang="en-US" dirty="0"/>
              <a:t>. </a:t>
            </a:r>
            <a:r>
              <a:rPr lang="en-US" dirty="0" err="1"/>
              <a:t>Duis</a:t>
            </a:r>
            <a:r>
              <a:rPr lang="en-US" dirty="0"/>
              <a:t> in </a:t>
            </a:r>
            <a:r>
              <a:rPr lang="en-US" dirty="0" err="1"/>
              <a:t>turpis</a:t>
            </a:r>
            <a:r>
              <a:rPr lang="en-US" dirty="0"/>
              <a:t> </a:t>
            </a:r>
            <a:r>
              <a:rPr lang="en-US" dirty="0" err="1"/>
              <a:t>elementum</a:t>
            </a:r>
            <a:r>
              <a:rPr lang="en-US" dirty="0"/>
              <a:t>, </a:t>
            </a:r>
            <a:r>
              <a:rPr lang="en-US" dirty="0" err="1"/>
              <a:t>vulputate</a:t>
            </a:r>
            <a:r>
              <a:rPr lang="en-US" dirty="0"/>
              <a:t> </a:t>
            </a:r>
            <a:r>
              <a:rPr lang="en-US" dirty="0" err="1"/>
              <a:t>mauris</a:t>
            </a:r>
            <a:r>
              <a:rPr lang="en-US" dirty="0"/>
              <a:t> et, </a:t>
            </a:r>
            <a:r>
              <a:rPr lang="en-US" dirty="0" err="1"/>
              <a:t>faucibus</a:t>
            </a:r>
            <a:r>
              <a:rPr lang="en-US" dirty="0"/>
              <a:t> </a:t>
            </a:r>
            <a:r>
              <a:rPr lang="en-US" dirty="0" err="1"/>
              <a:t>augue</a:t>
            </a:r>
            <a:r>
              <a:rPr lang="en-US" dirty="0"/>
              <a:t>. </a:t>
            </a:r>
            <a:r>
              <a:rPr lang="en-US" dirty="0" err="1"/>
              <a:t>Mauris</a:t>
            </a:r>
            <a:r>
              <a:rPr lang="en-US" dirty="0"/>
              <a:t> </a:t>
            </a:r>
            <a:r>
              <a:rPr lang="en-US" dirty="0" err="1"/>
              <a:t>ipsum</a:t>
            </a:r>
            <a:r>
              <a:rPr lang="en-US" dirty="0"/>
              <a:t> </a:t>
            </a:r>
            <a:r>
              <a:rPr lang="en-US" dirty="0" err="1"/>
              <a:t>elit</a:t>
            </a:r>
            <a:r>
              <a:rPr lang="en-US" dirty="0"/>
              <a:t>, </a:t>
            </a:r>
            <a:r>
              <a:rPr lang="en-US" dirty="0" err="1"/>
              <a:t>dapibus</a:t>
            </a:r>
            <a:r>
              <a:rPr lang="en-US" dirty="0"/>
              <a:t> </a:t>
            </a:r>
            <a:r>
              <a:rPr lang="en-US" dirty="0" err="1"/>
              <a:t>eu</a:t>
            </a:r>
            <a:r>
              <a:rPr lang="en-US" dirty="0"/>
              <a:t> </a:t>
            </a:r>
            <a:r>
              <a:rPr lang="en-US" dirty="0" err="1"/>
              <a:t>gravida</a:t>
            </a:r>
            <a:r>
              <a:rPr lang="en-US" dirty="0"/>
              <a:t> id, </a:t>
            </a:r>
            <a:r>
              <a:rPr lang="en-US" dirty="0" err="1"/>
              <a:t>elementum</a:t>
            </a:r>
            <a:r>
              <a:rPr lang="en-US" dirty="0"/>
              <a:t> </a:t>
            </a:r>
            <a:r>
              <a:rPr lang="en-US" dirty="0" err="1"/>
              <a:t>ut</a:t>
            </a:r>
            <a:r>
              <a:rPr lang="en-US" dirty="0"/>
              <a:t> </a:t>
            </a:r>
            <a:r>
              <a:rPr lang="en-US" dirty="0" err="1"/>
              <a:t>justo</a:t>
            </a:r>
            <a:r>
              <a:rPr lang="en-US" dirty="0"/>
              <a:t>. </a:t>
            </a:r>
            <a:r>
              <a:rPr lang="en-US" dirty="0" err="1"/>
              <a:t>Duis</a:t>
            </a:r>
            <a:r>
              <a:rPr lang="en-US" dirty="0"/>
              <a:t> </a:t>
            </a:r>
            <a:r>
              <a:rPr lang="en-US" dirty="0" err="1"/>
              <a:t>eu</a:t>
            </a:r>
            <a:r>
              <a:rPr lang="en-US" dirty="0"/>
              <a:t> </a:t>
            </a:r>
            <a:r>
              <a:rPr lang="en-US" dirty="0" err="1"/>
              <a:t>leo</a:t>
            </a:r>
            <a:r>
              <a:rPr lang="en-US" dirty="0"/>
              <a:t> et </a:t>
            </a:r>
            <a:r>
              <a:rPr lang="en-US" dirty="0" err="1"/>
              <a:t>risus</a:t>
            </a:r>
            <a:r>
              <a:rPr lang="en-US" dirty="0"/>
              <a:t> </a:t>
            </a:r>
            <a:r>
              <a:rPr lang="en-US" dirty="0" err="1"/>
              <a:t>luctus</a:t>
            </a:r>
            <a:r>
              <a:rPr lang="en-US" dirty="0"/>
              <a:t> </a:t>
            </a:r>
            <a:r>
              <a:rPr lang="en-US" dirty="0" err="1"/>
              <a:t>gravida</a:t>
            </a:r>
            <a:r>
              <a:rPr lang="en-US" dirty="0"/>
              <a:t> </a:t>
            </a:r>
            <a:r>
              <a:rPr lang="en-US" dirty="0" err="1"/>
              <a:t>eu</a:t>
            </a:r>
            <a:r>
              <a:rPr lang="en-US" dirty="0"/>
              <a:t> at </a:t>
            </a:r>
            <a:r>
              <a:rPr lang="en-US" dirty="0" err="1"/>
              <a:t>urna</a:t>
            </a:r>
            <a:r>
              <a:rPr lang="en-US" dirty="0"/>
              <a:t>. </a:t>
            </a:r>
            <a:r>
              <a:rPr lang="en-US" dirty="0" err="1"/>
              <a:t>Vestibulum</a:t>
            </a:r>
            <a:r>
              <a:rPr lang="en-US" dirty="0"/>
              <a:t> </a:t>
            </a:r>
            <a:r>
              <a:rPr lang="en-US" dirty="0" err="1"/>
              <a:t>aliquet</a:t>
            </a:r>
            <a:r>
              <a:rPr lang="en-US" dirty="0"/>
              <a:t> quam nisi, et </a:t>
            </a:r>
            <a:r>
              <a:rPr lang="en-US" dirty="0" err="1"/>
              <a:t>viverra</a:t>
            </a:r>
            <a:r>
              <a:rPr lang="en-US" dirty="0"/>
              <a:t> </a:t>
            </a:r>
            <a:r>
              <a:rPr lang="en-US" dirty="0" err="1"/>
              <a:t>nibh</a:t>
            </a:r>
            <a:r>
              <a:rPr lang="en-US" dirty="0"/>
              <a:t> </a:t>
            </a:r>
            <a:r>
              <a:rPr lang="en-US" dirty="0" err="1"/>
              <a:t>interdum</a:t>
            </a:r>
            <a:r>
              <a:rPr lang="en-US" dirty="0"/>
              <a:t> id. Integer </a:t>
            </a:r>
            <a:r>
              <a:rPr lang="en-US" dirty="0" err="1"/>
              <a:t>pharetra</a:t>
            </a:r>
            <a:r>
              <a:rPr lang="en-US" dirty="0"/>
              <a:t> </a:t>
            </a:r>
            <a:r>
              <a:rPr lang="en-US" dirty="0" err="1"/>
              <a:t>tortor</a:t>
            </a:r>
            <a:r>
              <a:rPr lang="en-US" dirty="0"/>
              <a:t> et </a:t>
            </a:r>
            <a:r>
              <a:rPr lang="en-US" dirty="0" err="1"/>
              <a:t>pellentesque</a:t>
            </a:r>
            <a:r>
              <a:rPr lang="en-US" dirty="0"/>
              <a:t> </a:t>
            </a:r>
            <a:r>
              <a:rPr lang="en-US" dirty="0" err="1"/>
              <a:t>suscipit</a:t>
            </a:r>
            <a:r>
              <a:rPr lang="en-US" dirty="0"/>
              <a:t>. 0</a:t>
            </a:r>
          </a:p>
        </p:txBody>
      </p:sp>
      <p:sp>
        <p:nvSpPr>
          <p:cNvPr id="13" name="Text Placeholder 33"/>
          <p:cNvSpPr>
            <a:spLocks noGrp="1"/>
          </p:cNvSpPr>
          <p:nvPr>
            <p:ph type="body" sz="quarter" idx="13" hasCustomPrompt="1"/>
          </p:nvPr>
        </p:nvSpPr>
        <p:spPr>
          <a:xfrm>
            <a:off x="364597" y="4013200"/>
            <a:ext cx="3462337" cy="194733"/>
          </a:xfrm>
          <a:prstGeom prst="rect">
            <a:avLst/>
          </a:prstGeom>
        </p:spPr>
        <p:txBody>
          <a:bodyPr vert="horz" lIns="0" tIns="0" rIns="0" bIns="0">
            <a:noAutofit/>
          </a:bodyPr>
          <a:lstStyle>
            <a:lvl1pPr>
              <a:buFontTx/>
              <a:buNone/>
              <a:defRPr lang="en-US" sz="1200" dirty="0">
                <a:solidFill>
                  <a:srgbClr val="92D400"/>
                </a:solidFill>
                <a:latin typeface="Frutiger Next Pro Medium"/>
                <a:cs typeface="Frutiger Next Pro Medium"/>
              </a:defRPr>
            </a:lvl1pPr>
          </a:lstStyle>
          <a:p>
            <a:pPr marL="0" lvl="0" indent="0">
              <a:lnSpc>
                <a:spcPct val="90000"/>
              </a:lnSpc>
              <a:buFontTx/>
              <a:buNone/>
            </a:pPr>
            <a:r>
              <a:rPr lang="en-US" dirty="0"/>
              <a:t>Solution</a:t>
            </a:r>
          </a:p>
        </p:txBody>
      </p:sp>
      <p:sp>
        <p:nvSpPr>
          <p:cNvPr id="14" name="Content Placeholder 35"/>
          <p:cNvSpPr>
            <a:spLocks noGrp="1"/>
          </p:cNvSpPr>
          <p:nvPr>
            <p:ph sz="quarter" idx="14" hasCustomPrompt="1"/>
          </p:nvPr>
        </p:nvSpPr>
        <p:spPr>
          <a:xfrm>
            <a:off x="364069" y="4216400"/>
            <a:ext cx="3462866" cy="1015999"/>
          </a:xfrm>
          <a:prstGeom prst="rect">
            <a:avLst/>
          </a:prstGeom>
        </p:spPr>
        <p:txBody>
          <a:bodyPr vert="horz" lIns="0" tIns="0" rIns="0" bIns="0"/>
          <a:lstStyle>
            <a:lvl1pPr marL="0" indent="0">
              <a:lnSpc>
                <a:spcPct val="120000"/>
              </a:lnSpc>
              <a:buNone/>
              <a:defRPr lang="en-US" sz="800" b="0" i="0" kern="1200" dirty="0" err="1" smtClean="0">
                <a:solidFill>
                  <a:schemeClr val="bg1"/>
                </a:solidFill>
                <a:latin typeface="Frutiger Next Pro Light"/>
                <a:ea typeface="+mn-ea"/>
                <a:cs typeface="Frutiger Next Pro Light"/>
              </a:defRPr>
            </a:lvl1pPr>
          </a:lstStyle>
          <a:p>
            <a:r>
              <a:rPr lang="en-US" dirty="0"/>
              <a:t>Content goes here.. </a:t>
            </a:r>
            <a:r>
              <a:rPr lang="en-US" dirty="0" err="1"/>
              <a:t>pharetra</a:t>
            </a:r>
            <a:r>
              <a:rPr lang="en-US" dirty="0"/>
              <a:t> </a:t>
            </a:r>
            <a:r>
              <a:rPr lang="en-US" dirty="0" err="1"/>
              <a:t>vel</a:t>
            </a:r>
            <a:r>
              <a:rPr lang="en-US" dirty="0"/>
              <a:t> ligula id, </a:t>
            </a:r>
            <a:r>
              <a:rPr lang="en-US" dirty="0" err="1"/>
              <a:t>ullamcorper</a:t>
            </a:r>
            <a:r>
              <a:rPr lang="en-US" dirty="0"/>
              <a:t> </a:t>
            </a:r>
            <a:r>
              <a:rPr lang="en-US" dirty="0" err="1"/>
              <a:t>ultricies</a:t>
            </a:r>
            <a:r>
              <a:rPr lang="en-US" dirty="0"/>
              <a:t> </a:t>
            </a:r>
            <a:r>
              <a:rPr lang="en-US" dirty="0" err="1"/>
              <a:t>arcu</a:t>
            </a:r>
            <a:r>
              <a:rPr lang="en-US" dirty="0"/>
              <a:t>. </a:t>
            </a:r>
            <a:r>
              <a:rPr lang="en-US" dirty="0" err="1"/>
              <a:t>Fusce</a:t>
            </a:r>
            <a:r>
              <a:rPr lang="en-US" dirty="0"/>
              <a:t> </a:t>
            </a:r>
            <a:r>
              <a:rPr lang="en-US" dirty="0" err="1"/>
              <a:t>convallis</a:t>
            </a:r>
            <a:r>
              <a:rPr lang="en-US" dirty="0"/>
              <a:t> </a:t>
            </a:r>
            <a:r>
              <a:rPr lang="en-US" dirty="0" err="1"/>
              <a:t>rhoncus</a:t>
            </a:r>
            <a:r>
              <a:rPr lang="en-US" dirty="0"/>
              <a:t> </a:t>
            </a:r>
            <a:r>
              <a:rPr lang="en-US" dirty="0" err="1"/>
              <a:t>venenatis</a:t>
            </a:r>
            <a:r>
              <a:rPr lang="en-US" dirty="0"/>
              <a:t>. </a:t>
            </a:r>
            <a:r>
              <a:rPr lang="en-US" dirty="0" err="1"/>
              <a:t>Donec</a:t>
            </a:r>
            <a:r>
              <a:rPr lang="en-US" dirty="0"/>
              <a:t> </a:t>
            </a:r>
            <a:r>
              <a:rPr lang="en-US" dirty="0" err="1"/>
              <a:t>eget</a:t>
            </a:r>
            <a:r>
              <a:rPr lang="en-US" dirty="0"/>
              <a:t> </a:t>
            </a:r>
            <a:r>
              <a:rPr lang="en-US" dirty="0" err="1"/>
              <a:t>metus</a:t>
            </a:r>
            <a:r>
              <a:rPr lang="en-US" dirty="0"/>
              <a:t> ac </a:t>
            </a:r>
            <a:r>
              <a:rPr lang="en-US" dirty="0" err="1"/>
              <a:t>purus</a:t>
            </a:r>
            <a:r>
              <a:rPr lang="en-US" dirty="0"/>
              <a:t> </a:t>
            </a:r>
            <a:r>
              <a:rPr lang="en-US" dirty="0" err="1"/>
              <a:t>lobortis</a:t>
            </a:r>
            <a:r>
              <a:rPr lang="en-US" dirty="0"/>
              <a:t> </a:t>
            </a:r>
            <a:r>
              <a:rPr lang="en-US" dirty="0" err="1"/>
              <a:t>scelerisque</a:t>
            </a:r>
            <a:r>
              <a:rPr lang="en-US" dirty="0"/>
              <a:t>. </a:t>
            </a:r>
            <a:r>
              <a:rPr lang="en-US" dirty="0" err="1"/>
              <a:t>Duis</a:t>
            </a:r>
            <a:r>
              <a:rPr lang="en-US" dirty="0"/>
              <a:t> in </a:t>
            </a:r>
            <a:r>
              <a:rPr lang="en-US" dirty="0" err="1"/>
              <a:t>turpis</a:t>
            </a:r>
            <a:r>
              <a:rPr lang="en-US" dirty="0"/>
              <a:t> </a:t>
            </a:r>
            <a:r>
              <a:rPr lang="en-US" dirty="0" err="1"/>
              <a:t>elementum</a:t>
            </a:r>
            <a:r>
              <a:rPr lang="en-US" dirty="0"/>
              <a:t>, </a:t>
            </a:r>
            <a:r>
              <a:rPr lang="en-US" dirty="0" err="1"/>
              <a:t>vulputate</a:t>
            </a:r>
            <a:r>
              <a:rPr lang="en-US" dirty="0"/>
              <a:t> </a:t>
            </a:r>
            <a:r>
              <a:rPr lang="en-US" dirty="0" err="1"/>
              <a:t>mauris</a:t>
            </a:r>
            <a:r>
              <a:rPr lang="en-US" dirty="0"/>
              <a:t> et, </a:t>
            </a:r>
            <a:r>
              <a:rPr lang="en-US" dirty="0" err="1"/>
              <a:t>faucibus</a:t>
            </a:r>
            <a:r>
              <a:rPr lang="en-US" dirty="0"/>
              <a:t> </a:t>
            </a:r>
            <a:r>
              <a:rPr lang="en-US" dirty="0" err="1"/>
              <a:t>augue</a:t>
            </a:r>
            <a:r>
              <a:rPr lang="en-US" dirty="0"/>
              <a:t>. </a:t>
            </a:r>
            <a:r>
              <a:rPr lang="en-US" dirty="0" err="1"/>
              <a:t>Mauris</a:t>
            </a:r>
            <a:r>
              <a:rPr lang="en-US" dirty="0"/>
              <a:t> </a:t>
            </a:r>
            <a:r>
              <a:rPr lang="en-US" dirty="0" err="1"/>
              <a:t>ipsum</a:t>
            </a:r>
            <a:r>
              <a:rPr lang="en-US" dirty="0"/>
              <a:t> </a:t>
            </a:r>
            <a:r>
              <a:rPr lang="en-US" dirty="0" err="1"/>
              <a:t>elit</a:t>
            </a:r>
            <a:r>
              <a:rPr lang="en-US" dirty="0"/>
              <a:t>, </a:t>
            </a:r>
            <a:r>
              <a:rPr lang="en-US" dirty="0" err="1"/>
              <a:t>dapibus</a:t>
            </a:r>
            <a:r>
              <a:rPr lang="en-US" dirty="0"/>
              <a:t> </a:t>
            </a:r>
            <a:r>
              <a:rPr lang="en-US" dirty="0" err="1"/>
              <a:t>eu</a:t>
            </a:r>
            <a:r>
              <a:rPr lang="en-US" dirty="0"/>
              <a:t> </a:t>
            </a:r>
            <a:r>
              <a:rPr lang="en-US" dirty="0" err="1"/>
              <a:t>gravida</a:t>
            </a:r>
            <a:r>
              <a:rPr lang="en-US" dirty="0"/>
              <a:t> id, </a:t>
            </a:r>
            <a:r>
              <a:rPr lang="en-US" dirty="0" err="1"/>
              <a:t>elementum</a:t>
            </a:r>
            <a:r>
              <a:rPr lang="en-US" dirty="0"/>
              <a:t> </a:t>
            </a:r>
            <a:r>
              <a:rPr lang="en-US" dirty="0" err="1"/>
              <a:t>ut</a:t>
            </a:r>
            <a:r>
              <a:rPr lang="en-US" dirty="0"/>
              <a:t> </a:t>
            </a:r>
            <a:r>
              <a:rPr lang="en-US" dirty="0" err="1"/>
              <a:t>justo</a:t>
            </a:r>
            <a:r>
              <a:rPr lang="en-US" dirty="0"/>
              <a:t>. </a:t>
            </a:r>
            <a:r>
              <a:rPr lang="en-US" dirty="0" err="1"/>
              <a:t>Duis</a:t>
            </a:r>
            <a:r>
              <a:rPr lang="en-US" dirty="0"/>
              <a:t> </a:t>
            </a:r>
            <a:r>
              <a:rPr lang="en-US" dirty="0" err="1"/>
              <a:t>eu</a:t>
            </a:r>
            <a:r>
              <a:rPr lang="en-US" dirty="0"/>
              <a:t> </a:t>
            </a:r>
            <a:r>
              <a:rPr lang="en-US" dirty="0" err="1"/>
              <a:t>leo</a:t>
            </a:r>
            <a:r>
              <a:rPr lang="en-US" dirty="0"/>
              <a:t> et </a:t>
            </a:r>
            <a:r>
              <a:rPr lang="en-US" dirty="0" err="1"/>
              <a:t>risus</a:t>
            </a:r>
            <a:r>
              <a:rPr lang="en-US" dirty="0"/>
              <a:t> </a:t>
            </a:r>
            <a:r>
              <a:rPr lang="en-US" dirty="0" err="1"/>
              <a:t>luctus</a:t>
            </a:r>
            <a:r>
              <a:rPr lang="en-US" dirty="0"/>
              <a:t> </a:t>
            </a:r>
            <a:r>
              <a:rPr lang="en-US" dirty="0" err="1"/>
              <a:t>gravida</a:t>
            </a:r>
            <a:r>
              <a:rPr lang="en-US" dirty="0"/>
              <a:t> </a:t>
            </a:r>
            <a:r>
              <a:rPr lang="en-US" dirty="0" err="1"/>
              <a:t>eu</a:t>
            </a:r>
            <a:r>
              <a:rPr lang="en-US" dirty="0"/>
              <a:t> at </a:t>
            </a:r>
            <a:r>
              <a:rPr lang="en-US" dirty="0" err="1"/>
              <a:t>urna</a:t>
            </a:r>
            <a:r>
              <a:rPr lang="en-US" dirty="0"/>
              <a:t>. </a:t>
            </a:r>
            <a:r>
              <a:rPr lang="en-US" dirty="0" err="1"/>
              <a:t>Vestibulum</a:t>
            </a:r>
            <a:r>
              <a:rPr lang="en-US" dirty="0"/>
              <a:t> </a:t>
            </a:r>
            <a:r>
              <a:rPr lang="en-US" dirty="0" err="1"/>
              <a:t>aliquet</a:t>
            </a:r>
            <a:r>
              <a:rPr lang="en-US" dirty="0"/>
              <a:t> quam nisi, et </a:t>
            </a:r>
            <a:r>
              <a:rPr lang="en-US" dirty="0" err="1"/>
              <a:t>viverra</a:t>
            </a:r>
            <a:r>
              <a:rPr lang="en-US" dirty="0"/>
              <a:t> </a:t>
            </a:r>
            <a:r>
              <a:rPr lang="en-US" dirty="0" err="1"/>
              <a:t>nibh</a:t>
            </a:r>
            <a:r>
              <a:rPr lang="en-US" dirty="0"/>
              <a:t> </a:t>
            </a:r>
            <a:r>
              <a:rPr lang="en-US" dirty="0" err="1"/>
              <a:t>interdum</a:t>
            </a:r>
            <a:r>
              <a:rPr lang="en-US" dirty="0"/>
              <a:t> id. Integer </a:t>
            </a:r>
            <a:r>
              <a:rPr lang="en-US" dirty="0" err="1"/>
              <a:t>pharetra</a:t>
            </a:r>
            <a:r>
              <a:rPr lang="en-US" dirty="0"/>
              <a:t> </a:t>
            </a:r>
            <a:r>
              <a:rPr lang="en-US" dirty="0" err="1"/>
              <a:t>tortor</a:t>
            </a:r>
            <a:r>
              <a:rPr lang="en-US" dirty="0"/>
              <a:t> et </a:t>
            </a:r>
            <a:r>
              <a:rPr lang="en-US" dirty="0" err="1"/>
              <a:t>pellentesque</a:t>
            </a:r>
            <a:r>
              <a:rPr lang="en-US" dirty="0"/>
              <a:t> </a:t>
            </a:r>
            <a:r>
              <a:rPr lang="en-US" dirty="0" err="1"/>
              <a:t>suscipit</a:t>
            </a:r>
            <a:r>
              <a:rPr lang="en-US" dirty="0"/>
              <a:t>. 0</a:t>
            </a:r>
          </a:p>
        </p:txBody>
      </p:sp>
      <p:sp>
        <p:nvSpPr>
          <p:cNvPr id="15" name="Text Placeholder 33"/>
          <p:cNvSpPr>
            <a:spLocks noGrp="1"/>
          </p:cNvSpPr>
          <p:nvPr>
            <p:ph type="body" sz="quarter" idx="15" hasCustomPrompt="1"/>
          </p:nvPr>
        </p:nvSpPr>
        <p:spPr>
          <a:xfrm>
            <a:off x="364597" y="5350933"/>
            <a:ext cx="3462337" cy="194733"/>
          </a:xfrm>
          <a:prstGeom prst="rect">
            <a:avLst/>
          </a:prstGeom>
        </p:spPr>
        <p:txBody>
          <a:bodyPr vert="horz" lIns="0" tIns="0" rIns="0" bIns="0">
            <a:noAutofit/>
          </a:bodyPr>
          <a:lstStyle>
            <a:lvl1pPr>
              <a:buFontTx/>
              <a:buNone/>
              <a:defRPr lang="en-US" sz="1200" dirty="0">
                <a:solidFill>
                  <a:srgbClr val="92D400"/>
                </a:solidFill>
                <a:latin typeface="Frutiger Next Pro Medium"/>
                <a:cs typeface="Frutiger Next Pro Medium"/>
              </a:defRPr>
            </a:lvl1pPr>
          </a:lstStyle>
          <a:p>
            <a:pPr marL="0" lvl="0" indent="0">
              <a:lnSpc>
                <a:spcPct val="90000"/>
              </a:lnSpc>
              <a:buFontTx/>
              <a:buNone/>
            </a:pPr>
            <a:r>
              <a:rPr lang="en-US" dirty="0"/>
              <a:t>Impact</a:t>
            </a:r>
          </a:p>
        </p:txBody>
      </p:sp>
      <p:sp>
        <p:nvSpPr>
          <p:cNvPr id="16" name="Content Placeholder 35"/>
          <p:cNvSpPr>
            <a:spLocks noGrp="1"/>
          </p:cNvSpPr>
          <p:nvPr>
            <p:ph sz="quarter" idx="16" hasCustomPrompt="1"/>
          </p:nvPr>
        </p:nvSpPr>
        <p:spPr>
          <a:xfrm>
            <a:off x="364069" y="5554133"/>
            <a:ext cx="3462866" cy="1015999"/>
          </a:xfrm>
          <a:prstGeom prst="rect">
            <a:avLst/>
          </a:prstGeom>
        </p:spPr>
        <p:txBody>
          <a:bodyPr vert="horz" lIns="0" tIns="0" rIns="0" bIns="0"/>
          <a:lstStyle>
            <a:lvl1pPr marL="0" indent="0">
              <a:lnSpc>
                <a:spcPct val="120000"/>
              </a:lnSpc>
              <a:buNone/>
              <a:defRPr lang="en-US" sz="800" b="0" i="0" kern="1200" dirty="0" err="1" smtClean="0">
                <a:solidFill>
                  <a:schemeClr val="bg1"/>
                </a:solidFill>
                <a:latin typeface="Frutiger Next Pro Light"/>
                <a:ea typeface="+mn-ea"/>
                <a:cs typeface="Frutiger Next Pro Light"/>
              </a:defRPr>
            </a:lvl1pPr>
          </a:lstStyle>
          <a:p>
            <a:r>
              <a:rPr lang="en-US" dirty="0"/>
              <a:t>Content goes here.. </a:t>
            </a:r>
            <a:r>
              <a:rPr lang="en-US" dirty="0" err="1"/>
              <a:t>pharetra</a:t>
            </a:r>
            <a:r>
              <a:rPr lang="en-US" dirty="0"/>
              <a:t> </a:t>
            </a:r>
            <a:r>
              <a:rPr lang="en-US" dirty="0" err="1"/>
              <a:t>vel</a:t>
            </a:r>
            <a:r>
              <a:rPr lang="en-US" dirty="0"/>
              <a:t> ligula id, </a:t>
            </a:r>
            <a:r>
              <a:rPr lang="en-US" dirty="0" err="1"/>
              <a:t>ullamcorper</a:t>
            </a:r>
            <a:r>
              <a:rPr lang="en-US" dirty="0"/>
              <a:t> </a:t>
            </a:r>
            <a:r>
              <a:rPr lang="en-US" dirty="0" err="1"/>
              <a:t>ultricies</a:t>
            </a:r>
            <a:r>
              <a:rPr lang="en-US" dirty="0"/>
              <a:t> </a:t>
            </a:r>
            <a:r>
              <a:rPr lang="en-US" dirty="0" err="1"/>
              <a:t>arcu</a:t>
            </a:r>
            <a:r>
              <a:rPr lang="en-US" dirty="0"/>
              <a:t>. </a:t>
            </a:r>
            <a:r>
              <a:rPr lang="en-US" dirty="0" err="1"/>
              <a:t>Fusce</a:t>
            </a:r>
            <a:r>
              <a:rPr lang="en-US" dirty="0"/>
              <a:t> </a:t>
            </a:r>
            <a:r>
              <a:rPr lang="en-US" dirty="0" err="1"/>
              <a:t>convallis</a:t>
            </a:r>
            <a:r>
              <a:rPr lang="en-US" dirty="0"/>
              <a:t> </a:t>
            </a:r>
            <a:r>
              <a:rPr lang="en-US" dirty="0" err="1"/>
              <a:t>rhoncus</a:t>
            </a:r>
            <a:r>
              <a:rPr lang="en-US" dirty="0"/>
              <a:t> </a:t>
            </a:r>
            <a:r>
              <a:rPr lang="en-US" dirty="0" err="1"/>
              <a:t>venenatis</a:t>
            </a:r>
            <a:r>
              <a:rPr lang="en-US" dirty="0"/>
              <a:t>. </a:t>
            </a:r>
            <a:r>
              <a:rPr lang="en-US" dirty="0" err="1"/>
              <a:t>Donec</a:t>
            </a:r>
            <a:r>
              <a:rPr lang="en-US" dirty="0"/>
              <a:t> </a:t>
            </a:r>
            <a:r>
              <a:rPr lang="en-US" dirty="0" err="1"/>
              <a:t>eget</a:t>
            </a:r>
            <a:r>
              <a:rPr lang="en-US" dirty="0"/>
              <a:t> </a:t>
            </a:r>
            <a:r>
              <a:rPr lang="en-US" dirty="0" err="1"/>
              <a:t>metus</a:t>
            </a:r>
            <a:r>
              <a:rPr lang="en-US" dirty="0"/>
              <a:t> ac </a:t>
            </a:r>
            <a:r>
              <a:rPr lang="en-US" dirty="0" err="1"/>
              <a:t>purus</a:t>
            </a:r>
            <a:r>
              <a:rPr lang="en-US" dirty="0"/>
              <a:t> </a:t>
            </a:r>
            <a:r>
              <a:rPr lang="en-US" dirty="0" err="1"/>
              <a:t>lobortis</a:t>
            </a:r>
            <a:r>
              <a:rPr lang="en-US" dirty="0"/>
              <a:t> </a:t>
            </a:r>
            <a:r>
              <a:rPr lang="en-US" dirty="0" err="1"/>
              <a:t>scelerisque</a:t>
            </a:r>
            <a:r>
              <a:rPr lang="en-US" dirty="0"/>
              <a:t>. </a:t>
            </a:r>
            <a:r>
              <a:rPr lang="en-US" dirty="0" err="1"/>
              <a:t>Duis</a:t>
            </a:r>
            <a:r>
              <a:rPr lang="en-US" dirty="0"/>
              <a:t> in </a:t>
            </a:r>
            <a:r>
              <a:rPr lang="en-US" dirty="0" err="1"/>
              <a:t>turpis</a:t>
            </a:r>
            <a:r>
              <a:rPr lang="en-US" dirty="0"/>
              <a:t> </a:t>
            </a:r>
            <a:r>
              <a:rPr lang="en-US" dirty="0" err="1"/>
              <a:t>elementum</a:t>
            </a:r>
            <a:r>
              <a:rPr lang="en-US" dirty="0"/>
              <a:t>, </a:t>
            </a:r>
            <a:r>
              <a:rPr lang="en-US" dirty="0" err="1"/>
              <a:t>vulputate</a:t>
            </a:r>
            <a:r>
              <a:rPr lang="en-US" dirty="0"/>
              <a:t> </a:t>
            </a:r>
            <a:r>
              <a:rPr lang="en-US" dirty="0" err="1"/>
              <a:t>mauris</a:t>
            </a:r>
            <a:r>
              <a:rPr lang="en-US" dirty="0"/>
              <a:t> et, </a:t>
            </a:r>
            <a:r>
              <a:rPr lang="en-US" dirty="0" err="1"/>
              <a:t>faucibus</a:t>
            </a:r>
            <a:r>
              <a:rPr lang="en-US" dirty="0"/>
              <a:t> </a:t>
            </a:r>
            <a:r>
              <a:rPr lang="en-US" dirty="0" err="1"/>
              <a:t>augue</a:t>
            </a:r>
            <a:r>
              <a:rPr lang="en-US" dirty="0"/>
              <a:t>. </a:t>
            </a:r>
            <a:r>
              <a:rPr lang="en-US" dirty="0" err="1"/>
              <a:t>Mauris</a:t>
            </a:r>
            <a:r>
              <a:rPr lang="en-US" dirty="0"/>
              <a:t> </a:t>
            </a:r>
            <a:r>
              <a:rPr lang="en-US" dirty="0" err="1"/>
              <a:t>ipsum</a:t>
            </a:r>
            <a:r>
              <a:rPr lang="en-US" dirty="0"/>
              <a:t> </a:t>
            </a:r>
            <a:r>
              <a:rPr lang="en-US" dirty="0" err="1"/>
              <a:t>elit</a:t>
            </a:r>
            <a:r>
              <a:rPr lang="en-US" dirty="0"/>
              <a:t>, </a:t>
            </a:r>
            <a:r>
              <a:rPr lang="en-US" dirty="0" err="1"/>
              <a:t>dapibus</a:t>
            </a:r>
            <a:r>
              <a:rPr lang="en-US" dirty="0"/>
              <a:t> </a:t>
            </a:r>
            <a:r>
              <a:rPr lang="en-US" dirty="0" err="1"/>
              <a:t>eu</a:t>
            </a:r>
            <a:r>
              <a:rPr lang="en-US" dirty="0"/>
              <a:t> </a:t>
            </a:r>
            <a:r>
              <a:rPr lang="en-US" dirty="0" err="1"/>
              <a:t>gravida</a:t>
            </a:r>
            <a:r>
              <a:rPr lang="en-US" dirty="0"/>
              <a:t> id, </a:t>
            </a:r>
            <a:r>
              <a:rPr lang="en-US" dirty="0" err="1"/>
              <a:t>elementum</a:t>
            </a:r>
            <a:r>
              <a:rPr lang="en-US" dirty="0"/>
              <a:t> </a:t>
            </a:r>
            <a:r>
              <a:rPr lang="en-US" dirty="0" err="1"/>
              <a:t>ut</a:t>
            </a:r>
            <a:r>
              <a:rPr lang="en-US" dirty="0"/>
              <a:t> </a:t>
            </a:r>
            <a:r>
              <a:rPr lang="en-US" dirty="0" err="1"/>
              <a:t>justo</a:t>
            </a:r>
            <a:r>
              <a:rPr lang="en-US" dirty="0"/>
              <a:t>. </a:t>
            </a:r>
            <a:r>
              <a:rPr lang="en-US" dirty="0" err="1"/>
              <a:t>Duis</a:t>
            </a:r>
            <a:r>
              <a:rPr lang="en-US" dirty="0"/>
              <a:t> </a:t>
            </a:r>
            <a:r>
              <a:rPr lang="en-US" dirty="0" err="1"/>
              <a:t>eu</a:t>
            </a:r>
            <a:r>
              <a:rPr lang="en-US" dirty="0"/>
              <a:t> </a:t>
            </a:r>
            <a:r>
              <a:rPr lang="en-US" dirty="0" err="1"/>
              <a:t>leo</a:t>
            </a:r>
            <a:r>
              <a:rPr lang="en-US" dirty="0"/>
              <a:t> et </a:t>
            </a:r>
            <a:r>
              <a:rPr lang="en-US" dirty="0" err="1"/>
              <a:t>risus</a:t>
            </a:r>
            <a:r>
              <a:rPr lang="en-US" dirty="0"/>
              <a:t> </a:t>
            </a:r>
            <a:r>
              <a:rPr lang="en-US" dirty="0" err="1"/>
              <a:t>luctus</a:t>
            </a:r>
            <a:r>
              <a:rPr lang="en-US" dirty="0"/>
              <a:t> </a:t>
            </a:r>
            <a:r>
              <a:rPr lang="en-US" dirty="0" err="1"/>
              <a:t>gravida</a:t>
            </a:r>
            <a:r>
              <a:rPr lang="en-US" dirty="0"/>
              <a:t> </a:t>
            </a:r>
            <a:r>
              <a:rPr lang="en-US" dirty="0" err="1"/>
              <a:t>eu</a:t>
            </a:r>
            <a:r>
              <a:rPr lang="en-US" dirty="0"/>
              <a:t> at </a:t>
            </a:r>
            <a:r>
              <a:rPr lang="en-US" dirty="0" err="1"/>
              <a:t>urna</a:t>
            </a:r>
            <a:r>
              <a:rPr lang="en-US" dirty="0"/>
              <a:t>. </a:t>
            </a:r>
            <a:r>
              <a:rPr lang="en-US" dirty="0" err="1"/>
              <a:t>Vestibulum</a:t>
            </a:r>
            <a:r>
              <a:rPr lang="en-US" dirty="0"/>
              <a:t> </a:t>
            </a:r>
            <a:r>
              <a:rPr lang="en-US" dirty="0" err="1"/>
              <a:t>aliquet</a:t>
            </a:r>
            <a:r>
              <a:rPr lang="en-US" dirty="0"/>
              <a:t> quam nisi, et </a:t>
            </a:r>
            <a:r>
              <a:rPr lang="en-US" dirty="0" err="1"/>
              <a:t>viverra</a:t>
            </a:r>
            <a:r>
              <a:rPr lang="en-US" dirty="0"/>
              <a:t> </a:t>
            </a:r>
            <a:r>
              <a:rPr lang="en-US" dirty="0" err="1"/>
              <a:t>nibh</a:t>
            </a:r>
            <a:r>
              <a:rPr lang="en-US" dirty="0"/>
              <a:t> </a:t>
            </a:r>
            <a:r>
              <a:rPr lang="en-US" dirty="0" err="1"/>
              <a:t>interdum</a:t>
            </a:r>
            <a:r>
              <a:rPr lang="en-US" dirty="0"/>
              <a:t> id. Integer </a:t>
            </a:r>
            <a:r>
              <a:rPr lang="en-US" dirty="0" err="1"/>
              <a:t>pharetra</a:t>
            </a:r>
            <a:r>
              <a:rPr lang="en-US" dirty="0"/>
              <a:t> </a:t>
            </a:r>
            <a:r>
              <a:rPr lang="en-US" dirty="0" err="1"/>
              <a:t>tortor</a:t>
            </a:r>
            <a:r>
              <a:rPr lang="en-US" dirty="0"/>
              <a:t> et </a:t>
            </a:r>
            <a:r>
              <a:rPr lang="en-US" dirty="0" err="1"/>
              <a:t>pellentesque</a:t>
            </a:r>
            <a:r>
              <a:rPr lang="en-US" dirty="0"/>
              <a:t> </a:t>
            </a:r>
            <a:r>
              <a:rPr lang="en-US" dirty="0" err="1"/>
              <a:t>suscipit</a:t>
            </a:r>
            <a:r>
              <a:rPr lang="en-US" dirty="0"/>
              <a:t>. 0</a:t>
            </a:r>
          </a:p>
        </p:txBody>
      </p:sp>
    </p:spTree>
    <p:extLst>
      <p:ext uri="{BB962C8B-B14F-4D97-AF65-F5344CB8AC3E}">
        <p14:creationId xmlns:p14="http://schemas.microsoft.com/office/powerpoint/2010/main" val="310624429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27280791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45204680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theme" Target="../theme/theme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image" Target="../media/image7.jpeg"/><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image" Target="../media/image6.jpe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image" Target="../media/image5.png"/><Relationship Id="rId5" Type="http://schemas.openxmlformats.org/officeDocument/2006/relationships/slideLayout" Target="../slideLayouts/slideLayout26.xml"/><Relationship Id="rId10" Type="http://schemas.openxmlformats.org/officeDocument/2006/relationships/image" Target="../media/image4.png"/><Relationship Id="rId4" Type="http://schemas.openxmlformats.org/officeDocument/2006/relationships/slideLayout" Target="../slideLayouts/slideLayout25.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theme" Target="../theme/theme4.xml"/><Relationship Id="rId5" Type="http://schemas.openxmlformats.org/officeDocument/2006/relationships/slideLayout" Target="../slideLayouts/slideLayout34.xml"/><Relationship Id="rId4" Type="http://schemas.openxmlformats.org/officeDocument/2006/relationships/slideLayout" Target="../slideLayouts/slideLayout33.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37.xml"/><Relationship Id="rId7" Type="http://schemas.openxmlformats.org/officeDocument/2006/relationships/slideLayout" Target="../slideLayouts/slideLayout41.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44.xml"/><Relationship Id="rId7" Type="http://schemas.openxmlformats.org/officeDocument/2006/relationships/theme" Target="../theme/theme6.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5" Type="http://schemas.openxmlformats.org/officeDocument/2006/relationships/slideLayout" Target="../slideLayouts/slideLayout46.xml"/><Relationship Id="rId4" Type="http://schemas.openxmlformats.org/officeDocument/2006/relationships/slideLayout" Target="../slideLayouts/slideLayout4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9090606"/>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72" r:id="rId3"/>
    <p:sldLayoutId id="2147483664" r:id="rId4"/>
    <p:sldLayoutId id="2147483673" r:id="rId5"/>
  </p:sldLayoutIdLst>
  <p:hf hdr="0" dt="0"/>
  <p:txStyles>
    <p:titleStyle>
      <a:lvl1pPr algn="l" defTabSz="914265" rtl="0" eaLnBrk="1" latinLnBrk="0" hangingPunct="1">
        <a:spcBef>
          <a:spcPct val="0"/>
        </a:spcBef>
        <a:buNone/>
        <a:defRPr sz="3200" b="1" kern="1200">
          <a:solidFill>
            <a:srgbClr val="1073AB"/>
          </a:solidFill>
          <a:latin typeface="+mj-lt"/>
          <a:ea typeface="+mj-ea"/>
          <a:cs typeface="+mj-cs"/>
        </a:defRPr>
      </a:lvl1pPr>
    </p:titleStyle>
    <p:bodyStyle>
      <a:lvl1pPr marL="0" indent="0" algn="l" defTabSz="914265" rtl="0" eaLnBrk="1" latinLnBrk="0" hangingPunct="1">
        <a:spcBef>
          <a:spcPct val="20000"/>
        </a:spcBef>
        <a:buFont typeface="Arial" pitchFamily="34" charset="0"/>
        <a:buNone/>
        <a:defRPr sz="2400" b="1" kern="1200">
          <a:solidFill>
            <a:srgbClr val="64B35F"/>
          </a:solidFill>
          <a:latin typeface="+mn-lt"/>
          <a:ea typeface="+mn-ea"/>
          <a:cs typeface="+mn-cs"/>
        </a:defRPr>
      </a:lvl1pPr>
      <a:lvl2pPr marL="457130" indent="-457130" algn="l" defTabSz="914265" rtl="0" eaLnBrk="1" latinLnBrk="0" hangingPunct="1">
        <a:spcBef>
          <a:spcPct val="20000"/>
        </a:spcBef>
        <a:buFontTx/>
        <a:buNone/>
        <a:defRPr sz="2000" kern="1200">
          <a:solidFill>
            <a:schemeClr val="tx1"/>
          </a:solidFill>
          <a:latin typeface="+mn-lt"/>
          <a:ea typeface="+mn-ea"/>
          <a:cs typeface="+mn-cs"/>
        </a:defRPr>
      </a:lvl2pPr>
      <a:lvl3pPr marL="628559" indent="-171426" algn="l" defTabSz="914265" rtl="0" eaLnBrk="1" latinLnBrk="0" hangingPunct="1">
        <a:spcBef>
          <a:spcPct val="20000"/>
        </a:spcBef>
        <a:buClr>
          <a:srgbClr val="1073AB"/>
        </a:buClr>
        <a:buSzPct val="110000"/>
        <a:buFont typeface="Arial" pitchFamily="34" charset="0"/>
        <a:buChar char="•"/>
        <a:defRPr sz="1800" b="1" kern="1200">
          <a:solidFill>
            <a:srgbClr val="1073AB"/>
          </a:solidFill>
          <a:latin typeface="+mn-lt"/>
          <a:ea typeface="+mn-ea"/>
          <a:cs typeface="+mn-cs"/>
        </a:defRPr>
      </a:lvl3pPr>
      <a:lvl4pPr marL="914265" indent="0" algn="l" defTabSz="914265" rtl="0" eaLnBrk="1" latinLnBrk="0" hangingPunct="1">
        <a:spcBef>
          <a:spcPct val="20000"/>
        </a:spcBef>
        <a:buFont typeface="Arial" pitchFamily="34" charset="0"/>
        <a:buNone/>
        <a:defRPr sz="1600" kern="1200">
          <a:solidFill>
            <a:schemeClr val="tx1"/>
          </a:solidFill>
          <a:latin typeface="+mn-lt"/>
          <a:ea typeface="+mn-ea"/>
          <a:cs typeface="+mn-cs"/>
        </a:defRPr>
      </a:lvl4pPr>
      <a:lvl5pPr marL="1371396" indent="-171426" algn="l" defTabSz="914265" rtl="0" eaLnBrk="1" latinLnBrk="0" hangingPunct="1">
        <a:spcBef>
          <a:spcPct val="20000"/>
        </a:spcBef>
        <a:buFont typeface="Arial" pitchFamily="34" charset="0"/>
        <a:buChar char="»"/>
        <a:defRPr sz="1400" kern="1200">
          <a:solidFill>
            <a:schemeClr val="tx1"/>
          </a:solidFill>
          <a:latin typeface="+mn-lt"/>
          <a:ea typeface="+mn-ea"/>
          <a:cs typeface="+mn-cs"/>
        </a:defRPr>
      </a:lvl5pPr>
      <a:lvl6pPr marL="2514222" indent="-228564" algn="l" defTabSz="91426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356" indent="-228564" algn="l" defTabSz="91426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487" indent="-228564" algn="l" defTabSz="91426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618" indent="-228564" algn="l" defTabSz="914265"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265" rtl="0" eaLnBrk="1" latinLnBrk="0" hangingPunct="1">
        <a:defRPr sz="1800" kern="1200">
          <a:solidFill>
            <a:schemeClr val="tx1"/>
          </a:solidFill>
          <a:latin typeface="+mn-lt"/>
          <a:ea typeface="+mn-ea"/>
          <a:cs typeface="+mn-cs"/>
        </a:defRPr>
      </a:lvl1pPr>
      <a:lvl2pPr marL="457130" algn="l" defTabSz="914265" rtl="0" eaLnBrk="1" latinLnBrk="0" hangingPunct="1">
        <a:defRPr sz="1800" kern="1200">
          <a:solidFill>
            <a:schemeClr val="tx1"/>
          </a:solidFill>
          <a:latin typeface="+mn-lt"/>
          <a:ea typeface="+mn-ea"/>
          <a:cs typeface="+mn-cs"/>
        </a:defRPr>
      </a:lvl2pPr>
      <a:lvl3pPr marL="914265" algn="l" defTabSz="914265" rtl="0" eaLnBrk="1" latinLnBrk="0" hangingPunct="1">
        <a:defRPr sz="1800" kern="1200">
          <a:solidFill>
            <a:schemeClr val="tx1"/>
          </a:solidFill>
          <a:latin typeface="+mn-lt"/>
          <a:ea typeface="+mn-ea"/>
          <a:cs typeface="+mn-cs"/>
        </a:defRPr>
      </a:lvl3pPr>
      <a:lvl4pPr marL="1371396" algn="l" defTabSz="914265" rtl="0" eaLnBrk="1" latinLnBrk="0" hangingPunct="1">
        <a:defRPr sz="1800" kern="1200">
          <a:solidFill>
            <a:schemeClr val="tx1"/>
          </a:solidFill>
          <a:latin typeface="+mn-lt"/>
          <a:ea typeface="+mn-ea"/>
          <a:cs typeface="+mn-cs"/>
        </a:defRPr>
      </a:lvl4pPr>
      <a:lvl5pPr marL="1828529" algn="l" defTabSz="914265" rtl="0" eaLnBrk="1" latinLnBrk="0" hangingPunct="1">
        <a:defRPr sz="1800" kern="1200">
          <a:solidFill>
            <a:schemeClr val="tx1"/>
          </a:solidFill>
          <a:latin typeface="+mn-lt"/>
          <a:ea typeface="+mn-ea"/>
          <a:cs typeface="+mn-cs"/>
        </a:defRPr>
      </a:lvl5pPr>
      <a:lvl6pPr marL="2285658" algn="l" defTabSz="914265" rtl="0" eaLnBrk="1" latinLnBrk="0" hangingPunct="1">
        <a:defRPr sz="1800" kern="1200">
          <a:solidFill>
            <a:schemeClr val="tx1"/>
          </a:solidFill>
          <a:latin typeface="+mn-lt"/>
          <a:ea typeface="+mn-ea"/>
          <a:cs typeface="+mn-cs"/>
        </a:defRPr>
      </a:lvl6pPr>
      <a:lvl7pPr marL="2742788" algn="l" defTabSz="914265" rtl="0" eaLnBrk="1" latinLnBrk="0" hangingPunct="1">
        <a:defRPr sz="1800" kern="1200">
          <a:solidFill>
            <a:schemeClr val="tx1"/>
          </a:solidFill>
          <a:latin typeface="+mn-lt"/>
          <a:ea typeface="+mn-ea"/>
          <a:cs typeface="+mn-cs"/>
        </a:defRPr>
      </a:lvl7pPr>
      <a:lvl8pPr marL="3199920" algn="l" defTabSz="914265" rtl="0" eaLnBrk="1" latinLnBrk="0" hangingPunct="1">
        <a:defRPr sz="1800" kern="1200">
          <a:solidFill>
            <a:schemeClr val="tx1"/>
          </a:solidFill>
          <a:latin typeface="+mn-lt"/>
          <a:ea typeface="+mn-ea"/>
          <a:cs typeface="+mn-cs"/>
        </a:defRPr>
      </a:lvl8pPr>
      <a:lvl9pPr marL="3657052" algn="l" defTabSz="91426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8"/>
          <p:cNvSpPr>
            <a:spLocks noGrp="1" noChangeArrowheads="1"/>
          </p:cNvSpPr>
          <p:nvPr>
            <p:ph type="title"/>
          </p:nvPr>
        </p:nvSpPr>
        <p:spPr bwMode="auto">
          <a:xfrm>
            <a:off x="601134" y="379414"/>
            <a:ext cx="10968567" cy="64928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US"/>
              <a:t>Click to edit Master title style</a:t>
            </a:r>
          </a:p>
        </p:txBody>
      </p:sp>
      <p:sp>
        <p:nvSpPr>
          <p:cNvPr id="4099" name="Rectangle 9"/>
          <p:cNvSpPr>
            <a:spLocks noGrp="1" noChangeArrowheads="1"/>
          </p:cNvSpPr>
          <p:nvPr>
            <p:ph type="body" idx="1"/>
          </p:nvPr>
        </p:nvSpPr>
        <p:spPr bwMode="auto">
          <a:xfrm>
            <a:off x="609600" y="1436688"/>
            <a:ext cx="10964333" cy="4729162"/>
          </a:xfrm>
          <a:prstGeom prst="rect">
            <a:avLst/>
          </a:prstGeom>
          <a:noFill/>
          <a:ln w="9525">
            <a:noFill/>
            <a:miter lim="800000"/>
            <a:headEnd/>
            <a:tailEnd/>
          </a:ln>
        </p:spPr>
        <p:txBody>
          <a:bodyPr vert="horz" wrap="square" lIns="0" tIns="46038" rIns="0"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101" name="Group 229"/>
          <p:cNvGrpSpPr>
            <a:grpSpLocks/>
          </p:cNvGrpSpPr>
          <p:nvPr/>
        </p:nvGrpSpPr>
        <p:grpSpPr bwMode="auto">
          <a:xfrm>
            <a:off x="622300" y="1111250"/>
            <a:ext cx="10905067" cy="19050"/>
            <a:chOff x="290" y="806"/>
            <a:chExt cx="5152" cy="12"/>
          </a:xfrm>
        </p:grpSpPr>
        <p:sp>
          <p:nvSpPr>
            <p:cNvPr id="1032" name="Oval 230"/>
            <p:cNvSpPr>
              <a:spLocks noChangeArrowheads="1"/>
            </p:cNvSpPr>
            <p:nvPr userDrawn="1"/>
          </p:nvSpPr>
          <p:spPr bwMode="auto">
            <a:xfrm>
              <a:off x="29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33" name="Oval 231"/>
            <p:cNvSpPr>
              <a:spLocks noChangeArrowheads="1"/>
            </p:cNvSpPr>
            <p:nvPr userDrawn="1"/>
          </p:nvSpPr>
          <p:spPr bwMode="auto">
            <a:xfrm>
              <a:off x="35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 name="Oval 232"/>
            <p:cNvSpPr>
              <a:spLocks noChangeArrowheads="1"/>
            </p:cNvSpPr>
            <p:nvPr userDrawn="1"/>
          </p:nvSpPr>
          <p:spPr bwMode="auto">
            <a:xfrm>
              <a:off x="41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35" name="Oval 233"/>
            <p:cNvSpPr>
              <a:spLocks noChangeArrowheads="1"/>
            </p:cNvSpPr>
            <p:nvPr userDrawn="1"/>
          </p:nvSpPr>
          <p:spPr bwMode="auto">
            <a:xfrm>
              <a:off x="47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36" name="Oval 234"/>
            <p:cNvSpPr>
              <a:spLocks noChangeArrowheads="1"/>
            </p:cNvSpPr>
            <p:nvPr userDrawn="1"/>
          </p:nvSpPr>
          <p:spPr bwMode="auto">
            <a:xfrm>
              <a:off x="53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37" name="Oval 235"/>
            <p:cNvSpPr>
              <a:spLocks noChangeArrowheads="1"/>
            </p:cNvSpPr>
            <p:nvPr userDrawn="1"/>
          </p:nvSpPr>
          <p:spPr bwMode="auto">
            <a:xfrm>
              <a:off x="60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38" name="Oval 236"/>
            <p:cNvSpPr>
              <a:spLocks noChangeArrowheads="1"/>
            </p:cNvSpPr>
            <p:nvPr userDrawn="1"/>
          </p:nvSpPr>
          <p:spPr bwMode="auto">
            <a:xfrm>
              <a:off x="66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39" name="Oval 237"/>
            <p:cNvSpPr>
              <a:spLocks noChangeArrowheads="1"/>
            </p:cNvSpPr>
            <p:nvPr userDrawn="1"/>
          </p:nvSpPr>
          <p:spPr bwMode="auto">
            <a:xfrm>
              <a:off x="72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0" name="Oval 238"/>
            <p:cNvSpPr>
              <a:spLocks noChangeArrowheads="1"/>
            </p:cNvSpPr>
            <p:nvPr userDrawn="1"/>
          </p:nvSpPr>
          <p:spPr bwMode="auto">
            <a:xfrm>
              <a:off x="78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1" name="Oval 239"/>
            <p:cNvSpPr>
              <a:spLocks noChangeArrowheads="1"/>
            </p:cNvSpPr>
            <p:nvPr userDrawn="1"/>
          </p:nvSpPr>
          <p:spPr bwMode="auto">
            <a:xfrm>
              <a:off x="84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2" name="Oval 240"/>
            <p:cNvSpPr>
              <a:spLocks noChangeArrowheads="1"/>
            </p:cNvSpPr>
            <p:nvPr userDrawn="1"/>
          </p:nvSpPr>
          <p:spPr bwMode="auto">
            <a:xfrm>
              <a:off x="91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3" name="Oval 241"/>
            <p:cNvSpPr>
              <a:spLocks noChangeArrowheads="1"/>
            </p:cNvSpPr>
            <p:nvPr userDrawn="1"/>
          </p:nvSpPr>
          <p:spPr bwMode="auto">
            <a:xfrm>
              <a:off x="97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4" name="Oval 242"/>
            <p:cNvSpPr>
              <a:spLocks noChangeArrowheads="1"/>
            </p:cNvSpPr>
            <p:nvPr userDrawn="1"/>
          </p:nvSpPr>
          <p:spPr bwMode="auto">
            <a:xfrm>
              <a:off x="103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5" name="Oval 243"/>
            <p:cNvSpPr>
              <a:spLocks noChangeArrowheads="1"/>
            </p:cNvSpPr>
            <p:nvPr userDrawn="1"/>
          </p:nvSpPr>
          <p:spPr bwMode="auto">
            <a:xfrm>
              <a:off x="109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6" name="Oval 244"/>
            <p:cNvSpPr>
              <a:spLocks noChangeArrowheads="1"/>
            </p:cNvSpPr>
            <p:nvPr userDrawn="1"/>
          </p:nvSpPr>
          <p:spPr bwMode="auto">
            <a:xfrm>
              <a:off x="115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7" name="Oval 245"/>
            <p:cNvSpPr>
              <a:spLocks noChangeArrowheads="1"/>
            </p:cNvSpPr>
            <p:nvPr userDrawn="1"/>
          </p:nvSpPr>
          <p:spPr bwMode="auto">
            <a:xfrm>
              <a:off x="122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8" name="Oval 246"/>
            <p:cNvSpPr>
              <a:spLocks noChangeArrowheads="1"/>
            </p:cNvSpPr>
            <p:nvPr userDrawn="1"/>
          </p:nvSpPr>
          <p:spPr bwMode="auto">
            <a:xfrm>
              <a:off x="128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9" name="Oval 247"/>
            <p:cNvSpPr>
              <a:spLocks noChangeArrowheads="1"/>
            </p:cNvSpPr>
            <p:nvPr userDrawn="1"/>
          </p:nvSpPr>
          <p:spPr bwMode="auto">
            <a:xfrm>
              <a:off x="134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0" name="Oval 248"/>
            <p:cNvSpPr>
              <a:spLocks noChangeArrowheads="1"/>
            </p:cNvSpPr>
            <p:nvPr userDrawn="1"/>
          </p:nvSpPr>
          <p:spPr bwMode="auto">
            <a:xfrm>
              <a:off x="140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1" name="Oval 249"/>
            <p:cNvSpPr>
              <a:spLocks noChangeArrowheads="1"/>
            </p:cNvSpPr>
            <p:nvPr userDrawn="1"/>
          </p:nvSpPr>
          <p:spPr bwMode="auto">
            <a:xfrm>
              <a:off x="146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2" name="Oval 250"/>
            <p:cNvSpPr>
              <a:spLocks noChangeArrowheads="1"/>
            </p:cNvSpPr>
            <p:nvPr userDrawn="1"/>
          </p:nvSpPr>
          <p:spPr bwMode="auto">
            <a:xfrm>
              <a:off x="152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3" name="Oval 251"/>
            <p:cNvSpPr>
              <a:spLocks noChangeArrowheads="1"/>
            </p:cNvSpPr>
            <p:nvPr userDrawn="1"/>
          </p:nvSpPr>
          <p:spPr bwMode="auto">
            <a:xfrm>
              <a:off x="158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4" name="Oval 252"/>
            <p:cNvSpPr>
              <a:spLocks noChangeArrowheads="1"/>
            </p:cNvSpPr>
            <p:nvPr userDrawn="1"/>
          </p:nvSpPr>
          <p:spPr bwMode="auto">
            <a:xfrm>
              <a:off x="164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5" name="Oval 253"/>
            <p:cNvSpPr>
              <a:spLocks noChangeArrowheads="1"/>
            </p:cNvSpPr>
            <p:nvPr userDrawn="1"/>
          </p:nvSpPr>
          <p:spPr bwMode="auto">
            <a:xfrm>
              <a:off x="170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6" name="Oval 254"/>
            <p:cNvSpPr>
              <a:spLocks noChangeArrowheads="1"/>
            </p:cNvSpPr>
            <p:nvPr userDrawn="1"/>
          </p:nvSpPr>
          <p:spPr bwMode="auto">
            <a:xfrm>
              <a:off x="177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7" name="Oval 255"/>
            <p:cNvSpPr>
              <a:spLocks noChangeArrowheads="1"/>
            </p:cNvSpPr>
            <p:nvPr userDrawn="1"/>
          </p:nvSpPr>
          <p:spPr bwMode="auto">
            <a:xfrm>
              <a:off x="183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8" name="Oval 256"/>
            <p:cNvSpPr>
              <a:spLocks noChangeArrowheads="1"/>
            </p:cNvSpPr>
            <p:nvPr userDrawn="1"/>
          </p:nvSpPr>
          <p:spPr bwMode="auto">
            <a:xfrm>
              <a:off x="189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9" name="Oval 257"/>
            <p:cNvSpPr>
              <a:spLocks noChangeArrowheads="1"/>
            </p:cNvSpPr>
            <p:nvPr userDrawn="1"/>
          </p:nvSpPr>
          <p:spPr bwMode="auto">
            <a:xfrm>
              <a:off x="195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0" name="Oval 258"/>
            <p:cNvSpPr>
              <a:spLocks noChangeArrowheads="1"/>
            </p:cNvSpPr>
            <p:nvPr userDrawn="1"/>
          </p:nvSpPr>
          <p:spPr bwMode="auto">
            <a:xfrm>
              <a:off x="201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1" name="Oval 259"/>
            <p:cNvSpPr>
              <a:spLocks noChangeArrowheads="1"/>
            </p:cNvSpPr>
            <p:nvPr userDrawn="1"/>
          </p:nvSpPr>
          <p:spPr bwMode="auto">
            <a:xfrm>
              <a:off x="207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2" name="Oval 260"/>
            <p:cNvSpPr>
              <a:spLocks noChangeArrowheads="1"/>
            </p:cNvSpPr>
            <p:nvPr userDrawn="1"/>
          </p:nvSpPr>
          <p:spPr bwMode="auto">
            <a:xfrm>
              <a:off x="213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3" name="Oval 261"/>
            <p:cNvSpPr>
              <a:spLocks noChangeArrowheads="1"/>
            </p:cNvSpPr>
            <p:nvPr userDrawn="1"/>
          </p:nvSpPr>
          <p:spPr bwMode="auto">
            <a:xfrm>
              <a:off x="219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4" name="Oval 262"/>
            <p:cNvSpPr>
              <a:spLocks noChangeArrowheads="1"/>
            </p:cNvSpPr>
            <p:nvPr userDrawn="1"/>
          </p:nvSpPr>
          <p:spPr bwMode="auto">
            <a:xfrm>
              <a:off x="225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5" name="Oval 263"/>
            <p:cNvSpPr>
              <a:spLocks noChangeArrowheads="1"/>
            </p:cNvSpPr>
            <p:nvPr userDrawn="1"/>
          </p:nvSpPr>
          <p:spPr bwMode="auto">
            <a:xfrm>
              <a:off x="231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6" name="Oval 264"/>
            <p:cNvSpPr>
              <a:spLocks noChangeArrowheads="1"/>
            </p:cNvSpPr>
            <p:nvPr userDrawn="1"/>
          </p:nvSpPr>
          <p:spPr bwMode="auto">
            <a:xfrm>
              <a:off x="238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7" name="Oval 265"/>
            <p:cNvSpPr>
              <a:spLocks noChangeArrowheads="1"/>
            </p:cNvSpPr>
            <p:nvPr userDrawn="1"/>
          </p:nvSpPr>
          <p:spPr bwMode="auto">
            <a:xfrm>
              <a:off x="244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8" name="Oval 266"/>
            <p:cNvSpPr>
              <a:spLocks noChangeArrowheads="1"/>
            </p:cNvSpPr>
            <p:nvPr userDrawn="1"/>
          </p:nvSpPr>
          <p:spPr bwMode="auto">
            <a:xfrm>
              <a:off x="250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9" name="Oval 267"/>
            <p:cNvSpPr>
              <a:spLocks noChangeArrowheads="1"/>
            </p:cNvSpPr>
            <p:nvPr userDrawn="1"/>
          </p:nvSpPr>
          <p:spPr bwMode="auto">
            <a:xfrm>
              <a:off x="256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0" name="Oval 268"/>
            <p:cNvSpPr>
              <a:spLocks noChangeArrowheads="1"/>
            </p:cNvSpPr>
            <p:nvPr userDrawn="1"/>
          </p:nvSpPr>
          <p:spPr bwMode="auto">
            <a:xfrm>
              <a:off x="262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1" name="Oval 269"/>
            <p:cNvSpPr>
              <a:spLocks noChangeArrowheads="1"/>
            </p:cNvSpPr>
            <p:nvPr userDrawn="1"/>
          </p:nvSpPr>
          <p:spPr bwMode="auto">
            <a:xfrm>
              <a:off x="268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2" name="Oval 270"/>
            <p:cNvSpPr>
              <a:spLocks noChangeArrowheads="1"/>
            </p:cNvSpPr>
            <p:nvPr userDrawn="1"/>
          </p:nvSpPr>
          <p:spPr bwMode="auto">
            <a:xfrm>
              <a:off x="274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3" name="Oval 271"/>
            <p:cNvSpPr>
              <a:spLocks noChangeArrowheads="1"/>
            </p:cNvSpPr>
            <p:nvPr userDrawn="1"/>
          </p:nvSpPr>
          <p:spPr bwMode="auto">
            <a:xfrm>
              <a:off x="280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4" name="Oval 272"/>
            <p:cNvSpPr>
              <a:spLocks noChangeArrowheads="1"/>
            </p:cNvSpPr>
            <p:nvPr userDrawn="1"/>
          </p:nvSpPr>
          <p:spPr bwMode="auto">
            <a:xfrm>
              <a:off x="286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5" name="Oval 273"/>
            <p:cNvSpPr>
              <a:spLocks noChangeArrowheads="1"/>
            </p:cNvSpPr>
            <p:nvPr userDrawn="1"/>
          </p:nvSpPr>
          <p:spPr bwMode="auto">
            <a:xfrm>
              <a:off x="292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6" name="Oval 274"/>
            <p:cNvSpPr>
              <a:spLocks noChangeArrowheads="1"/>
            </p:cNvSpPr>
            <p:nvPr userDrawn="1"/>
          </p:nvSpPr>
          <p:spPr bwMode="auto">
            <a:xfrm>
              <a:off x="299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7" name="Oval 275"/>
            <p:cNvSpPr>
              <a:spLocks noChangeArrowheads="1"/>
            </p:cNvSpPr>
            <p:nvPr userDrawn="1"/>
          </p:nvSpPr>
          <p:spPr bwMode="auto">
            <a:xfrm>
              <a:off x="305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8" name="Oval 276"/>
            <p:cNvSpPr>
              <a:spLocks noChangeArrowheads="1"/>
            </p:cNvSpPr>
            <p:nvPr userDrawn="1"/>
          </p:nvSpPr>
          <p:spPr bwMode="auto">
            <a:xfrm>
              <a:off x="311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9" name="Oval 277"/>
            <p:cNvSpPr>
              <a:spLocks noChangeArrowheads="1"/>
            </p:cNvSpPr>
            <p:nvPr userDrawn="1"/>
          </p:nvSpPr>
          <p:spPr bwMode="auto">
            <a:xfrm>
              <a:off x="317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0" name="Oval 278"/>
            <p:cNvSpPr>
              <a:spLocks noChangeArrowheads="1"/>
            </p:cNvSpPr>
            <p:nvPr userDrawn="1"/>
          </p:nvSpPr>
          <p:spPr bwMode="auto">
            <a:xfrm>
              <a:off x="323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1" name="Oval 279"/>
            <p:cNvSpPr>
              <a:spLocks noChangeArrowheads="1"/>
            </p:cNvSpPr>
            <p:nvPr userDrawn="1"/>
          </p:nvSpPr>
          <p:spPr bwMode="auto">
            <a:xfrm>
              <a:off x="329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2" name="Oval 280"/>
            <p:cNvSpPr>
              <a:spLocks noChangeArrowheads="1"/>
            </p:cNvSpPr>
            <p:nvPr userDrawn="1"/>
          </p:nvSpPr>
          <p:spPr bwMode="auto">
            <a:xfrm>
              <a:off x="335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3" name="Oval 281"/>
            <p:cNvSpPr>
              <a:spLocks noChangeArrowheads="1"/>
            </p:cNvSpPr>
            <p:nvPr userDrawn="1"/>
          </p:nvSpPr>
          <p:spPr bwMode="auto">
            <a:xfrm>
              <a:off x="341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4" name="Oval 282"/>
            <p:cNvSpPr>
              <a:spLocks noChangeArrowheads="1"/>
            </p:cNvSpPr>
            <p:nvPr userDrawn="1"/>
          </p:nvSpPr>
          <p:spPr bwMode="auto">
            <a:xfrm>
              <a:off x="347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5" name="Oval 283"/>
            <p:cNvSpPr>
              <a:spLocks noChangeArrowheads="1"/>
            </p:cNvSpPr>
            <p:nvPr userDrawn="1"/>
          </p:nvSpPr>
          <p:spPr bwMode="auto">
            <a:xfrm>
              <a:off x="353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6" name="Oval 284"/>
            <p:cNvSpPr>
              <a:spLocks noChangeArrowheads="1"/>
            </p:cNvSpPr>
            <p:nvPr userDrawn="1"/>
          </p:nvSpPr>
          <p:spPr bwMode="auto">
            <a:xfrm>
              <a:off x="360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7" name="Oval 285"/>
            <p:cNvSpPr>
              <a:spLocks noChangeArrowheads="1"/>
            </p:cNvSpPr>
            <p:nvPr userDrawn="1"/>
          </p:nvSpPr>
          <p:spPr bwMode="auto">
            <a:xfrm>
              <a:off x="366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8" name="Oval 286"/>
            <p:cNvSpPr>
              <a:spLocks noChangeArrowheads="1"/>
            </p:cNvSpPr>
            <p:nvPr userDrawn="1"/>
          </p:nvSpPr>
          <p:spPr bwMode="auto">
            <a:xfrm>
              <a:off x="372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9" name="Oval 287"/>
            <p:cNvSpPr>
              <a:spLocks noChangeArrowheads="1"/>
            </p:cNvSpPr>
            <p:nvPr userDrawn="1"/>
          </p:nvSpPr>
          <p:spPr bwMode="auto">
            <a:xfrm>
              <a:off x="378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0" name="Oval 288"/>
            <p:cNvSpPr>
              <a:spLocks noChangeArrowheads="1"/>
            </p:cNvSpPr>
            <p:nvPr userDrawn="1"/>
          </p:nvSpPr>
          <p:spPr bwMode="auto">
            <a:xfrm>
              <a:off x="384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1" name="Oval 289"/>
            <p:cNvSpPr>
              <a:spLocks noChangeArrowheads="1"/>
            </p:cNvSpPr>
            <p:nvPr userDrawn="1"/>
          </p:nvSpPr>
          <p:spPr bwMode="auto">
            <a:xfrm>
              <a:off x="390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2" name="Oval 290"/>
            <p:cNvSpPr>
              <a:spLocks noChangeArrowheads="1"/>
            </p:cNvSpPr>
            <p:nvPr userDrawn="1"/>
          </p:nvSpPr>
          <p:spPr bwMode="auto">
            <a:xfrm>
              <a:off x="396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3" name="Oval 291"/>
            <p:cNvSpPr>
              <a:spLocks noChangeArrowheads="1"/>
            </p:cNvSpPr>
            <p:nvPr userDrawn="1"/>
          </p:nvSpPr>
          <p:spPr bwMode="auto">
            <a:xfrm>
              <a:off x="402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4" name="Oval 292"/>
            <p:cNvSpPr>
              <a:spLocks noChangeArrowheads="1"/>
            </p:cNvSpPr>
            <p:nvPr userDrawn="1"/>
          </p:nvSpPr>
          <p:spPr bwMode="auto">
            <a:xfrm>
              <a:off x="408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5" name="Oval 293"/>
            <p:cNvSpPr>
              <a:spLocks noChangeArrowheads="1"/>
            </p:cNvSpPr>
            <p:nvPr userDrawn="1"/>
          </p:nvSpPr>
          <p:spPr bwMode="auto">
            <a:xfrm>
              <a:off x="414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6" name="Oval 294"/>
            <p:cNvSpPr>
              <a:spLocks noChangeArrowheads="1"/>
            </p:cNvSpPr>
            <p:nvPr userDrawn="1"/>
          </p:nvSpPr>
          <p:spPr bwMode="auto">
            <a:xfrm>
              <a:off x="421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7" name="Oval 295"/>
            <p:cNvSpPr>
              <a:spLocks noChangeArrowheads="1"/>
            </p:cNvSpPr>
            <p:nvPr userDrawn="1"/>
          </p:nvSpPr>
          <p:spPr bwMode="auto">
            <a:xfrm>
              <a:off x="427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8" name="Oval 296"/>
            <p:cNvSpPr>
              <a:spLocks noChangeArrowheads="1"/>
            </p:cNvSpPr>
            <p:nvPr userDrawn="1"/>
          </p:nvSpPr>
          <p:spPr bwMode="auto">
            <a:xfrm>
              <a:off x="433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9" name="Oval 297"/>
            <p:cNvSpPr>
              <a:spLocks noChangeArrowheads="1"/>
            </p:cNvSpPr>
            <p:nvPr userDrawn="1"/>
          </p:nvSpPr>
          <p:spPr bwMode="auto">
            <a:xfrm>
              <a:off x="439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0" name="Oval 298"/>
            <p:cNvSpPr>
              <a:spLocks noChangeArrowheads="1"/>
            </p:cNvSpPr>
            <p:nvPr userDrawn="1"/>
          </p:nvSpPr>
          <p:spPr bwMode="auto">
            <a:xfrm>
              <a:off x="445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1" name="Oval 299"/>
            <p:cNvSpPr>
              <a:spLocks noChangeArrowheads="1"/>
            </p:cNvSpPr>
            <p:nvPr userDrawn="1"/>
          </p:nvSpPr>
          <p:spPr bwMode="auto">
            <a:xfrm>
              <a:off x="451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2" name="Oval 300"/>
            <p:cNvSpPr>
              <a:spLocks noChangeArrowheads="1"/>
            </p:cNvSpPr>
            <p:nvPr userDrawn="1"/>
          </p:nvSpPr>
          <p:spPr bwMode="auto">
            <a:xfrm>
              <a:off x="457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3" name="Oval 301"/>
            <p:cNvSpPr>
              <a:spLocks noChangeArrowheads="1"/>
            </p:cNvSpPr>
            <p:nvPr userDrawn="1"/>
          </p:nvSpPr>
          <p:spPr bwMode="auto">
            <a:xfrm>
              <a:off x="463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4" name="Oval 302"/>
            <p:cNvSpPr>
              <a:spLocks noChangeArrowheads="1"/>
            </p:cNvSpPr>
            <p:nvPr userDrawn="1"/>
          </p:nvSpPr>
          <p:spPr bwMode="auto">
            <a:xfrm>
              <a:off x="469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5" name="Oval 303"/>
            <p:cNvSpPr>
              <a:spLocks noChangeArrowheads="1"/>
            </p:cNvSpPr>
            <p:nvPr userDrawn="1"/>
          </p:nvSpPr>
          <p:spPr bwMode="auto">
            <a:xfrm>
              <a:off x="475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6" name="Oval 304"/>
            <p:cNvSpPr>
              <a:spLocks noChangeArrowheads="1"/>
            </p:cNvSpPr>
            <p:nvPr userDrawn="1"/>
          </p:nvSpPr>
          <p:spPr bwMode="auto">
            <a:xfrm>
              <a:off x="482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7" name="Oval 305"/>
            <p:cNvSpPr>
              <a:spLocks noChangeArrowheads="1"/>
            </p:cNvSpPr>
            <p:nvPr userDrawn="1"/>
          </p:nvSpPr>
          <p:spPr bwMode="auto">
            <a:xfrm>
              <a:off x="488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8" name="Oval 306"/>
            <p:cNvSpPr>
              <a:spLocks noChangeArrowheads="1"/>
            </p:cNvSpPr>
            <p:nvPr userDrawn="1"/>
          </p:nvSpPr>
          <p:spPr bwMode="auto">
            <a:xfrm>
              <a:off x="494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9" name="Oval 307"/>
            <p:cNvSpPr>
              <a:spLocks noChangeArrowheads="1"/>
            </p:cNvSpPr>
            <p:nvPr userDrawn="1"/>
          </p:nvSpPr>
          <p:spPr bwMode="auto">
            <a:xfrm>
              <a:off x="500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10" name="Oval 308"/>
            <p:cNvSpPr>
              <a:spLocks noChangeArrowheads="1"/>
            </p:cNvSpPr>
            <p:nvPr userDrawn="1"/>
          </p:nvSpPr>
          <p:spPr bwMode="auto">
            <a:xfrm>
              <a:off x="506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11" name="Oval 309"/>
            <p:cNvSpPr>
              <a:spLocks noChangeArrowheads="1"/>
            </p:cNvSpPr>
            <p:nvPr userDrawn="1"/>
          </p:nvSpPr>
          <p:spPr bwMode="auto">
            <a:xfrm>
              <a:off x="512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12" name="Oval 310"/>
            <p:cNvSpPr>
              <a:spLocks noChangeArrowheads="1"/>
            </p:cNvSpPr>
            <p:nvPr userDrawn="1"/>
          </p:nvSpPr>
          <p:spPr bwMode="auto">
            <a:xfrm>
              <a:off x="518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13" name="Oval 311"/>
            <p:cNvSpPr>
              <a:spLocks noChangeArrowheads="1"/>
            </p:cNvSpPr>
            <p:nvPr userDrawn="1"/>
          </p:nvSpPr>
          <p:spPr bwMode="auto">
            <a:xfrm>
              <a:off x="524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14" name="Oval 312"/>
            <p:cNvSpPr>
              <a:spLocks noChangeArrowheads="1"/>
            </p:cNvSpPr>
            <p:nvPr userDrawn="1"/>
          </p:nvSpPr>
          <p:spPr bwMode="auto">
            <a:xfrm>
              <a:off x="530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15" name="Oval 313"/>
            <p:cNvSpPr>
              <a:spLocks noChangeArrowheads="1"/>
            </p:cNvSpPr>
            <p:nvPr userDrawn="1"/>
          </p:nvSpPr>
          <p:spPr bwMode="auto">
            <a:xfrm>
              <a:off x="536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16" name="Oval 314"/>
            <p:cNvSpPr>
              <a:spLocks noChangeArrowheads="1"/>
            </p:cNvSpPr>
            <p:nvPr userDrawn="1"/>
          </p:nvSpPr>
          <p:spPr bwMode="auto">
            <a:xfrm>
              <a:off x="543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grpSp>
    </p:spTree>
    <p:extLst>
      <p:ext uri="{BB962C8B-B14F-4D97-AF65-F5344CB8AC3E}">
        <p14:creationId xmlns:p14="http://schemas.microsoft.com/office/powerpoint/2010/main" val="211239535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9" r:id="rId14"/>
    <p:sldLayoutId id="2147483690" r:id="rId15"/>
    <p:sldLayoutId id="2147483691" r:id="rId16"/>
  </p:sldLayoutIdLst>
  <p:hf sldNum="0" hdr="0" ftr="0" dt="0"/>
  <p:txStyles>
    <p:titleStyle>
      <a:lvl1pPr algn="l" rtl="0" eaLnBrk="1" fontAlgn="base" hangingPunct="1">
        <a:spcBef>
          <a:spcPct val="0"/>
        </a:spcBef>
        <a:spcAft>
          <a:spcPct val="0"/>
        </a:spcAft>
        <a:defRPr sz="2800" b="1">
          <a:solidFill>
            <a:srgbClr val="2F5EBF"/>
          </a:solidFill>
          <a:latin typeface="+mj-lt"/>
          <a:ea typeface="ＭＳ Ｐゴシック" charset="-128"/>
          <a:cs typeface="ＭＳ Ｐゴシック" charset="0"/>
        </a:defRPr>
      </a:lvl1pPr>
      <a:lvl2pPr algn="l" rtl="0" eaLnBrk="1" fontAlgn="base" hangingPunct="1">
        <a:spcBef>
          <a:spcPct val="0"/>
        </a:spcBef>
        <a:spcAft>
          <a:spcPct val="0"/>
        </a:spcAft>
        <a:defRPr sz="2800" b="1">
          <a:solidFill>
            <a:srgbClr val="2F5EBF"/>
          </a:solidFill>
          <a:latin typeface="Verdana" pitchFamily="34" charset="0"/>
          <a:ea typeface="ＭＳ Ｐゴシック" charset="-128"/>
          <a:cs typeface="ＭＳ Ｐゴシック" charset="0"/>
        </a:defRPr>
      </a:lvl2pPr>
      <a:lvl3pPr algn="l" rtl="0" eaLnBrk="1" fontAlgn="base" hangingPunct="1">
        <a:spcBef>
          <a:spcPct val="0"/>
        </a:spcBef>
        <a:spcAft>
          <a:spcPct val="0"/>
        </a:spcAft>
        <a:defRPr sz="2800" b="1">
          <a:solidFill>
            <a:srgbClr val="2F5EBF"/>
          </a:solidFill>
          <a:latin typeface="Verdana" pitchFamily="34" charset="0"/>
          <a:ea typeface="ＭＳ Ｐゴシック" charset="-128"/>
          <a:cs typeface="ＭＳ Ｐゴシック" charset="0"/>
        </a:defRPr>
      </a:lvl3pPr>
      <a:lvl4pPr algn="l" rtl="0" eaLnBrk="1" fontAlgn="base" hangingPunct="1">
        <a:spcBef>
          <a:spcPct val="0"/>
        </a:spcBef>
        <a:spcAft>
          <a:spcPct val="0"/>
        </a:spcAft>
        <a:defRPr sz="2800" b="1">
          <a:solidFill>
            <a:srgbClr val="2F5EBF"/>
          </a:solidFill>
          <a:latin typeface="Verdana" pitchFamily="34" charset="0"/>
          <a:ea typeface="ＭＳ Ｐゴシック" charset="-128"/>
          <a:cs typeface="ＭＳ Ｐゴシック" charset="0"/>
        </a:defRPr>
      </a:lvl4pPr>
      <a:lvl5pPr algn="l" rtl="0" eaLnBrk="1" fontAlgn="base" hangingPunct="1">
        <a:spcBef>
          <a:spcPct val="0"/>
        </a:spcBef>
        <a:spcAft>
          <a:spcPct val="0"/>
        </a:spcAft>
        <a:defRPr sz="2800" b="1">
          <a:solidFill>
            <a:srgbClr val="2F5EBF"/>
          </a:solidFill>
          <a:latin typeface="Verdana" pitchFamily="34" charset="0"/>
          <a:ea typeface="ＭＳ Ｐゴシック" charset="-128"/>
          <a:cs typeface="ＭＳ Ｐゴシック" charset="0"/>
        </a:defRPr>
      </a:lvl5pPr>
      <a:lvl6pPr marL="457200" algn="l" rtl="0" eaLnBrk="1" fontAlgn="base" hangingPunct="1">
        <a:spcBef>
          <a:spcPct val="0"/>
        </a:spcBef>
        <a:spcAft>
          <a:spcPct val="0"/>
        </a:spcAft>
        <a:defRPr sz="2800" b="1">
          <a:solidFill>
            <a:srgbClr val="2F5EBF"/>
          </a:solidFill>
          <a:latin typeface="Verdana" pitchFamily="34" charset="0"/>
        </a:defRPr>
      </a:lvl6pPr>
      <a:lvl7pPr marL="914400" algn="l" rtl="0" eaLnBrk="1" fontAlgn="base" hangingPunct="1">
        <a:spcBef>
          <a:spcPct val="0"/>
        </a:spcBef>
        <a:spcAft>
          <a:spcPct val="0"/>
        </a:spcAft>
        <a:defRPr sz="2800" b="1">
          <a:solidFill>
            <a:srgbClr val="2F5EBF"/>
          </a:solidFill>
          <a:latin typeface="Verdana" pitchFamily="34" charset="0"/>
        </a:defRPr>
      </a:lvl7pPr>
      <a:lvl8pPr marL="1371600" algn="l" rtl="0" eaLnBrk="1" fontAlgn="base" hangingPunct="1">
        <a:spcBef>
          <a:spcPct val="0"/>
        </a:spcBef>
        <a:spcAft>
          <a:spcPct val="0"/>
        </a:spcAft>
        <a:defRPr sz="2800" b="1">
          <a:solidFill>
            <a:srgbClr val="2F5EBF"/>
          </a:solidFill>
          <a:latin typeface="Verdana" pitchFamily="34" charset="0"/>
        </a:defRPr>
      </a:lvl8pPr>
      <a:lvl9pPr marL="1828800" algn="l" rtl="0" eaLnBrk="1" fontAlgn="base" hangingPunct="1">
        <a:spcBef>
          <a:spcPct val="0"/>
        </a:spcBef>
        <a:spcAft>
          <a:spcPct val="0"/>
        </a:spcAft>
        <a:defRPr sz="2800" b="1">
          <a:solidFill>
            <a:srgbClr val="2F5EBF"/>
          </a:solidFill>
          <a:latin typeface="Verdana" pitchFamily="34" charset="0"/>
        </a:defRPr>
      </a:lvl9pPr>
    </p:titleStyle>
    <p:bodyStyle>
      <a:lvl1pPr marL="168275" indent="-168275" algn="l" rtl="0" eaLnBrk="1" fontAlgn="base" hangingPunct="1">
        <a:spcBef>
          <a:spcPct val="20000"/>
        </a:spcBef>
        <a:spcAft>
          <a:spcPct val="0"/>
        </a:spcAft>
        <a:buClr>
          <a:schemeClr val="accent1"/>
        </a:buClr>
        <a:buFont typeface="Times" charset="0"/>
        <a:buChar char="•"/>
        <a:defRPr sz="2000">
          <a:solidFill>
            <a:srgbClr val="000000"/>
          </a:solidFill>
          <a:latin typeface="+mn-lt"/>
          <a:ea typeface="ＭＳ Ｐゴシック" charset="-128"/>
          <a:cs typeface="ＭＳ Ｐゴシック" charset="0"/>
        </a:defRPr>
      </a:lvl1pPr>
      <a:lvl2pPr marL="450850" indent="-168275" algn="l" rtl="0" eaLnBrk="1" fontAlgn="base" hangingPunct="1">
        <a:spcBef>
          <a:spcPct val="20000"/>
        </a:spcBef>
        <a:spcAft>
          <a:spcPct val="0"/>
        </a:spcAft>
        <a:buClr>
          <a:schemeClr val="accent1"/>
        </a:buClr>
        <a:buFont typeface="Times" charset="0"/>
        <a:buChar char="–"/>
        <a:defRPr>
          <a:solidFill>
            <a:srgbClr val="000000"/>
          </a:solidFill>
          <a:latin typeface="+mn-lt"/>
          <a:ea typeface="ＭＳ Ｐゴシック" charset="-128"/>
        </a:defRPr>
      </a:lvl2pPr>
      <a:lvl3pPr marL="684213" indent="-119063" algn="l" rtl="0" eaLnBrk="1" fontAlgn="base" hangingPunct="1">
        <a:spcBef>
          <a:spcPct val="20000"/>
        </a:spcBef>
        <a:spcAft>
          <a:spcPct val="0"/>
        </a:spcAft>
        <a:buClr>
          <a:schemeClr val="accent1"/>
        </a:buClr>
        <a:buFont typeface="Times" charset="0"/>
        <a:buChar char="•"/>
        <a:defRPr sz="1600">
          <a:solidFill>
            <a:srgbClr val="000000"/>
          </a:solidFill>
          <a:latin typeface="+mn-lt"/>
          <a:ea typeface="ＭＳ Ｐゴシック" charset="-128"/>
        </a:defRPr>
      </a:lvl3pPr>
      <a:lvl4pPr marL="911225" indent="-112713" algn="l" rtl="0" eaLnBrk="1" fontAlgn="base" hangingPunct="1">
        <a:spcBef>
          <a:spcPct val="20000"/>
        </a:spcBef>
        <a:spcAft>
          <a:spcPct val="0"/>
        </a:spcAft>
        <a:buClr>
          <a:schemeClr val="accent1"/>
        </a:buClr>
        <a:buFont typeface="Times" charset="0"/>
        <a:buChar char="-"/>
        <a:defRPr sz="1400">
          <a:solidFill>
            <a:srgbClr val="000000"/>
          </a:solidFill>
          <a:latin typeface="+mn-lt"/>
          <a:ea typeface="ＭＳ Ｐゴシック" charset="-128"/>
        </a:defRPr>
      </a:lvl4pPr>
      <a:lvl5pPr marL="1143000" indent="-111125" algn="l" rtl="0" eaLnBrk="1" fontAlgn="base" hangingPunct="1">
        <a:spcBef>
          <a:spcPct val="20000"/>
        </a:spcBef>
        <a:spcAft>
          <a:spcPct val="0"/>
        </a:spcAft>
        <a:buClr>
          <a:schemeClr val="accent1"/>
        </a:buClr>
        <a:buFont typeface="Times" charset="0"/>
        <a:buChar char="•"/>
        <a:defRPr sz="1200">
          <a:solidFill>
            <a:srgbClr val="000000"/>
          </a:solidFill>
          <a:latin typeface="+mn-lt"/>
          <a:ea typeface="ＭＳ Ｐゴシック" charset="-128"/>
        </a:defRPr>
      </a:lvl5pPr>
      <a:lvl6pPr marL="1600200" indent="-111125" algn="l" rtl="0" eaLnBrk="1" fontAlgn="base" hangingPunct="1">
        <a:spcBef>
          <a:spcPct val="20000"/>
        </a:spcBef>
        <a:spcAft>
          <a:spcPct val="0"/>
        </a:spcAft>
        <a:buClr>
          <a:schemeClr val="accent1"/>
        </a:buClr>
        <a:buFont typeface="Times" pitchFamily="-64" charset="0"/>
        <a:buChar char="•"/>
        <a:defRPr sz="1200">
          <a:solidFill>
            <a:srgbClr val="000000"/>
          </a:solidFill>
          <a:latin typeface="+mn-lt"/>
        </a:defRPr>
      </a:lvl6pPr>
      <a:lvl7pPr marL="2057400" indent="-111125" algn="l" rtl="0" eaLnBrk="1" fontAlgn="base" hangingPunct="1">
        <a:spcBef>
          <a:spcPct val="20000"/>
        </a:spcBef>
        <a:spcAft>
          <a:spcPct val="0"/>
        </a:spcAft>
        <a:buClr>
          <a:schemeClr val="accent1"/>
        </a:buClr>
        <a:buFont typeface="Times" pitchFamily="-64" charset="0"/>
        <a:buChar char="•"/>
        <a:defRPr sz="1200">
          <a:solidFill>
            <a:srgbClr val="000000"/>
          </a:solidFill>
          <a:latin typeface="+mn-lt"/>
        </a:defRPr>
      </a:lvl7pPr>
      <a:lvl8pPr marL="2514600" indent="-111125" algn="l" rtl="0" eaLnBrk="1" fontAlgn="base" hangingPunct="1">
        <a:spcBef>
          <a:spcPct val="20000"/>
        </a:spcBef>
        <a:spcAft>
          <a:spcPct val="0"/>
        </a:spcAft>
        <a:buClr>
          <a:schemeClr val="accent1"/>
        </a:buClr>
        <a:buFont typeface="Times" pitchFamily="-64" charset="0"/>
        <a:buChar char="•"/>
        <a:defRPr sz="1200">
          <a:solidFill>
            <a:srgbClr val="000000"/>
          </a:solidFill>
          <a:latin typeface="+mn-lt"/>
        </a:defRPr>
      </a:lvl8pPr>
      <a:lvl9pPr marL="2971800" indent="-111125" algn="l" rtl="0" eaLnBrk="1" fontAlgn="base" hangingPunct="1">
        <a:spcBef>
          <a:spcPct val="20000"/>
        </a:spcBef>
        <a:spcAft>
          <a:spcPct val="0"/>
        </a:spcAft>
        <a:buClr>
          <a:schemeClr val="accent1"/>
        </a:buClr>
        <a:buFont typeface="Times" pitchFamily="-64" charset="0"/>
        <a:buChar char="•"/>
        <a:defRPr sz="12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6" descr="AmwSigGreyCircles.png"/>
          <p:cNvPicPr>
            <a:picLocks noChangeAspect="1"/>
          </p:cNvPicPr>
          <p:nvPr userDrawn="1"/>
        </p:nvPicPr>
        <p:blipFill>
          <a:blip r:embed="rId10">
            <a:extLst>
              <a:ext uri="{28A0092B-C50C-407E-A947-70E740481C1C}">
                <a14:useLocalDpi xmlns:a14="http://schemas.microsoft.com/office/drawing/2010/main" val="0"/>
              </a:ext>
            </a:extLst>
          </a:blip>
          <a:srcRect t="48637" r="39468" b="4102"/>
          <a:stretch>
            <a:fillRect/>
          </a:stretch>
        </p:blipFill>
        <p:spPr bwMode="auto">
          <a:xfrm>
            <a:off x="101600" y="0"/>
            <a:ext cx="120904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userDrawn="1">
            <p:ph type="title"/>
          </p:nvPr>
        </p:nvSpPr>
        <p:spPr bwMode="auto">
          <a:xfrm>
            <a:off x="853018" y="0"/>
            <a:ext cx="1045633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en-US"/>
              <a:t>CLICK TO EDIT</a:t>
            </a:r>
          </a:p>
        </p:txBody>
      </p:sp>
      <p:sp>
        <p:nvSpPr>
          <p:cNvPr id="1028" name="Rectangle 3"/>
          <p:cNvSpPr>
            <a:spLocks noGrp="1" noChangeArrowheads="1"/>
          </p:cNvSpPr>
          <p:nvPr userDrawn="1">
            <p:ph type="body" idx="1"/>
          </p:nvPr>
        </p:nvSpPr>
        <p:spPr bwMode="auto">
          <a:xfrm>
            <a:off x="853017" y="1023938"/>
            <a:ext cx="10363200" cy="506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9" name="Picture 8" descr="Sig_Crp_Bot_4c"/>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0" y="5800726"/>
            <a:ext cx="3498851"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0" name="Group 13"/>
          <p:cNvGrpSpPr>
            <a:grpSpLocks/>
          </p:cNvGrpSpPr>
          <p:nvPr userDrawn="1"/>
        </p:nvGrpSpPr>
        <p:grpSpPr bwMode="auto">
          <a:xfrm>
            <a:off x="10991851" y="153989"/>
            <a:ext cx="967316" cy="795337"/>
            <a:chOff x="513" y="2448"/>
            <a:chExt cx="1213" cy="1330"/>
          </a:xfrm>
        </p:grpSpPr>
        <p:pic>
          <p:nvPicPr>
            <p:cNvPr id="1031" name="Picture 5" descr="ATLAS Logo"/>
            <p:cNvPicPr>
              <a:picLocks noChangeAspect="1" noChangeArrowheads="1"/>
            </p:cNvPicPr>
            <p:nvPr userDrawn="1"/>
          </p:nvPicPr>
          <p:blipFill>
            <a:blip r:embed="rId1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61" y="2448"/>
              <a:ext cx="1163" cy="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6" descr="logo_full_300"/>
            <p:cNvPicPr>
              <a:picLocks noChangeAspect="1" noChangeArrowheads="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3" y="3339"/>
              <a:ext cx="1213"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527601960"/>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Lst>
  <p:transition/>
  <p:hf sldNum="0" hdr="0" ftr="0"/>
  <p:txStyles>
    <p:titleStyle>
      <a:lvl1pPr algn="l" rtl="0" eaLnBrk="0" fontAlgn="base" hangingPunct="0">
        <a:spcBef>
          <a:spcPct val="0"/>
        </a:spcBef>
        <a:spcAft>
          <a:spcPct val="0"/>
        </a:spcAft>
        <a:defRPr sz="3200">
          <a:solidFill>
            <a:srgbClr val="023B70"/>
          </a:solidFill>
          <a:latin typeface="Arial Narrow" pitchFamily="34" charset="0"/>
          <a:ea typeface="MS PGothic" pitchFamily="34" charset="-128"/>
          <a:cs typeface="ＭＳ Ｐゴシック"/>
        </a:defRPr>
      </a:lvl1pPr>
      <a:lvl2pPr algn="l" rtl="0" eaLnBrk="0" fontAlgn="base" hangingPunct="0">
        <a:spcBef>
          <a:spcPct val="0"/>
        </a:spcBef>
        <a:spcAft>
          <a:spcPct val="0"/>
        </a:spcAft>
        <a:defRPr sz="3200">
          <a:solidFill>
            <a:srgbClr val="023B70"/>
          </a:solidFill>
          <a:latin typeface="Arial Narrow" pitchFamily="34" charset="0"/>
          <a:ea typeface="MS PGothic" pitchFamily="34" charset="-128"/>
          <a:cs typeface="ＭＳ Ｐゴシック"/>
        </a:defRPr>
      </a:lvl2pPr>
      <a:lvl3pPr algn="l" rtl="0" eaLnBrk="0" fontAlgn="base" hangingPunct="0">
        <a:spcBef>
          <a:spcPct val="0"/>
        </a:spcBef>
        <a:spcAft>
          <a:spcPct val="0"/>
        </a:spcAft>
        <a:defRPr sz="3200">
          <a:solidFill>
            <a:srgbClr val="023B70"/>
          </a:solidFill>
          <a:latin typeface="Arial Narrow" pitchFamily="34" charset="0"/>
          <a:ea typeface="MS PGothic" pitchFamily="34" charset="-128"/>
          <a:cs typeface="ＭＳ Ｐゴシック"/>
        </a:defRPr>
      </a:lvl3pPr>
      <a:lvl4pPr algn="l" rtl="0" eaLnBrk="0" fontAlgn="base" hangingPunct="0">
        <a:spcBef>
          <a:spcPct val="0"/>
        </a:spcBef>
        <a:spcAft>
          <a:spcPct val="0"/>
        </a:spcAft>
        <a:defRPr sz="3200">
          <a:solidFill>
            <a:srgbClr val="023B70"/>
          </a:solidFill>
          <a:latin typeface="Arial Narrow" pitchFamily="34" charset="0"/>
          <a:ea typeface="MS PGothic" pitchFamily="34" charset="-128"/>
          <a:cs typeface="ＭＳ Ｐゴシック"/>
        </a:defRPr>
      </a:lvl4pPr>
      <a:lvl5pPr algn="l" rtl="0" eaLnBrk="0" fontAlgn="base" hangingPunct="0">
        <a:spcBef>
          <a:spcPct val="0"/>
        </a:spcBef>
        <a:spcAft>
          <a:spcPct val="0"/>
        </a:spcAft>
        <a:defRPr sz="3200">
          <a:solidFill>
            <a:srgbClr val="023B70"/>
          </a:solidFill>
          <a:latin typeface="Arial Narrow" pitchFamily="34" charset="0"/>
          <a:ea typeface="MS PGothic" pitchFamily="34" charset="-128"/>
          <a:cs typeface="ＭＳ Ｐゴシック"/>
        </a:defRPr>
      </a:lvl5pPr>
      <a:lvl6pPr marL="457200" algn="l" rtl="0" fontAlgn="base">
        <a:spcBef>
          <a:spcPct val="0"/>
        </a:spcBef>
        <a:spcAft>
          <a:spcPct val="0"/>
        </a:spcAft>
        <a:defRPr sz="2500">
          <a:solidFill>
            <a:srgbClr val="EF2E24"/>
          </a:solidFill>
          <a:latin typeface="Arial" charset="0"/>
          <a:ea typeface="ＭＳ Ｐゴシック" pitchFamily="16" charset="-128"/>
        </a:defRPr>
      </a:lvl6pPr>
      <a:lvl7pPr marL="914400" algn="l" rtl="0" fontAlgn="base">
        <a:spcBef>
          <a:spcPct val="0"/>
        </a:spcBef>
        <a:spcAft>
          <a:spcPct val="0"/>
        </a:spcAft>
        <a:defRPr sz="2500">
          <a:solidFill>
            <a:srgbClr val="EF2E24"/>
          </a:solidFill>
          <a:latin typeface="Arial" charset="0"/>
          <a:ea typeface="ＭＳ Ｐゴシック" pitchFamily="16" charset="-128"/>
        </a:defRPr>
      </a:lvl7pPr>
      <a:lvl8pPr marL="1371600" algn="l" rtl="0" fontAlgn="base">
        <a:spcBef>
          <a:spcPct val="0"/>
        </a:spcBef>
        <a:spcAft>
          <a:spcPct val="0"/>
        </a:spcAft>
        <a:defRPr sz="2500">
          <a:solidFill>
            <a:srgbClr val="EF2E24"/>
          </a:solidFill>
          <a:latin typeface="Arial" charset="0"/>
          <a:ea typeface="ＭＳ Ｐゴシック" pitchFamily="16" charset="-128"/>
        </a:defRPr>
      </a:lvl8pPr>
      <a:lvl9pPr marL="1828800" algn="l" rtl="0" fontAlgn="base">
        <a:spcBef>
          <a:spcPct val="0"/>
        </a:spcBef>
        <a:spcAft>
          <a:spcPct val="0"/>
        </a:spcAft>
        <a:defRPr sz="2500">
          <a:solidFill>
            <a:srgbClr val="EF2E24"/>
          </a:solidFill>
          <a:latin typeface="Arial" charset="0"/>
          <a:ea typeface="ＭＳ Ｐゴシック" pitchFamily="16" charset="-128"/>
        </a:defRPr>
      </a:lvl9pPr>
    </p:titleStyle>
    <p:bodyStyle>
      <a:lvl1pPr marL="342900" indent="-342900" algn="l" rtl="0" eaLnBrk="0" fontAlgn="base" hangingPunct="0">
        <a:spcBef>
          <a:spcPct val="20000"/>
        </a:spcBef>
        <a:spcAft>
          <a:spcPct val="0"/>
        </a:spcAft>
        <a:buClr>
          <a:schemeClr val="tx1"/>
        </a:buClr>
        <a:buFont typeface="Arial" panose="020B0604020202020204" pitchFamily="34" charset="0"/>
        <a:buChar char="•"/>
        <a:defRPr sz="2400">
          <a:solidFill>
            <a:srgbClr val="434343"/>
          </a:solidFill>
          <a:latin typeface="Arial" charset="0"/>
          <a:ea typeface="MS PGothic" pitchFamily="34" charset="-128"/>
          <a:cs typeface="ＭＳ Ｐゴシック"/>
        </a:defRPr>
      </a:lvl1pPr>
      <a:lvl2pPr marL="742950" indent="-285750" algn="l" rtl="0" eaLnBrk="0" fontAlgn="base" hangingPunct="0">
        <a:spcBef>
          <a:spcPct val="20000"/>
        </a:spcBef>
        <a:spcAft>
          <a:spcPct val="0"/>
        </a:spcAft>
        <a:buClr>
          <a:schemeClr val="tx1"/>
        </a:buClr>
        <a:buFont typeface="Arial" panose="020B0604020202020204" pitchFamily="34" charset="0"/>
        <a:buChar char="•"/>
        <a:defRPr sz="2000">
          <a:solidFill>
            <a:srgbClr val="808080"/>
          </a:solidFill>
          <a:latin typeface="Arial" charset="0"/>
          <a:ea typeface="MS PGothic" pitchFamily="34" charset="-128"/>
          <a:cs typeface="ＭＳ Ｐゴシック"/>
        </a:defRPr>
      </a:lvl2pPr>
      <a:lvl3pPr marL="1143000" indent="-228600" algn="l" rtl="0" eaLnBrk="0" fontAlgn="base" hangingPunct="0">
        <a:spcBef>
          <a:spcPct val="20000"/>
        </a:spcBef>
        <a:spcAft>
          <a:spcPct val="0"/>
        </a:spcAft>
        <a:buClr>
          <a:schemeClr val="tx1"/>
        </a:buClr>
        <a:buFont typeface="Arial" panose="020B0604020202020204" pitchFamily="34" charset="0"/>
        <a:buChar char="•"/>
        <a:defRPr sz="2000">
          <a:solidFill>
            <a:srgbClr val="808080"/>
          </a:solidFill>
          <a:latin typeface="Arial" charset="0"/>
          <a:ea typeface="MS PGothic" pitchFamily="34" charset="-128"/>
          <a:cs typeface="ＭＳ Ｐゴシック"/>
        </a:defRPr>
      </a:lvl3pPr>
      <a:lvl4pPr marL="1600200" indent="-228600" algn="l" rtl="0" eaLnBrk="0" fontAlgn="base" hangingPunct="0">
        <a:spcBef>
          <a:spcPct val="20000"/>
        </a:spcBef>
        <a:spcAft>
          <a:spcPct val="0"/>
        </a:spcAft>
        <a:buClr>
          <a:schemeClr val="tx1"/>
        </a:buClr>
        <a:buFont typeface="Arial" panose="020B0604020202020204" pitchFamily="34" charset="0"/>
        <a:buChar char="•"/>
        <a:defRPr sz="2000">
          <a:solidFill>
            <a:srgbClr val="808080"/>
          </a:solidFill>
          <a:latin typeface="Arial" charset="0"/>
          <a:ea typeface="MS PGothic" pitchFamily="34" charset="-128"/>
          <a:cs typeface="ＭＳ Ｐゴシック"/>
        </a:defRPr>
      </a:lvl4pPr>
      <a:lvl5pPr marL="2057400" indent="-228600" algn="l" rtl="0" eaLnBrk="0" fontAlgn="base" hangingPunct="0">
        <a:spcBef>
          <a:spcPct val="20000"/>
        </a:spcBef>
        <a:spcAft>
          <a:spcPct val="0"/>
        </a:spcAft>
        <a:buClr>
          <a:schemeClr val="tx1"/>
        </a:buClr>
        <a:buFont typeface="Arial" panose="020B0604020202020204" pitchFamily="34" charset="0"/>
        <a:buChar char="•"/>
        <a:defRPr sz="2000">
          <a:solidFill>
            <a:srgbClr val="808080"/>
          </a:solidFill>
          <a:latin typeface="Arial" charset="0"/>
          <a:ea typeface="MS PGothic" pitchFamily="34" charset="-128"/>
          <a:cs typeface="ＭＳ Ｐゴシック"/>
        </a:defRPr>
      </a:lvl5pPr>
      <a:lvl6pPr marL="2514600" indent="-228600" algn="l" rtl="0" fontAlgn="base">
        <a:spcBef>
          <a:spcPct val="20000"/>
        </a:spcBef>
        <a:spcAft>
          <a:spcPct val="0"/>
        </a:spcAft>
        <a:buFont typeface="Times" pitchFamily="16" charset="0"/>
        <a:defRPr>
          <a:solidFill>
            <a:schemeClr val="tx1"/>
          </a:solidFill>
          <a:latin typeface="+mn-lt"/>
          <a:ea typeface="+mn-ea"/>
        </a:defRPr>
      </a:lvl6pPr>
      <a:lvl7pPr marL="2971800" indent="-228600" algn="l" rtl="0" fontAlgn="base">
        <a:spcBef>
          <a:spcPct val="20000"/>
        </a:spcBef>
        <a:spcAft>
          <a:spcPct val="0"/>
        </a:spcAft>
        <a:buFont typeface="Times" pitchFamily="16" charset="0"/>
        <a:defRPr>
          <a:solidFill>
            <a:schemeClr val="tx1"/>
          </a:solidFill>
          <a:latin typeface="+mn-lt"/>
          <a:ea typeface="+mn-ea"/>
        </a:defRPr>
      </a:lvl7pPr>
      <a:lvl8pPr marL="3429000" indent="-228600" algn="l" rtl="0" fontAlgn="base">
        <a:spcBef>
          <a:spcPct val="20000"/>
        </a:spcBef>
        <a:spcAft>
          <a:spcPct val="0"/>
        </a:spcAft>
        <a:buFont typeface="Times" pitchFamily="16" charset="0"/>
        <a:defRPr>
          <a:solidFill>
            <a:schemeClr val="tx1"/>
          </a:solidFill>
          <a:latin typeface="+mn-lt"/>
          <a:ea typeface="+mn-ea"/>
        </a:defRPr>
      </a:lvl8pPr>
      <a:lvl9pPr marL="3886200" indent="-228600" algn="l" rtl="0" fontAlgn="base">
        <a:spcBef>
          <a:spcPct val="20000"/>
        </a:spcBef>
        <a:spcAft>
          <a:spcPct val="0"/>
        </a:spcAft>
        <a:buFont typeface="Times" pitchFamily="16" charset="0"/>
        <a:defRPr>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2500" y="366779"/>
            <a:ext cx="10972800" cy="606426"/>
          </a:xfrm>
          <a:prstGeom prst="rect">
            <a:avLst/>
          </a:prstGeom>
        </p:spPr>
        <p:txBody>
          <a:bodyPr vert="horz" lIns="0" tIns="0" rIns="0" bIns="0" rtlCol="0" anchor="t" anchorCtr="0">
            <a:normAutofit/>
          </a:bodyPr>
          <a:lstStyle/>
          <a:p>
            <a:r>
              <a:rPr lang="en-US" dirty="0"/>
              <a:t>Click to edit Master title style</a:t>
            </a:r>
          </a:p>
        </p:txBody>
      </p:sp>
      <p:sp>
        <p:nvSpPr>
          <p:cNvPr id="3" name="Text Placeholder 2"/>
          <p:cNvSpPr>
            <a:spLocks noGrp="1"/>
          </p:cNvSpPr>
          <p:nvPr>
            <p:ph type="body" idx="1"/>
          </p:nvPr>
        </p:nvSpPr>
        <p:spPr>
          <a:xfrm>
            <a:off x="458334" y="871100"/>
            <a:ext cx="10972800" cy="4853783"/>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03174061"/>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Lst>
  <p:txStyles>
    <p:titleStyle>
      <a:lvl1pPr algn="l" defTabSz="1214962" rtl="0" eaLnBrk="1" latinLnBrk="0" hangingPunct="1">
        <a:lnSpc>
          <a:spcPct val="100000"/>
        </a:lnSpc>
        <a:spcBef>
          <a:spcPct val="0"/>
        </a:spcBef>
        <a:buNone/>
        <a:defRPr sz="3709" b="0" kern="1200">
          <a:solidFill>
            <a:schemeClr val="tx1"/>
          </a:solidFill>
          <a:latin typeface="+mj-lt"/>
          <a:ea typeface="+mj-ea"/>
          <a:cs typeface="Arial" panose="020B0604020202020204" pitchFamily="34" charset="0"/>
        </a:defRPr>
      </a:lvl1pPr>
    </p:titleStyle>
    <p:bodyStyle>
      <a:lvl1pPr marL="0" indent="0" algn="l" defTabSz="1214962" rtl="0" eaLnBrk="1" latinLnBrk="0" hangingPunct="1">
        <a:spcBef>
          <a:spcPts val="0"/>
        </a:spcBef>
        <a:spcAft>
          <a:spcPts val="1333"/>
        </a:spcAft>
        <a:buFont typeface="Arial" pitchFamily="34" charset="0"/>
        <a:buNone/>
        <a:defRPr sz="2105" kern="1200">
          <a:solidFill>
            <a:schemeClr val="tx1"/>
          </a:solidFill>
          <a:latin typeface="+mn-lt"/>
          <a:ea typeface="+mn-ea"/>
          <a:cs typeface="Arial" panose="020B0604020202020204" pitchFamily="34" charset="0"/>
        </a:defRPr>
      </a:lvl1pPr>
      <a:lvl2pPr marL="221470" indent="-221470" algn="l" defTabSz="1214962" rtl="0" eaLnBrk="1" latinLnBrk="0" hangingPunct="1">
        <a:spcBef>
          <a:spcPts val="0"/>
        </a:spcBef>
        <a:spcAft>
          <a:spcPts val="1333"/>
        </a:spcAft>
        <a:buFont typeface="Arial" panose="020B0604020202020204" pitchFamily="34" charset="0"/>
        <a:buChar char="•"/>
        <a:defRPr sz="2105" kern="1200">
          <a:solidFill>
            <a:schemeClr val="tx1"/>
          </a:solidFill>
          <a:latin typeface="+mn-lt"/>
          <a:ea typeface="+mn-ea"/>
          <a:cs typeface="Arial" panose="020B0604020202020204" pitchFamily="34" charset="0"/>
        </a:defRPr>
      </a:lvl2pPr>
      <a:lvl3pPr marL="535755" indent="-236238" algn="l" defTabSz="1214962" rtl="0" eaLnBrk="1" latinLnBrk="0" hangingPunct="1">
        <a:spcBef>
          <a:spcPts val="0"/>
        </a:spcBef>
        <a:spcAft>
          <a:spcPts val="1333"/>
        </a:spcAft>
        <a:buFont typeface="Calibri" panose="020F0502020204030204" pitchFamily="34" charset="0"/>
        <a:buChar char="–"/>
        <a:defRPr sz="2105" kern="1200">
          <a:solidFill>
            <a:schemeClr val="tx1"/>
          </a:solidFill>
          <a:latin typeface="+mn-lt"/>
          <a:ea typeface="+mn-ea"/>
          <a:cs typeface="Arial" panose="020B0604020202020204" pitchFamily="34" charset="0"/>
        </a:defRPr>
      </a:lvl3pPr>
      <a:lvl4pPr marL="2126175"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4pPr>
      <a:lvl5pPr marL="2733649"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5pPr>
      <a:lvl6pPr marL="3341131"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6pPr>
      <a:lvl7pPr marL="3948602"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7pPr>
      <a:lvl8pPr marL="4556080"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8pPr>
      <a:lvl9pPr marL="5163555"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9pPr>
    </p:bodyStyle>
    <p:otherStyle>
      <a:defPPr>
        <a:defRPr lang="en-US"/>
      </a:defPPr>
      <a:lvl1pPr marL="0" algn="l" defTabSz="1214962" rtl="0" eaLnBrk="1" latinLnBrk="0" hangingPunct="1">
        <a:defRPr sz="2406" kern="1200">
          <a:solidFill>
            <a:schemeClr val="tx1"/>
          </a:solidFill>
          <a:latin typeface="+mn-lt"/>
          <a:ea typeface="+mn-ea"/>
          <a:cs typeface="+mn-cs"/>
        </a:defRPr>
      </a:lvl1pPr>
      <a:lvl2pPr marL="607482" algn="l" defTabSz="1214962" rtl="0" eaLnBrk="1" latinLnBrk="0" hangingPunct="1">
        <a:defRPr sz="2406" kern="1200">
          <a:solidFill>
            <a:schemeClr val="tx1"/>
          </a:solidFill>
          <a:latin typeface="+mn-lt"/>
          <a:ea typeface="+mn-ea"/>
          <a:cs typeface="+mn-cs"/>
        </a:defRPr>
      </a:lvl2pPr>
      <a:lvl3pPr marL="1214962" algn="l" defTabSz="1214962" rtl="0" eaLnBrk="1" latinLnBrk="0" hangingPunct="1">
        <a:defRPr sz="2406" kern="1200">
          <a:solidFill>
            <a:schemeClr val="tx1"/>
          </a:solidFill>
          <a:latin typeface="+mn-lt"/>
          <a:ea typeface="+mn-ea"/>
          <a:cs typeface="+mn-cs"/>
        </a:defRPr>
      </a:lvl3pPr>
      <a:lvl4pPr marL="1822432" algn="l" defTabSz="1214962" rtl="0" eaLnBrk="1" latinLnBrk="0" hangingPunct="1">
        <a:defRPr sz="2406" kern="1200">
          <a:solidFill>
            <a:schemeClr val="tx1"/>
          </a:solidFill>
          <a:latin typeface="+mn-lt"/>
          <a:ea typeface="+mn-ea"/>
          <a:cs typeface="+mn-cs"/>
        </a:defRPr>
      </a:lvl4pPr>
      <a:lvl5pPr marL="2429913" algn="l" defTabSz="1214962" rtl="0" eaLnBrk="1" latinLnBrk="0" hangingPunct="1">
        <a:defRPr sz="2406" kern="1200">
          <a:solidFill>
            <a:schemeClr val="tx1"/>
          </a:solidFill>
          <a:latin typeface="+mn-lt"/>
          <a:ea typeface="+mn-ea"/>
          <a:cs typeface="+mn-cs"/>
        </a:defRPr>
      </a:lvl5pPr>
      <a:lvl6pPr marL="3037379" algn="l" defTabSz="1214962" rtl="0" eaLnBrk="1" latinLnBrk="0" hangingPunct="1">
        <a:defRPr sz="2406" kern="1200">
          <a:solidFill>
            <a:schemeClr val="tx1"/>
          </a:solidFill>
          <a:latin typeface="+mn-lt"/>
          <a:ea typeface="+mn-ea"/>
          <a:cs typeface="+mn-cs"/>
        </a:defRPr>
      </a:lvl6pPr>
      <a:lvl7pPr marL="3644865" algn="l" defTabSz="1214962" rtl="0" eaLnBrk="1" latinLnBrk="0" hangingPunct="1">
        <a:defRPr sz="2406" kern="1200">
          <a:solidFill>
            <a:schemeClr val="tx1"/>
          </a:solidFill>
          <a:latin typeface="+mn-lt"/>
          <a:ea typeface="+mn-ea"/>
          <a:cs typeface="+mn-cs"/>
        </a:defRPr>
      </a:lvl7pPr>
      <a:lvl8pPr marL="4252344" algn="l" defTabSz="1214962" rtl="0" eaLnBrk="1" latinLnBrk="0" hangingPunct="1">
        <a:defRPr sz="2406" kern="1200">
          <a:solidFill>
            <a:schemeClr val="tx1"/>
          </a:solidFill>
          <a:latin typeface="+mn-lt"/>
          <a:ea typeface="+mn-ea"/>
          <a:cs typeface="+mn-cs"/>
        </a:defRPr>
      </a:lvl8pPr>
      <a:lvl9pPr marL="4859814" algn="l" defTabSz="1214962" rtl="0" eaLnBrk="1" latinLnBrk="0" hangingPunct="1">
        <a:defRPr sz="2406"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2500" y="366779"/>
            <a:ext cx="10972800" cy="606426"/>
          </a:xfrm>
          <a:prstGeom prst="rect">
            <a:avLst/>
          </a:prstGeom>
        </p:spPr>
        <p:txBody>
          <a:bodyPr vert="horz" lIns="0" tIns="0" rIns="0" bIns="0" rtlCol="0" anchor="t" anchorCtr="0">
            <a:normAutofit/>
          </a:bodyPr>
          <a:lstStyle/>
          <a:p>
            <a:r>
              <a:rPr lang="en-US" dirty="0"/>
              <a:t>Click to edit Master title style</a:t>
            </a:r>
          </a:p>
        </p:txBody>
      </p:sp>
      <p:sp>
        <p:nvSpPr>
          <p:cNvPr id="3" name="Text Placeholder 2"/>
          <p:cNvSpPr>
            <a:spLocks noGrp="1"/>
          </p:cNvSpPr>
          <p:nvPr>
            <p:ph type="body" idx="1"/>
          </p:nvPr>
        </p:nvSpPr>
        <p:spPr>
          <a:xfrm>
            <a:off x="458334" y="871100"/>
            <a:ext cx="10972800" cy="4853783"/>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42080667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40" r:id="rId7"/>
  </p:sldLayoutIdLst>
  <p:txStyles>
    <p:titleStyle>
      <a:lvl1pPr algn="l" defTabSz="1214962" rtl="0" eaLnBrk="1" latinLnBrk="0" hangingPunct="1">
        <a:lnSpc>
          <a:spcPct val="100000"/>
        </a:lnSpc>
        <a:spcBef>
          <a:spcPct val="0"/>
        </a:spcBef>
        <a:buNone/>
        <a:defRPr sz="3709" b="0" kern="1200">
          <a:solidFill>
            <a:schemeClr val="tx1"/>
          </a:solidFill>
          <a:latin typeface="+mj-lt"/>
          <a:ea typeface="+mj-ea"/>
          <a:cs typeface="Arial" panose="020B0604020202020204" pitchFamily="34" charset="0"/>
        </a:defRPr>
      </a:lvl1pPr>
    </p:titleStyle>
    <p:bodyStyle>
      <a:lvl1pPr marL="0" indent="0" algn="l" defTabSz="1214962" rtl="0" eaLnBrk="1" latinLnBrk="0" hangingPunct="1">
        <a:spcBef>
          <a:spcPts val="0"/>
        </a:spcBef>
        <a:spcAft>
          <a:spcPts val="1333"/>
        </a:spcAft>
        <a:buFont typeface="Arial" pitchFamily="34" charset="0"/>
        <a:buNone/>
        <a:defRPr sz="2105" kern="1200">
          <a:solidFill>
            <a:schemeClr val="tx1"/>
          </a:solidFill>
          <a:latin typeface="+mn-lt"/>
          <a:ea typeface="+mn-ea"/>
          <a:cs typeface="Arial" panose="020B0604020202020204" pitchFamily="34" charset="0"/>
        </a:defRPr>
      </a:lvl1pPr>
      <a:lvl2pPr marL="221470" indent="-221470" algn="l" defTabSz="1214962" rtl="0" eaLnBrk="1" latinLnBrk="0" hangingPunct="1">
        <a:spcBef>
          <a:spcPts val="0"/>
        </a:spcBef>
        <a:spcAft>
          <a:spcPts val="1333"/>
        </a:spcAft>
        <a:buFont typeface="Arial" panose="020B0604020202020204" pitchFamily="34" charset="0"/>
        <a:buChar char="•"/>
        <a:defRPr sz="2105" kern="1200">
          <a:solidFill>
            <a:schemeClr val="tx1"/>
          </a:solidFill>
          <a:latin typeface="+mn-lt"/>
          <a:ea typeface="+mn-ea"/>
          <a:cs typeface="Arial" panose="020B0604020202020204" pitchFamily="34" charset="0"/>
        </a:defRPr>
      </a:lvl2pPr>
      <a:lvl3pPr marL="535755" indent="-236238" algn="l" defTabSz="1214962" rtl="0" eaLnBrk="1" latinLnBrk="0" hangingPunct="1">
        <a:spcBef>
          <a:spcPts val="0"/>
        </a:spcBef>
        <a:spcAft>
          <a:spcPts val="1333"/>
        </a:spcAft>
        <a:buFont typeface="Calibri" panose="020F0502020204030204" pitchFamily="34" charset="0"/>
        <a:buChar char="–"/>
        <a:defRPr sz="2105" kern="1200">
          <a:solidFill>
            <a:schemeClr val="tx1"/>
          </a:solidFill>
          <a:latin typeface="+mn-lt"/>
          <a:ea typeface="+mn-ea"/>
          <a:cs typeface="Arial" panose="020B0604020202020204" pitchFamily="34" charset="0"/>
        </a:defRPr>
      </a:lvl3pPr>
      <a:lvl4pPr marL="2126175"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4pPr>
      <a:lvl5pPr marL="2733649"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5pPr>
      <a:lvl6pPr marL="3341131"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6pPr>
      <a:lvl7pPr marL="3948602"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7pPr>
      <a:lvl8pPr marL="4556080"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8pPr>
      <a:lvl9pPr marL="5163555"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9pPr>
    </p:bodyStyle>
    <p:otherStyle>
      <a:defPPr>
        <a:defRPr lang="en-US"/>
      </a:defPPr>
      <a:lvl1pPr marL="0" algn="l" defTabSz="1214962" rtl="0" eaLnBrk="1" latinLnBrk="0" hangingPunct="1">
        <a:defRPr sz="2406" kern="1200">
          <a:solidFill>
            <a:schemeClr val="tx1"/>
          </a:solidFill>
          <a:latin typeface="+mn-lt"/>
          <a:ea typeface="+mn-ea"/>
          <a:cs typeface="+mn-cs"/>
        </a:defRPr>
      </a:lvl1pPr>
      <a:lvl2pPr marL="607482" algn="l" defTabSz="1214962" rtl="0" eaLnBrk="1" latinLnBrk="0" hangingPunct="1">
        <a:defRPr sz="2406" kern="1200">
          <a:solidFill>
            <a:schemeClr val="tx1"/>
          </a:solidFill>
          <a:latin typeface="+mn-lt"/>
          <a:ea typeface="+mn-ea"/>
          <a:cs typeface="+mn-cs"/>
        </a:defRPr>
      </a:lvl2pPr>
      <a:lvl3pPr marL="1214962" algn="l" defTabSz="1214962" rtl="0" eaLnBrk="1" latinLnBrk="0" hangingPunct="1">
        <a:defRPr sz="2406" kern="1200">
          <a:solidFill>
            <a:schemeClr val="tx1"/>
          </a:solidFill>
          <a:latin typeface="+mn-lt"/>
          <a:ea typeface="+mn-ea"/>
          <a:cs typeface="+mn-cs"/>
        </a:defRPr>
      </a:lvl3pPr>
      <a:lvl4pPr marL="1822432" algn="l" defTabSz="1214962" rtl="0" eaLnBrk="1" latinLnBrk="0" hangingPunct="1">
        <a:defRPr sz="2406" kern="1200">
          <a:solidFill>
            <a:schemeClr val="tx1"/>
          </a:solidFill>
          <a:latin typeface="+mn-lt"/>
          <a:ea typeface="+mn-ea"/>
          <a:cs typeface="+mn-cs"/>
        </a:defRPr>
      </a:lvl4pPr>
      <a:lvl5pPr marL="2429913" algn="l" defTabSz="1214962" rtl="0" eaLnBrk="1" latinLnBrk="0" hangingPunct="1">
        <a:defRPr sz="2406" kern="1200">
          <a:solidFill>
            <a:schemeClr val="tx1"/>
          </a:solidFill>
          <a:latin typeface="+mn-lt"/>
          <a:ea typeface="+mn-ea"/>
          <a:cs typeface="+mn-cs"/>
        </a:defRPr>
      </a:lvl5pPr>
      <a:lvl6pPr marL="3037379" algn="l" defTabSz="1214962" rtl="0" eaLnBrk="1" latinLnBrk="0" hangingPunct="1">
        <a:defRPr sz="2406" kern="1200">
          <a:solidFill>
            <a:schemeClr val="tx1"/>
          </a:solidFill>
          <a:latin typeface="+mn-lt"/>
          <a:ea typeface="+mn-ea"/>
          <a:cs typeface="+mn-cs"/>
        </a:defRPr>
      </a:lvl6pPr>
      <a:lvl7pPr marL="3644865" algn="l" defTabSz="1214962" rtl="0" eaLnBrk="1" latinLnBrk="0" hangingPunct="1">
        <a:defRPr sz="2406" kern="1200">
          <a:solidFill>
            <a:schemeClr val="tx1"/>
          </a:solidFill>
          <a:latin typeface="+mn-lt"/>
          <a:ea typeface="+mn-ea"/>
          <a:cs typeface="+mn-cs"/>
        </a:defRPr>
      </a:lvl7pPr>
      <a:lvl8pPr marL="4252344" algn="l" defTabSz="1214962" rtl="0" eaLnBrk="1" latinLnBrk="0" hangingPunct="1">
        <a:defRPr sz="2406" kern="1200">
          <a:solidFill>
            <a:schemeClr val="tx1"/>
          </a:solidFill>
          <a:latin typeface="+mn-lt"/>
          <a:ea typeface="+mn-ea"/>
          <a:cs typeface="+mn-cs"/>
        </a:defRPr>
      </a:lvl8pPr>
      <a:lvl9pPr marL="4859814" algn="l" defTabSz="1214962" rtl="0" eaLnBrk="1" latinLnBrk="0" hangingPunct="1">
        <a:defRPr sz="2406"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2500" y="366779"/>
            <a:ext cx="10972800" cy="606426"/>
          </a:xfrm>
          <a:prstGeom prst="rect">
            <a:avLst/>
          </a:prstGeom>
        </p:spPr>
        <p:txBody>
          <a:bodyPr vert="horz" lIns="0" tIns="0" rIns="0" bIns="0" rtlCol="0" anchor="t" anchorCtr="0">
            <a:normAutofit/>
          </a:bodyPr>
          <a:lstStyle/>
          <a:p>
            <a:r>
              <a:rPr lang="en-US" dirty="0"/>
              <a:t>Click to edit Master title style</a:t>
            </a:r>
          </a:p>
        </p:txBody>
      </p:sp>
      <p:sp>
        <p:nvSpPr>
          <p:cNvPr id="3" name="Text Placeholder 2"/>
          <p:cNvSpPr>
            <a:spLocks noGrp="1"/>
          </p:cNvSpPr>
          <p:nvPr>
            <p:ph type="body" idx="1"/>
          </p:nvPr>
        </p:nvSpPr>
        <p:spPr>
          <a:xfrm>
            <a:off x="458334" y="871100"/>
            <a:ext cx="10972800" cy="4853783"/>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5" name="Slide Number Placeholder 5"/>
          <p:cNvSpPr txBox="1">
            <a:spLocks/>
          </p:cNvSpPr>
          <p:nvPr userDrawn="1"/>
        </p:nvSpPr>
        <p:spPr>
          <a:xfrm>
            <a:off x="11666742" y="6488400"/>
            <a:ext cx="172692" cy="187798"/>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fld id="{275BAEB0-9CF5-46A3-9FA9-B8F172252491}" type="slidenum">
              <a:rPr lang="en-US" sz="652" smtClean="0">
                <a:solidFill>
                  <a:schemeClr val="tx1"/>
                </a:solidFill>
                <a:latin typeface="+mj-lt"/>
                <a:cs typeface="Arial" panose="020B0604020202020204" pitchFamily="34" charset="0"/>
              </a:rPr>
              <a:pPr marL="0" lvl="1"/>
              <a:t>‹#›</a:t>
            </a:fld>
            <a:endParaRPr kumimoji="0" lang="en-US" sz="902"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20568101"/>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5" r:id="rId6"/>
  </p:sldLayoutIdLst>
  <p:txStyles>
    <p:titleStyle>
      <a:lvl1pPr algn="l" defTabSz="1214962" rtl="0" eaLnBrk="1" latinLnBrk="0" hangingPunct="1">
        <a:lnSpc>
          <a:spcPct val="100000"/>
        </a:lnSpc>
        <a:spcBef>
          <a:spcPct val="0"/>
        </a:spcBef>
        <a:buNone/>
        <a:defRPr sz="3709" b="0" kern="1200">
          <a:solidFill>
            <a:schemeClr val="tx1"/>
          </a:solidFill>
          <a:latin typeface="+mj-lt"/>
          <a:ea typeface="+mj-ea"/>
          <a:cs typeface="Arial" panose="020B0604020202020204" pitchFamily="34" charset="0"/>
        </a:defRPr>
      </a:lvl1pPr>
    </p:titleStyle>
    <p:bodyStyle>
      <a:lvl1pPr marL="0" indent="0" algn="l" defTabSz="1214962" rtl="0" eaLnBrk="1" latinLnBrk="0" hangingPunct="1">
        <a:spcBef>
          <a:spcPts val="0"/>
        </a:spcBef>
        <a:spcAft>
          <a:spcPts val="1333"/>
        </a:spcAft>
        <a:buFont typeface="Arial" pitchFamily="34" charset="0"/>
        <a:buNone/>
        <a:defRPr sz="2105" kern="1200">
          <a:solidFill>
            <a:schemeClr val="tx1"/>
          </a:solidFill>
          <a:latin typeface="+mn-lt"/>
          <a:ea typeface="+mn-ea"/>
          <a:cs typeface="Arial" panose="020B0604020202020204" pitchFamily="34" charset="0"/>
        </a:defRPr>
      </a:lvl1pPr>
      <a:lvl2pPr marL="221470" indent="-221470" algn="l" defTabSz="1214962" rtl="0" eaLnBrk="1" latinLnBrk="0" hangingPunct="1">
        <a:spcBef>
          <a:spcPts val="0"/>
        </a:spcBef>
        <a:spcAft>
          <a:spcPts val="1333"/>
        </a:spcAft>
        <a:buFont typeface="Arial" panose="020B0604020202020204" pitchFamily="34" charset="0"/>
        <a:buChar char="•"/>
        <a:defRPr sz="2105" kern="1200">
          <a:solidFill>
            <a:schemeClr val="tx1"/>
          </a:solidFill>
          <a:latin typeface="+mn-lt"/>
          <a:ea typeface="+mn-ea"/>
          <a:cs typeface="Arial" panose="020B0604020202020204" pitchFamily="34" charset="0"/>
        </a:defRPr>
      </a:lvl2pPr>
      <a:lvl3pPr marL="535755" indent="-236238" algn="l" defTabSz="1214962" rtl="0" eaLnBrk="1" latinLnBrk="0" hangingPunct="1">
        <a:spcBef>
          <a:spcPts val="0"/>
        </a:spcBef>
        <a:spcAft>
          <a:spcPts val="1333"/>
        </a:spcAft>
        <a:buFont typeface="Calibri" panose="020F0502020204030204" pitchFamily="34" charset="0"/>
        <a:buChar char="–"/>
        <a:defRPr sz="2105" kern="1200">
          <a:solidFill>
            <a:schemeClr val="tx1"/>
          </a:solidFill>
          <a:latin typeface="+mn-lt"/>
          <a:ea typeface="+mn-ea"/>
          <a:cs typeface="Arial" panose="020B0604020202020204" pitchFamily="34" charset="0"/>
        </a:defRPr>
      </a:lvl3pPr>
      <a:lvl4pPr marL="2126175"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4pPr>
      <a:lvl5pPr marL="2733649"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5pPr>
      <a:lvl6pPr marL="3341131"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6pPr>
      <a:lvl7pPr marL="3948602"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7pPr>
      <a:lvl8pPr marL="4556080"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8pPr>
      <a:lvl9pPr marL="5163555"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9pPr>
    </p:bodyStyle>
    <p:otherStyle>
      <a:defPPr>
        <a:defRPr lang="en-US"/>
      </a:defPPr>
      <a:lvl1pPr marL="0" algn="l" defTabSz="1214962" rtl="0" eaLnBrk="1" latinLnBrk="0" hangingPunct="1">
        <a:defRPr sz="2406" kern="1200">
          <a:solidFill>
            <a:schemeClr val="tx1"/>
          </a:solidFill>
          <a:latin typeface="+mn-lt"/>
          <a:ea typeface="+mn-ea"/>
          <a:cs typeface="+mn-cs"/>
        </a:defRPr>
      </a:lvl1pPr>
      <a:lvl2pPr marL="607482" algn="l" defTabSz="1214962" rtl="0" eaLnBrk="1" latinLnBrk="0" hangingPunct="1">
        <a:defRPr sz="2406" kern="1200">
          <a:solidFill>
            <a:schemeClr val="tx1"/>
          </a:solidFill>
          <a:latin typeface="+mn-lt"/>
          <a:ea typeface="+mn-ea"/>
          <a:cs typeface="+mn-cs"/>
        </a:defRPr>
      </a:lvl2pPr>
      <a:lvl3pPr marL="1214962" algn="l" defTabSz="1214962" rtl="0" eaLnBrk="1" latinLnBrk="0" hangingPunct="1">
        <a:defRPr sz="2406" kern="1200">
          <a:solidFill>
            <a:schemeClr val="tx1"/>
          </a:solidFill>
          <a:latin typeface="+mn-lt"/>
          <a:ea typeface="+mn-ea"/>
          <a:cs typeface="+mn-cs"/>
        </a:defRPr>
      </a:lvl3pPr>
      <a:lvl4pPr marL="1822432" algn="l" defTabSz="1214962" rtl="0" eaLnBrk="1" latinLnBrk="0" hangingPunct="1">
        <a:defRPr sz="2406" kern="1200">
          <a:solidFill>
            <a:schemeClr val="tx1"/>
          </a:solidFill>
          <a:latin typeface="+mn-lt"/>
          <a:ea typeface="+mn-ea"/>
          <a:cs typeface="+mn-cs"/>
        </a:defRPr>
      </a:lvl4pPr>
      <a:lvl5pPr marL="2429913" algn="l" defTabSz="1214962" rtl="0" eaLnBrk="1" latinLnBrk="0" hangingPunct="1">
        <a:defRPr sz="2406" kern="1200">
          <a:solidFill>
            <a:schemeClr val="tx1"/>
          </a:solidFill>
          <a:latin typeface="+mn-lt"/>
          <a:ea typeface="+mn-ea"/>
          <a:cs typeface="+mn-cs"/>
        </a:defRPr>
      </a:lvl5pPr>
      <a:lvl6pPr marL="3037379" algn="l" defTabSz="1214962" rtl="0" eaLnBrk="1" latinLnBrk="0" hangingPunct="1">
        <a:defRPr sz="2406" kern="1200">
          <a:solidFill>
            <a:schemeClr val="tx1"/>
          </a:solidFill>
          <a:latin typeface="+mn-lt"/>
          <a:ea typeface="+mn-ea"/>
          <a:cs typeface="+mn-cs"/>
        </a:defRPr>
      </a:lvl6pPr>
      <a:lvl7pPr marL="3644865" algn="l" defTabSz="1214962" rtl="0" eaLnBrk="1" latinLnBrk="0" hangingPunct="1">
        <a:defRPr sz="2406" kern="1200">
          <a:solidFill>
            <a:schemeClr val="tx1"/>
          </a:solidFill>
          <a:latin typeface="+mn-lt"/>
          <a:ea typeface="+mn-ea"/>
          <a:cs typeface="+mn-cs"/>
        </a:defRPr>
      </a:lvl7pPr>
      <a:lvl8pPr marL="4252344" algn="l" defTabSz="1214962" rtl="0" eaLnBrk="1" latinLnBrk="0" hangingPunct="1">
        <a:defRPr sz="2406" kern="1200">
          <a:solidFill>
            <a:schemeClr val="tx1"/>
          </a:solidFill>
          <a:latin typeface="+mn-lt"/>
          <a:ea typeface="+mn-ea"/>
          <a:cs typeface="+mn-cs"/>
        </a:defRPr>
      </a:lvl8pPr>
      <a:lvl9pPr marL="4859814" algn="l" defTabSz="1214962" rtl="0" eaLnBrk="1" latinLnBrk="0" hangingPunct="1">
        <a:defRPr sz="2406"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0493" y="237938"/>
            <a:ext cx="11071907" cy="1325563"/>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510493" y="1698438"/>
            <a:ext cx="11071907"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2"/>
          <p:cNvSpPr>
            <a:spLocks/>
          </p:cNvSpPr>
          <p:nvPr userDrawn="1"/>
        </p:nvSpPr>
        <p:spPr bwMode="auto">
          <a:xfrm>
            <a:off x="609600" y="6452452"/>
            <a:ext cx="2975173" cy="153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spAutoFit/>
          </a:bodyPr>
          <a:lstStyle/>
          <a:p>
            <a:fld id="{3B326353-43DC-204D-A3CF-95FE588E039A}" type="slidenum">
              <a:rPr lang="en-US" sz="800" smtClean="0">
                <a:solidFill>
                  <a:srgbClr val="8C8C8C"/>
                </a:solidFill>
                <a:ea typeface="ＭＳ Ｐゴシック" charset="0"/>
                <a:cs typeface="ＭＳ Ｐゴシック" charset="0"/>
                <a:sym typeface="Frutiger Next Pro Bold" charset="0"/>
              </a:rPr>
              <a:pPr/>
              <a:t>‹#›</a:t>
            </a:fld>
            <a:r>
              <a:rPr lang="en-US" sz="1000" dirty="0">
                <a:solidFill>
                  <a:srgbClr val="8C8C8C"/>
                </a:solidFill>
                <a:ea typeface="ＭＳ Ｐゴシック" charset="0"/>
                <a:cs typeface="ＭＳ Ｐゴシック" charset="0"/>
                <a:sym typeface="Frutiger Next Pro Bold" charset="0"/>
              </a:rPr>
              <a:t> </a:t>
            </a:r>
            <a:r>
              <a:rPr lang="en-US" sz="800" dirty="0">
                <a:solidFill>
                  <a:srgbClr val="8C8C8C"/>
                </a:solidFill>
                <a:ea typeface="ＭＳ Ｐゴシック" charset="0"/>
                <a:cs typeface="ＭＳ Ｐゴシック" charset="0"/>
                <a:sym typeface="Frutiger Next Pro Bold" charset="0"/>
              </a:rPr>
              <a:t> |  </a:t>
            </a:r>
            <a:r>
              <a:rPr lang="en-US" sz="800" dirty="0">
                <a:solidFill>
                  <a:srgbClr val="8C8C8C"/>
                </a:solidFill>
                <a:ea typeface="ＭＳ Ｐゴシック" charset="0"/>
                <a:cs typeface="Frutiger Next Pro Light"/>
                <a:sym typeface="Frutiger Next Pro Bold" charset="0"/>
              </a:rPr>
              <a:t>Copyright © 2016 Deloitte Development LLC. All rights reserved.</a:t>
            </a:r>
            <a:endParaRPr lang="en-US" sz="800" dirty="0">
              <a:solidFill>
                <a:srgbClr val="8C8C8C"/>
              </a:solidFill>
              <a:ea typeface="ＭＳ Ｐゴシック" charset="0"/>
              <a:cs typeface="Frutiger Next Pro Light"/>
              <a:sym typeface="Frutiger Next Pro Light" charset="0"/>
            </a:endParaRPr>
          </a:p>
        </p:txBody>
      </p:sp>
    </p:spTree>
    <p:extLst>
      <p:ext uri="{BB962C8B-B14F-4D97-AF65-F5344CB8AC3E}">
        <p14:creationId xmlns:p14="http://schemas.microsoft.com/office/powerpoint/2010/main" val="2867795649"/>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Lst>
  <p:txStyles>
    <p:titleStyle>
      <a:lvl1pPr algn="l" defTabSz="914400" rtl="0" eaLnBrk="1" latinLnBrk="0" hangingPunct="1">
        <a:lnSpc>
          <a:spcPct val="90000"/>
        </a:lnSpc>
        <a:spcBef>
          <a:spcPct val="0"/>
        </a:spcBef>
        <a:buNone/>
        <a:defRPr sz="6000" kern="1200" cap="all" spc="50" baseline="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a:solidFill>
            <a:schemeClr val="bg2">
              <a:lumMod val="25000"/>
            </a:schemeClr>
          </a:solidFill>
          <a:latin typeface="+mn-lt"/>
          <a:ea typeface="+mn-ea"/>
          <a:cs typeface="+mn-cs"/>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a:solidFill>
            <a:schemeClr val="bg2">
              <a:lumMod val="25000"/>
            </a:schemeClr>
          </a:solidFill>
          <a:latin typeface="+mn-lt"/>
          <a:ea typeface="+mn-ea"/>
          <a:cs typeface="+mn-cs"/>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a:solidFill>
            <a:schemeClr val="bg2">
              <a:lumMod val="25000"/>
            </a:schemeClr>
          </a:solidFill>
          <a:latin typeface="+mn-lt"/>
          <a:ea typeface="+mn-ea"/>
          <a:cs typeface="+mn-cs"/>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a:solidFill>
            <a:schemeClr val="bg2">
              <a:lumMod val="25000"/>
            </a:schemeClr>
          </a:solidFill>
          <a:latin typeface="+mn-lt"/>
          <a:ea typeface="+mn-ea"/>
          <a:cs typeface="+mn-cs"/>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84">
          <p15:clr>
            <a:srgbClr val="F26B43"/>
          </p15:clr>
        </p15:guide>
        <p15:guide id="2" pos="729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40.xml"/><Relationship Id="rId5" Type="http://schemas.openxmlformats.org/officeDocument/2006/relationships/image" Target="../media/image13.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vmlDrawing" Target="../drawings/vmlDrawing2.vml"/><Relationship Id="rId5" Type="http://schemas.openxmlformats.org/officeDocument/2006/relationships/image" Target="../media/image16.emf"/><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9.xml"/></Relationships>
</file>

<file path=ppt/slides/_rels/slide16.xml.rels><?xml version="1.0" encoding="UTF-8" standalone="yes"?>
<Relationships xmlns="http://schemas.openxmlformats.org/package/2006/relationships"><Relationship Id="rId3" Type="http://schemas.openxmlformats.org/officeDocument/2006/relationships/hyperlink" Target="https://consulting.global.deloitteonline.com/sites/cloudimplementation/SitePages/Home.aspx" TargetMode="External"/><Relationship Id="rId2" Type="http://schemas.openxmlformats.org/officeDocument/2006/relationships/notesSlide" Target="../notesSlides/notesSlide8.xml"/><Relationship Id="rId1" Type="http://schemas.openxmlformats.org/officeDocument/2006/relationships/slideLayout" Target="../slideLayouts/slideLayout5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txBox="1">
            <a:spLocks/>
          </p:cNvSpPr>
          <p:nvPr/>
        </p:nvSpPr>
        <p:spPr>
          <a:xfrm>
            <a:off x="5629537" y="6330543"/>
            <a:ext cx="1674942" cy="526413"/>
          </a:xfrm>
          <a:prstGeom prst="rect">
            <a:avLst/>
          </a:prstGeom>
        </p:spPr>
        <p:txBody>
          <a:bodyPr lIns="45833" tIns="0" rIns="0" anchor="ctr" anchorCtr="0"/>
          <a:lstStyle>
            <a:lvl1pPr marL="0" indent="0" algn="l" defTabSz="914400" rtl="0" eaLnBrk="1" latinLnBrk="0" hangingPunct="1">
              <a:spcBef>
                <a:spcPct val="20000"/>
              </a:spcBef>
              <a:buFont typeface="Arial" pitchFamily="34" charset="0"/>
              <a:buNone/>
              <a:defRPr sz="2000" kern="1200" baseline="0">
                <a:solidFill>
                  <a:schemeClr val="tx1"/>
                </a:solidFill>
                <a:latin typeface="+mn-lt"/>
                <a:ea typeface="+mn-ea"/>
                <a:cs typeface="+mn-cs"/>
              </a:defRPr>
            </a:lvl1pPr>
            <a:lvl2pPr marL="685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6686">
              <a:spcBef>
                <a:spcPts val="0"/>
              </a:spcBef>
            </a:pPr>
            <a:r>
              <a:rPr lang="en-US" sz="1399" dirty="0">
                <a:solidFill>
                  <a:srgbClr val="313131"/>
                </a:solidFill>
                <a:latin typeface="Arial"/>
              </a:rPr>
              <a:t>October 12, 2018</a:t>
            </a:r>
          </a:p>
        </p:txBody>
      </p:sp>
      <p:pic>
        <p:nvPicPr>
          <p:cNvPr id="11" name="Picture 10" descr="DeloitteLogoBlack.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54483" y="227500"/>
            <a:ext cx="1546163" cy="278033"/>
          </a:xfrm>
          <a:prstGeom prst="rect">
            <a:avLst/>
          </a:prstGeom>
        </p:spPr>
      </p:pic>
      <p:sp>
        <p:nvSpPr>
          <p:cNvPr id="13" name="Copyright"/>
          <p:cNvSpPr txBox="1"/>
          <p:nvPr/>
        </p:nvSpPr>
        <p:spPr>
          <a:xfrm>
            <a:off x="236385" y="6533737"/>
            <a:ext cx="5368448" cy="100275"/>
          </a:xfrm>
          <a:prstGeom prst="rect">
            <a:avLst/>
          </a:prstGeom>
          <a:noFill/>
        </p:spPr>
        <p:txBody>
          <a:bodyPr vert="horz" wrap="square" lIns="0" tIns="0" rIns="0" bIns="0" rtlCol="0" anchor="t">
            <a:noAutofit/>
          </a:bodyPr>
          <a:lstStyle/>
          <a:p>
            <a:pPr defTabSz="1222218">
              <a:spcBef>
                <a:spcPts val="802"/>
              </a:spcBef>
              <a:buSzPct val="100000"/>
            </a:pPr>
            <a:r>
              <a:rPr lang="en-US" sz="652" dirty="0">
                <a:solidFill>
                  <a:srgbClr val="313131"/>
                </a:solidFill>
                <a:latin typeface="Arial"/>
              </a:rPr>
              <a:t>Copyright © 2017 Deloitte Development LLC. All rights reserved.</a:t>
            </a:r>
          </a:p>
        </p:txBody>
      </p:sp>
      <p:pic>
        <p:nvPicPr>
          <p:cNvPr id="2" name="Picture 1"/>
          <p:cNvPicPr>
            <a:picLocks noChangeAspect="1"/>
          </p:cNvPicPr>
          <p:nvPr/>
        </p:nvPicPr>
        <p:blipFill>
          <a:blip r:embed="rId4"/>
          <a:stretch>
            <a:fillRect/>
          </a:stretch>
        </p:blipFill>
        <p:spPr>
          <a:xfrm>
            <a:off x="9426" y="734433"/>
            <a:ext cx="12191999" cy="5596110"/>
          </a:xfrm>
          <a:prstGeom prst="rect">
            <a:avLst/>
          </a:prstGeom>
          <a:solidFill>
            <a:srgbClr val="00B0F0"/>
          </a:solidFill>
        </p:spPr>
      </p:pic>
      <p:pic>
        <p:nvPicPr>
          <p:cNvPr id="3" name="Picture 2"/>
          <p:cNvPicPr>
            <a:picLocks noChangeAspect="1"/>
          </p:cNvPicPr>
          <p:nvPr/>
        </p:nvPicPr>
        <p:blipFill>
          <a:blip r:embed="rId5"/>
          <a:stretch>
            <a:fillRect/>
          </a:stretch>
        </p:blipFill>
        <p:spPr>
          <a:xfrm>
            <a:off x="10468633" y="37384"/>
            <a:ext cx="1623266" cy="697049"/>
          </a:xfrm>
          <a:prstGeom prst="rect">
            <a:avLst/>
          </a:prstGeom>
        </p:spPr>
      </p:pic>
      <p:sp>
        <p:nvSpPr>
          <p:cNvPr id="12" name="TextBox 11"/>
          <p:cNvSpPr txBox="1"/>
          <p:nvPr/>
        </p:nvSpPr>
        <p:spPr>
          <a:xfrm>
            <a:off x="-1" y="2437579"/>
            <a:ext cx="12191999" cy="463710"/>
          </a:xfrm>
          <a:prstGeom prst="rect">
            <a:avLst/>
          </a:prstGeom>
          <a:solidFill>
            <a:schemeClr val="bg1"/>
          </a:solidFill>
        </p:spPr>
        <p:txBody>
          <a:bodyPr wrap="square" rtlCol="0">
            <a:spAutoFit/>
          </a:bodyPr>
          <a:lstStyle/>
          <a:p>
            <a:pPr defTabSz="1214962"/>
            <a:endParaRPr lang="en-US" sz="2406" dirty="0">
              <a:solidFill>
                <a:srgbClr val="313131"/>
              </a:solidFill>
              <a:latin typeface="Arial"/>
            </a:endParaRPr>
          </a:p>
        </p:txBody>
      </p:sp>
      <p:sp>
        <p:nvSpPr>
          <p:cNvPr id="15" name="Rectangle 14"/>
          <p:cNvSpPr/>
          <p:nvPr/>
        </p:nvSpPr>
        <p:spPr>
          <a:xfrm>
            <a:off x="1300899" y="2483747"/>
            <a:ext cx="8936609" cy="400879"/>
          </a:xfrm>
          <a:prstGeom prst="rect">
            <a:avLst/>
          </a:prstGeom>
          <a:solidFill>
            <a:schemeClr val="bg1"/>
          </a:solidFill>
        </p:spPr>
        <p:txBody>
          <a:bodyPr wrap="square">
            <a:spAutoFit/>
          </a:bodyPr>
          <a:lstStyle/>
          <a:p>
            <a:pPr marL="0" lvl="1" algn="ctr" defTabSz="1214962"/>
            <a:r>
              <a:rPr lang="en-US" sz="2005" b="1" dirty="0">
                <a:solidFill>
                  <a:srgbClr val="00B0F0"/>
                </a:solidFill>
                <a:latin typeface="Arial"/>
              </a:rPr>
              <a:t>RPA (Robotic Process Automation) – Kick Off</a:t>
            </a:r>
          </a:p>
        </p:txBody>
      </p:sp>
    </p:spTree>
    <p:extLst>
      <p:ext uri="{BB962C8B-B14F-4D97-AF65-F5344CB8AC3E}">
        <p14:creationId xmlns:p14="http://schemas.microsoft.com/office/powerpoint/2010/main" val="380235532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3500212875"/>
              </p:ext>
            </p:extLst>
          </p:nvPr>
        </p:nvGraphicFramePr>
        <p:xfrm>
          <a:off x="493527" y="1062182"/>
          <a:ext cx="9879094" cy="2729808"/>
        </p:xfrm>
        <a:graphic>
          <a:graphicData uri="http://schemas.openxmlformats.org/drawingml/2006/table">
            <a:tbl>
              <a:tblPr firstRow="1" bandRow="1"/>
              <a:tblGrid>
                <a:gridCol w="9879094">
                  <a:extLst>
                    <a:ext uri="{9D8B030D-6E8A-4147-A177-3AD203B41FA5}">
                      <a16:colId xmlns:a16="http://schemas.microsoft.com/office/drawing/2014/main" val="20000"/>
                    </a:ext>
                  </a:extLst>
                </a:gridCol>
              </a:tblGrid>
              <a:tr h="359627">
                <a:tc>
                  <a:txBody>
                    <a:bodyPr/>
                    <a:lstStyle>
                      <a:lvl1pPr marL="0" algn="l" defTabSz="1219170" rtl="0" eaLnBrk="1" latinLnBrk="0" hangingPunct="1">
                        <a:defRPr sz="2400" b="1" kern="1200">
                          <a:solidFill>
                            <a:schemeClr val="lt1"/>
                          </a:solidFill>
                          <a:latin typeface="Frutiger Next Pro Light"/>
                        </a:defRPr>
                      </a:lvl1pPr>
                      <a:lvl2pPr marL="609585" algn="l" defTabSz="1219170" rtl="0" eaLnBrk="1" latinLnBrk="0" hangingPunct="1">
                        <a:defRPr sz="2400" b="1" kern="1200">
                          <a:solidFill>
                            <a:schemeClr val="lt1"/>
                          </a:solidFill>
                          <a:latin typeface="Frutiger Next Pro Light"/>
                        </a:defRPr>
                      </a:lvl2pPr>
                      <a:lvl3pPr marL="1219170" algn="l" defTabSz="1219170" rtl="0" eaLnBrk="1" latinLnBrk="0" hangingPunct="1">
                        <a:defRPr sz="2400" b="1" kern="1200">
                          <a:solidFill>
                            <a:schemeClr val="lt1"/>
                          </a:solidFill>
                          <a:latin typeface="Frutiger Next Pro Light"/>
                        </a:defRPr>
                      </a:lvl3pPr>
                      <a:lvl4pPr marL="1828754" algn="l" defTabSz="1219170" rtl="0" eaLnBrk="1" latinLnBrk="0" hangingPunct="1">
                        <a:defRPr sz="2400" b="1" kern="1200">
                          <a:solidFill>
                            <a:schemeClr val="lt1"/>
                          </a:solidFill>
                          <a:latin typeface="Frutiger Next Pro Light"/>
                        </a:defRPr>
                      </a:lvl4pPr>
                      <a:lvl5pPr marL="2438339" algn="l" defTabSz="1219170" rtl="0" eaLnBrk="1" latinLnBrk="0" hangingPunct="1">
                        <a:defRPr sz="2400" b="1" kern="1200">
                          <a:solidFill>
                            <a:schemeClr val="lt1"/>
                          </a:solidFill>
                          <a:latin typeface="Frutiger Next Pro Light"/>
                        </a:defRPr>
                      </a:lvl5pPr>
                      <a:lvl6pPr marL="3047924" algn="l" defTabSz="1219170" rtl="0" eaLnBrk="1" latinLnBrk="0" hangingPunct="1">
                        <a:defRPr sz="2400" b="1" kern="1200">
                          <a:solidFill>
                            <a:schemeClr val="lt1"/>
                          </a:solidFill>
                          <a:latin typeface="Frutiger Next Pro Light"/>
                        </a:defRPr>
                      </a:lvl6pPr>
                      <a:lvl7pPr marL="3657509" algn="l" defTabSz="1219170" rtl="0" eaLnBrk="1" latinLnBrk="0" hangingPunct="1">
                        <a:defRPr sz="2400" b="1" kern="1200">
                          <a:solidFill>
                            <a:schemeClr val="lt1"/>
                          </a:solidFill>
                          <a:latin typeface="Frutiger Next Pro Light"/>
                        </a:defRPr>
                      </a:lvl7pPr>
                      <a:lvl8pPr marL="4267093" algn="l" defTabSz="1219170" rtl="0" eaLnBrk="1" latinLnBrk="0" hangingPunct="1">
                        <a:defRPr sz="2400" b="1" kern="1200">
                          <a:solidFill>
                            <a:schemeClr val="lt1"/>
                          </a:solidFill>
                          <a:latin typeface="Frutiger Next Pro Light"/>
                        </a:defRPr>
                      </a:lvl8pPr>
                      <a:lvl9pPr marL="4876678" algn="l" defTabSz="1219170" rtl="0" eaLnBrk="1" latinLnBrk="0" hangingPunct="1">
                        <a:defRPr sz="2400" b="1" kern="1200">
                          <a:solidFill>
                            <a:schemeClr val="lt1"/>
                          </a:solidFill>
                          <a:latin typeface="Frutiger Next Pro Light"/>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sz="1800" b="0" baseline="0" dirty="0">
                          <a:solidFill>
                            <a:srgbClr val="000000"/>
                          </a:solidFill>
                          <a:latin typeface="Calibri" panose="020F0502020204030204" pitchFamily="34" charset="0"/>
                          <a:cs typeface="Calibri" panose="020F0502020204030204" pitchFamily="34" charset="0"/>
                        </a:rPr>
                        <a:t>Project Objectives</a:t>
                      </a:r>
                    </a:p>
                  </a:txBody>
                  <a:tcPr marL="0" marR="0" marT="0" marB="0" anchor="ctr">
                    <a:lnL w="12700" cmpd="sng">
                      <a:noFill/>
                    </a:lnL>
                    <a:lnR w="12700" cap="flat" cmpd="sng" algn="ctr">
                      <a:noFill/>
                      <a:prstDash val="solid"/>
                      <a:round/>
                      <a:headEnd type="none" w="med" len="med"/>
                      <a:tailEnd type="none" w="med" len="med"/>
                    </a:lnR>
                    <a:lnT w="12700" cap="flat" cmpd="sng" algn="ctr">
                      <a:solidFill>
                        <a:srgbClr val="92D050"/>
                      </a:solidFill>
                      <a:prstDash val="solid"/>
                      <a:round/>
                      <a:headEnd type="none" w="med" len="med"/>
                      <a:tailEnd type="none" w="med" len="med"/>
                    </a:lnT>
                    <a:lnB w="12700" cap="flat" cmpd="sng" algn="ctr">
                      <a:solidFill>
                        <a:srgbClr val="92D05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59627">
                <a:tc>
                  <a: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sz="1800" b="0" kern="1200" baseline="0" dirty="0">
                          <a:solidFill>
                            <a:srgbClr val="000000"/>
                          </a:solidFill>
                          <a:latin typeface="Calibri" panose="020F0502020204030204" pitchFamily="34" charset="0"/>
                          <a:ea typeface="+mn-ea"/>
                          <a:cs typeface="Calibri" panose="020F0502020204030204" pitchFamily="34" charset="0"/>
                        </a:rPr>
                        <a:t>Project Scope</a:t>
                      </a:r>
                    </a:p>
                  </a:txBody>
                  <a:tcPr marL="0" marR="0" marT="0" marB="0" anchor="ctr">
                    <a:lnL w="12700" cmpd="sng">
                      <a:noFill/>
                    </a:lnL>
                    <a:lnR w="12700" cap="flat" cmpd="sng" algn="ctr">
                      <a:noFill/>
                      <a:prstDash val="solid"/>
                      <a:round/>
                      <a:headEnd type="none" w="med" len="med"/>
                      <a:tailEnd type="none" w="med" len="med"/>
                    </a:lnR>
                    <a:lnT w="12700" cap="flat" cmpd="sng" algn="ctr">
                      <a:solidFill>
                        <a:srgbClr val="92D050"/>
                      </a:solidFill>
                      <a:prstDash val="solid"/>
                      <a:round/>
                      <a:headEnd type="none" w="med" len="med"/>
                      <a:tailEnd type="none" w="med" len="med"/>
                    </a:lnT>
                    <a:lnB w="12700" cap="flat" cmpd="sng" algn="ctr">
                      <a:solidFill>
                        <a:srgbClr val="92D05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6898353"/>
                  </a:ext>
                </a:extLst>
              </a:tr>
              <a:tr h="359627">
                <a:tc>
                  <a: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sz="1800" b="0" baseline="0" dirty="0">
                          <a:solidFill>
                            <a:srgbClr val="000000"/>
                          </a:solidFill>
                          <a:latin typeface="Calibri" panose="020F0502020204030204" pitchFamily="34" charset="0"/>
                          <a:cs typeface="Calibri" panose="020F0502020204030204" pitchFamily="34" charset="0"/>
                        </a:rPr>
                        <a:t>Project Timeline, Key Milestones and Deliverables </a:t>
                      </a:r>
                      <a:endParaRPr lang="en-US" sz="1800" b="0" kern="1200" baseline="0" dirty="0">
                        <a:solidFill>
                          <a:srgbClr val="000000"/>
                        </a:solidFill>
                        <a:latin typeface="Calibri" panose="020F0502020204030204" pitchFamily="34" charset="0"/>
                        <a:ea typeface="+mn-ea"/>
                        <a:cs typeface="Calibri" panose="020F0502020204030204" pitchFamily="34" charset="0"/>
                      </a:endParaRPr>
                    </a:p>
                  </a:txBody>
                  <a:tcPr marL="0" marR="0" marT="0" marB="0" anchor="ctr">
                    <a:lnL w="12700" cmpd="sng">
                      <a:noFill/>
                    </a:lnL>
                    <a:lnR w="12700" cap="flat" cmpd="sng" algn="ctr">
                      <a:noFill/>
                      <a:prstDash val="solid"/>
                      <a:round/>
                      <a:headEnd type="none" w="med" len="med"/>
                      <a:tailEnd type="none" w="med" len="med"/>
                    </a:lnR>
                    <a:lnT w="12700" cap="flat" cmpd="sng" algn="ctr">
                      <a:solidFill>
                        <a:srgbClr val="92D050"/>
                      </a:solidFill>
                      <a:prstDash val="solid"/>
                      <a:round/>
                      <a:headEnd type="none" w="med" len="med"/>
                      <a:tailEnd type="none" w="med" len="med"/>
                    </a:lnT>
                    <a:lnB w="12700" cap="flat" cmpd="sng" algn="ctr">
                      <a:solidFill>
                        <a:srgbClr val="92D05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633780"/>
                  </a:ext>
                </a:extLst>
              </a:tr>
              <a:tr h="359627">
                <a:tc>
                  <a:txBody>
                    <a:bodyPr/>
                    <a:lstStyle/>
                    <a:p>
                      <a:pPr marL="0" marR="0" indent="0" algn="l" defTabSz="914400" rtl="0" eaLnBrk="1" fontAlgn="auto" latinLnBrk="0" hangingPunct="1">
                        <a:lnSpc>
                          <a:spcPct val="100000"/>
                        </a:lnSpc>
                        <a:spcBef>
                          <a:spcPts val="0"/>
                        </a:spcBef>
                        <a:spcAft>
                          <a:spcPts val="300"/>
                        </a:spcAft>
                        <a:buClrTx/>
                        <a:buSzTx/>
                        <a:buFontTx/>
                        <a:buNone/>
                        <a:tabLst/>
                        <a:defRPr/>
                      </a:pPr>
                      <a:r>
                        <a:rPr lang="en-US" sz="1800" b="0" kern="1200" baseline="0" dirty="0">
                          <a:solidFill>
                            <a:srgbClr val="000000"/>
                          </a:solidFill>
                          <a:latin typeface="Calibri" panose="020F0502020204030204" pitchFamily="34" charset="0"/>
                          <a:ea typeface="+mn-ea"/>
                          <a:cs typeface="Calibri" panose="020F0502020204030204" pitchFamily="34" charset="0"/>
                        </a:rPr>
                        <a:t>Program Management </a:t>
                      </a:r>
                    </a:p>
                    <a:p>
                      <a:pPr marL="742950"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400" b="0" baseline="0" dirty="0">
                          <a:solidFill>
                            <a:srgbClr val="000000"/>
                          </a:solidFill>
                          <a:latin typeface="Calibri" panose="020F0502020204030204" pitchFamily="34" charset="0"/>
                          <a:cs typeface="Calibri" panose="020F0502020204030204" pitchFamily="34" charset="0"/>
                        </a:rPr>
                        <a:t>Program Meeting Cadence</a:t>
                      </a:r>
                    </a:p>
                    <a:p>
                      <a:pPr marL="742950"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400" b="0" baseline="0" dirty="0">
                          <a:solidFill>
                            <a:srgbClr val="000000"/>
                          </a:solidFill>
                          <a:latin typeface="Calibri" panose="020F0502020204030204" pitchFamily="34" charset="0"/>
                          <a:cs typeface="Calibri" panose="020F0502020204030204" pitchFamily="34" charset="0"/>
                        </a:rPr>
                        <a:t>Document Repository (SharePoint)</a:t>
                      </a:r>
                    </a:p>
                  </a:txBody>
                  <a:tcPr marL="0" marR="0" marT="0" marB="0" anchor="ctr">
                    <a:lnL w="12700" cmpd="sng">
                      <a:noFill/>
                    </a:lnL>
                    <a:lnR w="12700" cap="flat" cmpd="sng" algn="ctr">
                      <a:noFill/>
                      <a:prstDash val="solid"/>
                      <a:round/>
                      <a:headEnd type="none" w="med" len="med"/>
                      <a:tailEnd type="none" w="med" len="med"/>
                    </a:lnR>
                    <a:lnT w="12700" cap="flat" cmpd="sng" algn="ctr">
                      <a:solidFill>
                        <a:srgbClr val="92D050"/>
                      </a:solidFill>
                      <a:prstDash val="solid"/>
                      <a:round/>
                      <a:headEnd type="none" w="med" len="med"/>
                      <a:tailEnd type="none" w="med" len="med"/>
                    </a:lnT>
                    <a:lnB w="12700" cap="flat" cmpd="sng" algn="ctr">
                      <a:solidFill>
                        <a:srgbClr val="92D05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9231363"/>
                  </a:ext>
                </a:extLst>
              </a:tr>
              <a:tr h="347907">
                <a:tc>
                  <a:txBody>
                    <a:bodyPr/>
                    <a:lstStyle/>
                    <a:p>
                      <a:pPr marL="0" marR="0" indent="0" algn="l" defTabSz="914400" rtl="0" eaLnBrk="1" fontAlgn="auto" latinLnBrk="0" hangingPunct="1">
                        <a:lnSpc>
                          <a:spcPct val="100000"/>
                        </a:lnSpc>
                        <a:spcBef>
                          <a:spcPts val="0"/>
                        </a:spcBef>
                        <a:spcAft>
                          <a:spcPts val="300"/>
                        </a:spcAft>
                        <a:buClrTx/>
                        <a:buSzTx/>
                        <a:buFontTx/>
                        <a:buNone/>
                        <a:tabLst/>
                        <a:defRPr/>
                      </a:pPr>
                      <a:r>
                        <a:rPr lang="en-US" sz="1800" b="0" baseline="0" dirty="0">
                          <a:solidFill>
                            <a:srgbClr val="000000"/>
                          </a:solidFill>
                          <a:latin typeface="Calibri" panose="020F0502020204030204" pitchFamily="34" charset="0"/>
                          <a:cs typeface="Calibri" panose="020F0502020204030204" pitchFamily="34" charset="0"/>
                        </a:rPr>
                        <a:t>Q&amp;A</a:t>
                      </a:r>
                    </a:p>
                  </a:txBody>
                  <a:tcPr marL="0" marR="0" marT="0" marB="0" anchor="ctr">
                    <a:lnL w="12700" cmpd="sng">
                      <a:noFill/>
                    </a:lnL>
                    <a:lnR w="12700" cap="flat" cmpd="sng" algn="ctr">
                      <a:noFill/>
                      <a:prstDash val="solid"/>
                      <a:round/>
                      <a:headEnd type="none" w="med" len="med"/>
                      <a:tailEnd type="none" w="med" len="med"/>
                    </a:lnR>
                    <a:lnT w="12700" cap="flat" cmpd="sng" algn="ctr">
                      <a:solidFill>
                        <a:srgbClr val="92D050"/>
                      </a:solidFill>
                      <a:prstDash val="solid"/>
                      <a:round/>
                      <a:headEnd type="none" w="med" len="med"/>
                      <a:tailEnd type="none" w="med" len="med"/>
                    </a:lnT>
                    <a:lnB w="12700" cap="flat" cmpd="sng" algn="ctr">
                      <a:solidFill>
                        <a:srgbClr val="92D05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6934939"/>
                  </a:ext>
                </a:extLst>
              </a:tr>
              <a:tr h="347907">
                <a:tc>
                  <a:txBody>
                    <a:bodyPr/>
                    <a:lstStyle/>
                    <a:p>
                      <a:pPr marL="0" marR="0" indent="0" algn="l" defTabSz="914400" rtl="0" eaLnBrk="1" fontAlgn="auto" latinLnBrk="0" hangingPunct="1">
                        <a:lnSpc>
                          <a:spcPct val="100000"/>
                        </a:lnSpc>
                        <a:spcBef>
                          <a:spcPts val="0"/>
                        </a:spcBef>
                        <a:spcAft>
                          <a:spcPts val="300"/>
                        </a:spcAft>
                        <a:buClrTx/>
                        <a:buSzTx/>
                        <a:buFontTx/>
                        <a:buNone/>
                        <a:tabLst/>
                        <a:defRPr/>
                      </a:pPr>
                      <a:r>
                        <a:rPr lang="en-US" sz="1800" b="0" baseline="0" dirty="0">
                          <a:solidFill>
                            <a:srgbClr val="000000"/>
                          </a:solidFill>
                          <a:latin typeface="Calibri" panose="020F0502020204030204" pitchFamily="34" charset="0"/>
                          <a:cs typeface="Calibri" panose="020F0502020204030204" pitchFamily="34" charset="0"/>
                        </a:rPr>
                        <a:t>Appendix</a:t>
                      </a:r>
                    </a:p>
                    <a:p>
                      <a:pPr marL="742950"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400" b="0" kern="1200" baseline="0" dirty="0">
                          <a:solidFill>
                            <a:srgbClr val="000000"/>
                          </a:solidFill>
                          <a:latin typeface="Calibri" panose="020F0502020204030204" pitchFamily="34" charset="0"/>
                          <a:ea typeface="+mn-ea"/>
                          <a:cs typeface="Calibri" panose="020F0502020204030204" pitchFamily="34" charset="0"/>
                        </a:rPr>
                        <a:t>Scenarios Listing</a:t>
                      </a:r>
                    </a:p>
                  </a:txBody>
                  <a:tcPr marL="0" marR="0" marT="0" marB="0" anchor="ctr">
                    <a:lnL w="12700" cmpd="sng">
                      <a:noFill/>
                    </a:lnL>
                    <a:lnR w="12700" cap="flat" cmpd="sng" algn="ctr">
                      <a:noFill/>
                      <a:prstDash val="solid"/>
                      <a:round/>
                      <a:headEnd type="none" w="med" len="med"/>
                      <a:tailEnd type="none" w="med" len="med"/>
                    </a:lnR>
                    <a:lnT w="12700" cap="flat" cmpd="sng" algn="ctr">
                      <a:solidFill>
                        <a:srgbClr val="92D050"/>
                      </a:solidFill>
                      <a:prstDash val="solid"/>
                      <a:round/>
                      <a:headEnd type="none" w="med" len="med"/>
                      <a:tailEnd type="none" w="med" len="med"/>
                    </a:lnT>
                    <a:lnB w="12700" cap="flat" cmpd="sng" algn="ctr">
                      <a:solidFill>
                        <a:srgbClr val="92D05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bl>
          </a:graphicData>
        </a:graphic>
      </p:graphicFrame>
      <p:sp>
        <p:nvSpPr>
          <p:cNvPr id="5" name="Title 4"/>
          <p:cNvSpPr>
            <a:spLocks noGrp="1"/>
          </p:cNvSpPr>
          <p:nvPr>
            <p:ph type="title"/>
          </p:nvPr>
        </p:nvSpPr>
        <p:spPr>
          <a:xfrm>
            <a:off x="344394" y="421550"/>
            <a:ext cx="11252200" cy="492849"/>
          </a:xfrm>
        </p:spPr>
        <p:txBody>
          <a:bodyPr vert="horz" lIns="91440" tIns="45720" rIns="91440" bIns="45720" rtlCol="0" anchor="t" anchorCtr="0">
            <a:noAutofit/>
          </a:bodyPr>
          <a:lstStyle/>
          <a:p>
            <a:pPr defTabSz="914400">
              <a:lnSpc>
                <a:spcPct val="70000"/>
              </a:lnSpc>
            </a:pPr>
            <a:r>
              <a:rPr lang="en-US" sz="2400" spc="50" dirty="0"/>
              <a:t>Table of Contents</a:t>
            </a:r>
          </a:p>
        </p:txBody>
      </p:sp>
    </p:spTree>
    <p:extLst>
      <p:ext uri="{BB962C8B-B14F-4D97-AF65-F5344CB8AC3E}">
        <p14:creationId xmlns:p14="http://schemas.microsoft.com/office/powerpoint/2010/main" val="233800887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6676" y="2634521"/>
            <a:ext cx="11195637" cy="914400"/>
          </a:xfrm>
        </p:spPr>
        <p:txBody>
          <a:bodyPr/>
          <a:lstStyle/>
          <a:p>
            <a:pPr algn="ctr"/>
            <a:r>
              <a:rPr lang="en-US" altLang="ja-JP" dirty="0"/>
              <a:t>Objectives</a:t>
            </a:r>
            <a:endParaRPr lang="en-US" dirty="0"/>
          </a:p>
        </p:txBody>
      </p:sp>
      <p:sp>
        <p:nvSpPr>
          <p:cNvPr id="8" name="Title 1"/>
          <p:cNvSpPr txBox="1">
            <a:spLocks/>
          </p:cNvSpPr>
          <p:nvPr/>
        </p:nvSpPr>
        <p:spPr>
          <a:xfrm>
            <a:off x="698650" y="2871957"/>
            <a:ext cx="10960608" cy="753369"/>
          </a:xfrm>
          <a:prstGeom prst="rect">
            <a:avLst/>
          </a:prstGeom>
        </p:spPr>
        <p:txBody>
          <a:bodyPr/>
          <a:lstStyle>
            <a:lvl1pPr algn="l" defTabSz="914265" rtl="0" eaLnBrk="1" latinLnBrk="0" hangingPunct="1">
              <a:spcBef>
                <a:spcPct val="0"/>
              </a:spcBef>
              <a:buNone/>
              <a:defRPr sz="2000" b="1" kern="1200">
                <a:solidFill>
                  <a:srgbClr val="002060"/>
                </a:solidFill>
                <a:latin typeface="+mn-lt"/>
                <a:ea typeface="+mj-ea"/>
                <a:cs typeface="Arial"/>
              </a:defRPr>
            </a:lvl1pPr>
          </a:lstStyle>
          <a:p>
            <a:pPr algn="ctr"/>
            <a:endParaRPr lang="en-US" sz="4000" dirty="0"/>
          </a:p>
        </p:txBody>
      </p:sp>
    </p:spTree>
    <p:extLst>
      <p:ext uri="{BB962C8B-B14F-4D97-AF65-F5344CB8AC3E}">
        <p14:creationId xmlns:p14="http://schemas.microsoft.com/office/powerpoint/2010/main" val="2524037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31818" y="366779"/>
            <a:ext cx="10972800" cy="606426"/>
          </a:xfrm>
        </p:spPr>
        <p:txBody>
          <a:bodyPr>
            <a:noAutofit/>
          </a:bodyPr>
          <a:lstStyle/>
          <a:p>
            <a:r>
              <a:rPr lang="en-US" altLang="ja-JP" sz="3600" dirty="0"/>
              <a:t>Objective</a:t>
            </a:r>
            <a:endParaRPr lang="en-US" sz="3600" dirty="0"/>
          </a:p>
        </p:txBody>
      </p:sp>
      <p:graphicFrame>
        <p:nvGraphicFramePr>
          <p:cNvPr id="13" name="Group 42">
            <a:extLst>
              <a:ext uri="{FF2B5EF4-FFF2-40B4-BE49-F238E27FC236}">
                <a16:creationId xmlns:a16="http://schemas.microsoft.com/office/drawing/2014/main" id="{319223A6-4CB7-4AC9-B3CD-FF8609C1B62B}"/>
              </a:ext>
            </a:extLst>
          </p:cNvPr>
          <p:cNvGraphicFramePr>
            <a:graphicFrameLocks noGrp="1"/>
          </p:cNvGraphicFramePr>
          <p:nvPr>
            <p:extLst>
              <p:ext uri="{D42A27DB-BD31-4B8C-83A1-F6EECF244321}">
                <p14:modId xmlns:p14="http://schemas.microsoft.com/office/powerpoint/2010/main" val="4267682377"/>
              </p:ext>
            </p:extLst>
          </p:nvPr>
        </p:nvGraphicFramePr>
        <p:xfrm>
          <a:off x="470307" y="992543"/>
          <a:ext cx="11077528" cy="5060445"/>
        </p:xfrm>
        <a:graphic>
          <a:graphicData uri="http://schemas.openxmlformats.org/drawingml/2006/table">
            <a:tbl>
              <a:tblPr/>
              <a:tblGrid>
                <a:gridCol w="11077528">
                  <a:extLst>
                    <a:ext uri="{9D8B030D-6E8A-4147-A177-3AD203B41FA5}">
                      <a16:colId xmlns:a16="http://schemas.microsoft.com/office/drawing/2014/main" val="20000"/>
                    </a:ext>
                  </a:extLst>
                </a:gridCol>
              </a:tblGrid>
              <a:tr h="336027">
                <a:tc>
                  <a:txBody>
                    <a:bodyPr/>
                    <a:lstStyle/>
                    <a:p>
                      <a:pPr marL="0" marR="0" lvl="0" indent="0" algn="ctr" defTabSz="914400" rtl="0" eaLnBrk="0" fontAlgn="base" latinLnBrk="0" hangingPunct="0">
                        <a:lnSpc>
                          <a:spcPct val="93000"/>
                        </a:lnSpc>
                        <a:spcBef>
                          <a:spcPts val="700"/>
                        </a:spcBef>
                        <a:spcAft>
                          <a:spcPct val="0"/>
                        </a:spcAft>
                        <a:buClr>
                          <a:srgbClr val="E2A036"/>
                        </a:buClr>
                        <a:buSzPct val="100000"/>
                        <a:buFont typeface="Wingdings" pitchFamily="2" charset="2"/>
                        <a:buNone/>
                        <a:tabLst/>
                      </a:pPr>
                      <a:r>
                        <a:rPr kumimoji="0" lang="en-US" sz="1600" b="1" i="0" u="none" strike="noStrike" cap="none" normalizeH="0" baseline="0" dirty="0">
                          <a:ln>
                            <a:noFill/>
                          </a:ln>
                          <a:solidFill>
                            <a:schemeClr val="bg1"/>
                          </a:solidFill>
                          <a:effectLst/>
                          <a:latin typeface="Arial" panose="020B0604020202020204" pitchFamily="34" charset="0"/>
                          <a:ea typeface="Arial Unicode MS" pitchFamily="34" charset="-128"/>
                          <a:cs typeface="Arial" panose="020B0604020202020204" pitchFamily="34" charset="0"/>
                        </a:rPr>
                        <a:t>Objectives</a:t>
                      </a:r>
                    </a:p>
                  </a:txBody>
                  <a:tcPr marL="91444" marR="91444" marT="45729" marB="457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00B0F0"/>
                    </a:solidFill>
                  </a:tcPr>
                </a:tc>
                <a:extLst>
                  <a:ext uri="{0D108BD9-81ED-4DB2-BD59-A6C34878D82A}">
                    <a16:rowId xmlns:a16="http://schemas.microsoft.com/office/drawing/2014/main" val="10000"/>
                  </a:ext>
                </a:extLst>
              </a:tr>
              <a:tr h="4216372">
                <a:tc>
                  <a:txBody>
                    <a:bodyPr/>
                    <a:lstStyle/>
                    <a:p>
                      <a:pPr marL="285750" marR="0" lvl="0" indent="-285750" algn="l" defTabSz="914400" rtl="0" eaLnBrk="1" fontAlgn="base" latinLnBrk="0" hangingPunct="1">
                        <a:lnSpc>
                          <a:spcPct val="100000"/>
                        </a:lnSpc>
                        <a:spcBef>
                          <a:spcPts val="0"/>
                        </a:spcBef>
                        <a:spcAft>
                          <a:spcPct val="0"/>
                        </a:spcAft>
                        <a:buClrTx/>
                        <a:buSzPct val="110000"/>
                        <a:buFont typeface="Arial" panose="020B0604020202020204" pitchFamily="34" charset="0"/>
                        <a:buChar char="•"/>
                        <a:tabLst/>
                        <a:defRPr/>
                      </a:pPr>
                      <a:r>
                        <a:rPr lang="en-US" sz="1600" b="0" dirty="0">
                          <a:ea typeface="Verdana" panose="020B0604030504040204" pitchFamily="34" charset="0"/>
                          <a:cs typeface="Verdana" panose="020B0604030504040204" pitchFamily="34" charset="0"/>
                        </a:rPr>
                        <a:t>Build and Deploy Automated Testing Solution to support </a:t>
                      </a:r>
                      <a:r>
                        <a:rPr lang="en-US" sz="1600" dirty="0">
                          <a:solidFill>
                            <a:srgbClr val="000000"/>
                          </a:solidFill>
                        </a:rPr>
                        <a:t>Oracle’s quarterly upgrades for Cloud environments (ERP, HCM) to address reported issues or to introduce new functionality.</a:t>
                      </a:r>
                      <a:endParaRPr lang="en-US" sz="1600" b="0" dirty="0">
                        <a:ea typeface="Verdana" panose="020B0604030504040204" pitchFamily="34" charset="0"/>
                        <a:cs typeface="Verdana" panose="020B0604030504040204" pitchFamily="34" charset="0"/>
                      </a:endParaRPr>
                    </a:p>
                    <a:p>
                      <a:pPr marL="285750" marR="0" lvl="0" indent="-285750" algn="l" defTabSz="914400" rtl="0" eaLnBrk="1" fontAlgn="base" latinLnBrk="0" hangingPunct="1">
                        <a:lnSpc>
                          <a:spcPct val="100000"/>
                        </a:lnSpc>
                        <a:spcBef>
                          <a:spcPts val="0"/>
                        </a:spcBef>
                        <a:spcAft>
                          <a:spcPct val="0"/>
                        </a:spcAft>
                        <a:buClrTx/>
                        <a:buSzPct val="110000"/>
                        <a:buFont typeface="Arial" panose="020B0604020202020204" pitchFamily="34" charset="0"/>
                        <a:buChar char="•"/>
                        <a:tabLst/>
                        <a:defRPr/>
                      </a:pPr>
                      <a:r>
                        <a:rPr lang="en-US" sz="1600" b="0" dirty="0">
                          <a:ea typeface="Verdana" panose="020B0604030504040204" pitchFamily="34" charset="0"/>
                          <a:cs typeface="Verdana" panose="020B0604030504040204" pitchFamily="34" charset="0"/>
                        </a:rPr>
                        <a:t>Develop Automation Solution using Selenium - Jenkins   to meet HGV’s business processes in following functional areas:</a:t>
                      </a:r>
                    </a:p>
                    <a:p>
                      <a:pPr marL="742880" marR="0" lvl="1" indent="-285750" algn="l" defTabSz="914400" rtl="0" eaLnBrk="1" fontAlgn="base" latinLnBrk="0" hangingPunct="1">
                        <a:lnSpc>
                          <a:spcPct val="100000"/>
                        </a:lnSpc>
                        <a:spcBef>
                          <a:spcPts val="0"/>
                        </a:spcBef>
                        <a:spcAft>
                          <a:spcPct val="0"/>
                        </a:spcAft>
                        <a:buClrTx/>
                        <a:buSzPct val="110000"/>
                        <a:buFont typeface="Arial" panose="020B0604020202020204" pitchFamily="34" charset="0"/>
                        <a:buChar char="•"/>
                        <a:tabLst/>
                        <a:defRPr/>
                      </a:pPr>
                      <a:r>
                        <a:rPr lang="en-US" sz="1600" b="1" dirty="0">
                          <a:ea typeface="Verdana" panose="020B0604030504040204" pitchFamily="34" charset="0"/>
                          <a:cs typeface="Verdana" panose="020B0604030504040204" pitchFamily="34" charset="0"/>
                        </a:rPr>
                        <a:t>Oracle Financials (FIN): </a:t>
                      </a:r>
                    </a:p>
                    <a:p>
                      <a:pPr marL="1200015" marR="0" lvl="2" indent="-285750" algn="l" defTabSz="914400" rtl="0" eaLnBrk="1" fontAlgn="base" latinLnBrk="0" hangingPunct="1">
                        <a:lnSpc>
                          <a:spcPct val="100000"/>
                        </a:lnSpc>
                        <a:spcBef>
                          <a:spcPts val="0"/>
                        </a:spcBef>
                        <a:spcAft>
                          <a:spcPct val="0"/>
                        </a:spcAft>
                        <a:buClrTx/>
                        <a:buSzPct val="110000"/>
                        <a:buFont typeface="Arial" panose="020B0604020202020204" pitchFamily="34" charset="0"/>
                        <a:buChar char="•"/>
                        <a:tabLst/>
                        <a:defRPr/>
                      </a:pPr>
                      <a:r>
                        <a:rPr lang="en-US" sz="1600" b="0" dirty="0">
                          <a:ea typeface="Verdana" panose="020B0604030504040204" pitchFamily="34" charset="0"/>
                          <a:cs typeface="Verdana" panose="020B0604030504040204" pitchFamily="34" charset="0"/>
                        </a:rPr>
                        <a:t>General Ledger</a:t>
                      </a:r>
                    </a:p>
                    <a:p>
                      <a:pPr marL="1200015" marR="0" lvl="2" indent="-285750" algn="l" defTabSz="914400" rtl="0" eaLnBrk="1" fontAlgn="base" latinLnBrk="0" hangingPunct="1">
                        <a:lnSpc>
                          <a:spcPct val="100000"/>
                        </a:lnSpc>
                        <a:spcBef>
                          <a:spcPts val="0"/>
                        </a:spcBef>
                        <a:spcAft>
                          <a:spcPct val="0"/>
                        </a:spcAft>
                        <a:buClrTx/>
                        <a:buSzPct val="110000"/>
                        <a:buFont typeface="Arial" panose="020B0604020202020204" pitchFamily="34" charset="0"/>
                        <a:buChar char="•"/>
                        <a:tabLst/>
                        <a:defRPr/>
                      </a:pPr>
                      <a:r>
                        <a:rPr lang="en-US" sz="1600" b="0" dirty="0">
                          <a:ea typeface="Verdana" panose="020B0604030504040204" pitchFamily="34" charset="0"/>
                          <a:cs typeface="Verdana" panose="020B0604030504040204" pitchFamily="34" charset="0"/>
                        </a:rPr>
                        <a:t>Fixed Assets</a:t>
                      </a:r>
                    </a:p>
                    <a:p>
                      <a:pPr marL="1200015" marR="0" lvl="2" indent="-285750" algn="l" defTabSz="914400" rtl="0" eaLnBrk="1" fontAlgn="base" latinLnBrk="0" hangingPunct="1">
                        <a:lnSpc>
                          <a:spcPct val="100000"/>
                        </a:lnSpc>
                        <a:spcBef>
                          <a:spcPts val="0"/>
                        </a:spcBef>
                        <a:spcAft>
                          <a:spcPct val="0"/>
                        </a:spcAft>
                        <a:buClrTx/>
                        <a:buSzPct val="110000"/>
                        <a:buFont typeface="Arial" panose="020B0604020202020204" pitchFamily="34" charset="0"/>
                        <a:buChar char="•"/>
                        <a:tabLst/>
                        <a:defRPr/>
                      </a:pPr>
                      <a:r>
                        <a:rPr lang="en-US" sz="1600" b="0" dirty="0">
                          <a:ea typeface="Verdana" panose="020B0604030504040204" pitchFamily="34" charset="0"/>
                          <a:cs typeface="Verdana" panose="020B0604030504040204" pitchFamily="34" charset="0"/>
                        </a:rPr>
                        <a:t>Accounts Payable</a:t>
                      </a:r>
                    </a:p>
                    <a:p>
                      <a:pPr marL="1200015" marR="0" lvl="2" indent="-285750" algn="l" defTabSz="914400" rtl="0" eaLnBrk="1" fontAlgn="base" latinLnBrk="0" hangingPunct="1">
                        <a:lnSpc>
                          <a:spcPct val="100000"/>
                        </a:lnSpc>
                        <a:spcBef>
                          <a:spcPts val="0"/>
                        </a:spcBef>
                        <a:spcAft>
                          <a:spcPct val="0"/>
                        </a:spcAft>
                        <a:buClrTx/>
                        <a:buSzPct val="110000"/>
                        <a:buFont typeface="Arial" panose="020B0604020202020204" pitchFamily="34" charset="0"/>
                        <a:buChar char="•"/>
                        <a:tabLst/>
                        <a:defRPr/>
                      </a:pPr>
                      <a:r>
                        <a:rPr lang="en-US" sz="1600" b="0" dirty="0">
                          <a:ea typeface="Verdana" panose="020B0604030504040204" pitchFamily="34" charset="0"/>
                          <a:cs typeface="Verdana" panose="020B0604030504040204" pitchFamily="34" charset="0"/>
                        </a:rPr>
                        <a:t>Accounts Receivable</a:t>
                      </a:r>
                    </a:p>
                    <a:p>
                      <a:pPr marL="1200015" marR="0" lvl="2" indent="-285750" algn="l" defTabSz="914400" rtl="0" eaLnBrk="1" fontAlgn="base" latinLnBrk="0" hangingPunct="1">
                        <a:lnSpc>
                          <a:spcPct val="100000"/>
                        </a:lnSpc>
                        <a:spcBef>
                          <a:spcPts val="0"/>
                        </a:spcBef>
                        <a:spcAft>
                          <a:spcPct val="0"/>
                        </a:spcAft>
                        <a:buClrTx/>
                        <a:buSzPct val="110000"/>
                        <a:buFont typeface="Arial" panose="020B0604020202020204" pitchFamily="34" charset="0"/>
                        <a:buChar char="•"/>
                        <a:tabLst/>
                        <a:defRPr/>
                      </a:pPr>
                      <a:r>
                        <a:rPr lang="en-US" sz="1600" b="0" dirty="0">
                          <a:ea typeface="Verdana" panose="020B0604030504040204" pitchFamily="34" charset="0"/>
                          <a:cs typeface="Verdana" panose="020B0604030504040204" pitchFamily="34" charset="0"/>
                        </a:rPr>
                        <a:t>Cash Management</a:t>
                      </a:r>
                    </a:p>
                    <a:p>
                      <a:pPr marL="1200015" marR="0" lvl="2" indent="-285750" algn="l" defTabSz="914400" rtl="0" eaLnBrk="1" fontAlgn="base" latinLnBrk="0" hangingPunct="1">
                        <a:lnSpc>
                          <a:spcPct val="100000"/>
                        </a:lnSpc>
                        <a:spcBef>
                          <a:spcPts val="0"/>
                        </a:spcBef>
                        <a:spcAft>
                          <a:spcPct val="0"/>
                        </a:spcAft>
                        <a:buClrTx/>
                        <a:buSzPct val="110000"/>
                        <a:buFont typeface="Arial" panose="020B0604020202020204" pitchFamily="34" charset="0"/>
                        <a:buChar char="•"/>
                        <a:tabLst/>
                        <a:defRPr/>
                      </a:pPr>
                      <a:r>
                        <a:rPr lang="en-US" sz="1600" b="0" dirty="0">
                          <a:ea typeface="Verdana" panose="020B0604030504040204" pitchFamily="34" charset="0"/>
                          <a:cs typeface="Verdana" panose="020B0604030504040204" pitchFamily="34" charset="0"/>
                        </a:rPr>
                        <a:t>Project Financials</a:t>
                      </a:r>
                    </a:p>
                    <a:p>
                      <a:pPr marL="1200015" marR="0" lvl="2" indent="-285750" algn="l" defTabSz="914400" rtl="0" eaLnBrk="1" fontAlgn="base" latinLnBrk="0" hangingPunct="1">
                        <a:lnSpc>
                          <a:spcPct val="100000"/>
                        </a:lnSpc>
                        <a:spcBef>
                          <a:spcPts val="0"/>
                        </a:spcBef>
                        <a:spcAft>
                          <a:spcPct val="0"/>
                        </a:spcAft>
                        <a:buClrTx/>
                        <a:buSzPct val="110000"/>
                        <a:buFont typeface="Arial" panose="020B0604020202020204" pitchFamily="34" charset="0"/>
                        <a:buChar char="•"/>
                        <a:tabLst/>
                        <a:defRPr/>
                      </a:pPr>
                      <a:r>
                        <a:rPr lang="en-US" sz="1600" b="0" dirty="0">
                          <a:ea typeface="Verdana" panose="020B0604030504040204" pitchFamily="34" charset="0"/>
                          <a:cs typeface="Verdana" panose="020B0604030504040204" pitchFamily="34" charset="0"/>
                        </a:rPr>
                        <a:t>Procurement</a:t>
                      </a:r>
                    </a:p>
                    <a:p>
                      <a:pPr marL="742880" marR="0" lvl="1" indent="-285750" algn="l" defTabSz="914400" rtl="0" eaLnBrk="1" fontAlgn="base" latinLnBrk="0" hangingPunct="1">
                        <a:lnSpc>
                          <a:spcPct val="100000"/>
                        </a:lnSpc>
                        <a:spcBef>
                          <a:spcPts val="0"/>
                        </a:spcBef>
                        <a:spcAft>
                          <a:spcPct val="0"/>
                        </a:spcAft>
                        <a:buClrTx/>
                        <a:buSzPct val="110000"/>
                        <a:buFont typeface="Arial" panose="020B0604020202020204" pitchFamily="34" charset="0"/>
                        <a:buChar char="•"/>
                        <a:tabLst/>
                        <a:defRPr/>
                      </a:pPr>
                      <a:r>
                        <a:rPr lang="en-US" sz="1600" b="1" dirty="0">
                          <a:ea typeface="Verdana" panose="020B0604030504040204" pitchFamily="34" charset="0"/>
                          <a:cs typeface="Verdana" panose="020B0604030504040204" pitchFamily="34" charset="0"/>
                        </a:rPr>
                        <a:t>Human Capital Management (HCM): </a:t>
                      </a:r>
                    </a:p>
                    <a:p>
                      <a:pPr marL="1200015" marR="0" lvl="2" indent="-285750" algn="l" defTabSz="914400" rtl="0" eaLnBrk="1" fontAlgn="base" latinLnBrk="0" hangingPunct="1">
                        <a:lnSpc>
                          <a:spcPct val="100000"/>
                        </a:lnSpc>
                        <a:spcBef>
                          <a:spcPts val="0"/>
                        </a:spcBef>
                        <a:spcAft>
                          <a:spcPct val="0"/>
                        </a:spcAft>
                        <a:buClrTx/>
                        <a:buSzPct val="110000"/>
                        <a:buFont typeface="Arial" panose="020B0604020202020204" pitchFamily="34" charset="0"/>
                        <a:buChar char="•"/>
                        <a:tabLst/>
                        <a:defRPr/>
                      </a:pPr>
                      <a:r>
                        <a:rPr lang="en-US" sz="1600" b="0" dirty="0">
                          <a:ea typeface="Verdana" panose="020B0604030504040204" pitchFamily="34" charset="0"/>
                          <a:cs typeface="Verdana" panose="020B0604030504040204" pitchFamily="34" charset="0"/>
                        </a:rPr>
                        <a:t>Core Human Resources</a:t>
                      </a:r>
                    </a:p>
                    <a:p>
                      <a:pPr marL="1200015" marR="0" lvl="2" indent="-285750" algn="l" defTabSz="914400" rtl="0" eaLnBrk="1" fontAlgn="base" latinLnBrk="0" hangingPunct="1">
                        <a:lnSpc>
                          <a:spcPct val="100000"/>
                        </a:lnSpc>
                        <a:spcBef>
                          <a:spcPts val="0"/>
                        </a:spcBef>
                        <a:spcAft>
                          <a:spcPct val="0"/>
                        </a:spcAft>
                        <a:buClrTx/>
                        <a:buSzPct val="110000"/>
                        <a:buFont typeface="Arial" panose="020B0604020202020204" pitchFamily="34" charset="0"/>
                        <a:buChar char="•"/>
                        <a:tabLst/>
                        <a:defRPr/>
                      </a:pPr>
                      <a:r>
                        <a:rPr lang="en-US" sz="1600" b="0" dirty="0">
                          <a:ea typeface="Verdana" panose="020B0604030504040204" pitchFamily="34" charset="0"/>
                          <a:cs typeface="Verdana" panose="020B0604030504040204" pitchFamily="34" charset="0"/>
                        </a:rPr>
                        <a:t>Absence Management</a:t>
                      </a:r>
                    </a:p>
                    <a:p>
                      <a:pPr marL="1200015" marR="0" lvl="2" indent="-285750" algn="l" defTabSz="914400" rtl="0" eaLnBrk="1" fontAlgn="base" latinLnBrk="0" hangingPunct="1">
                        <a:lnSpc>
                          <a:spcPct val="100000"/>
                        </a:lnSpc>
                        <a:spcBef>
                          <a:spcPts val="0"/>
                        </a:spcBef>
                        <a:spcAft>
                          <a:spcPct val="0"/>
                        </a:spcAft>
                        <a:buClrTx/>
                        <a:buSzPct val="110000"/>
                        <a:buFont typeface="Arial" panose="020B0604020202020204" pitchFamily="34" charset="0"/>
                        <a:buChar char="•"/>
                        <a:tabLst/>
                        <a:defRPr/>
                      </a:pPr>
                      <a:r>
                        <a:rPr lang="en-US" sz="1600" b="0" dirty="0">
                          <a:ea typeface="Verdana" panose="020B0604030504040204" pitchFamily="34" charset="0"/>
                          <a:cs typeface="Verdana" panose="020B0604030504040204" pitchFamily="34" charset="0"/>
                        </a:rPr>
                        <a:t>Payroll</a:t>
                      </a:r>
                    </a:p>
                    <a:p>
                      <a:pPr marL="1200015" marR="0" lvl="2" indent="-285750" algn="l" defTabSz="914400" rtl="0" eaLnBrk="1" fontAlgn="base" latinLnBrk="0" hangingPunct="1">
                        <a:lnSpc>
                          <a:spcPct val="100000"/>
                        </a:lnSpc>
                        <a:spcBef>
                          <a:spcPts val="0"/>
                        </a:spcBef>
                        <a:spcAft>
                          <a:spcPct val="0"/>
                        </a:spcAft>
                        <a:buClrTx/>
                        <a:buSzPct val="110000"/>
                        <a:buFont typeface="Arial" panose="020B0604020202020204" pitchFamily="34" charset="0"/>
                        <a:buChar char="•"/>
                        <a:tabLst/>
                        <a:defRPr/>
                      </a:pPr>
                      <a:r>
                        <a:rPr lang="en-US" sz="1600" b="0" dirty="0">
                          <a:ea typeface="Verdana" panose="020B0604030504040204" pitchFamily="34" charset="0"/>
                          <a:cs typeface="Verdana" panose="020B0604030504040204" pitchFamily="34" charset="0"/>
                        </a:rPr>
                        <a:t>Workforce Compensation</a:t>
                      </a:r>
                    </a:p>
                    <a:p>
                      <a:pPr marL="1200015" marR="0" lvl="2" indent="-285750" algn="l" defTabSz="914400" rtl="0" eaLnBrk="1" fontAlgn="base" latinLnBrk="0" hangingPunct="1">
                        <a:lnSpc>
                          <a:spcPct val="100000"/>
                        </a:lnSpc>
                        <a:spcBef>
                          <a:spcPts val="0"/>
                        </a:spcBef>
                        <a:spcAft>
                          <a:spcPct val="0"/>
                        </a:spcAft>
                        <a:buClrTx/>
                        <a:buSzPct val="110000"/>
                        <a:buFont typeface="Arial" panose="020B0604020202020204" pitchFamily="34" charset="0"/>
                        <a:buChar char="•"/>
                        <a:tabLst/>
                        <a:defRPr/>
                      </a:pPr>
                      <a:r>
                        <a:rPr lang="en-US" sz="1600" b="0" dirty="0">
                          <a:ea typeface="Verdana" panose="020B0604030504040204" pitchFamily="34" charset="0"/>
                          <a:cs typeface="Verdana" panose="020B0604030504040204" pitchFamily="34" charset="0"/>
                        </a:rPr>
                        <a:t>Talent Management and Taleo Integrations with HCM</a:t>
                      </a:r>
                    </a:p>
                    <a:p>
                      <a:pPr marL="742880" marR="0" lvl="1" indent="-285750" algn="l" defTabSz="914400" rtl="0" eaLnBrk="1" fontAlgn="base" latinLnBrk="0" hangingPunct="1">
                        <a:lnSpc>
                          <a:spcPct val="100000"/>
                        </a:lnSpc>
                        <a:spcBef>
                          <a:spcPts val="0"/>
                        </a:spcBef>
                        <a:spcAft>
                          <a:spcPct val="0"/>
                        </a:spcAft>
                        <a:buClrTx/>
                        <a:buSzPct val="110000"/>
                        <a:buFont typeface="Arial" panose="020B0604020202020204" pitchFamily="34" charset="0"/>
                        <a:buChar char="•"/>
                        <a:tabLst/>
                        <a:defRPr/>
                      </a:pPr>
                      <a:r>
                        <a:rPr lang="en-US" sz="1600" b="1" dirty="0">
                          <a:ea typeface="Verdana" panose="020B0604030504040204" pitchFamily="34" charset="0"/>
                          <a:cs typeface="Verdana" panose="020B0604030504040204" pitchFamily="34" charset="0"/>
                        </a:rPr>
                        <a:t>Security &amp; Controls (S&amp;C)</a:t>
                      </a:r>
                    </a:p>
                    <a:p>
                      <a:pPr marL="742880" marR="0" lvl="1" indent="-285750" algn="l" defTabSz="914400" rtl="0" eaLnBrk="1" fontAlgn="base" latinLnBrk="0" hangingPunct="1">
                        <a:lnSpc>
                          <a:spcPct val="100000"/>
                        </a:lnSpc>
                        <a:spcBef>
                          <a:spcPts val="0"/>
                        </a:spcBef>
                        <a:spcAft>
                          <a:spcPct val="0"/>
                        </a:spcAft>
                        <a:buClrTx/>
                        <a:buSzPct val="110000"/>
                        <a:buFont typeface="Arial" panose="020B0604020202020204" pitchFamily="34" charset="0"/>
                        <a:buChar char="•"/>
                        <a:tabLst/>
                        <a:defRPr/>
                      </a:pPr>
                      <a:r>
                        <a:rPr lang="en-US" sz="1600" b="1" dirty="0">
                          <a:ea typeface="Verdana" panose="020B0604030504040204" pitchFamily="34" charset="0"/>
                          <a:cs typeface="Verdana" panose="020B0604030504040204" pitchFamily="34" charset="0"/>
                        </a:rPr>
                        <a:t>Integrations (Inbound / Outbound) – ERP &amp; HCM</a:t>
                      </a:r>
                      <a:endParaRPr lang="en-US" sz="1600" b="0" dirty="0">
                        <a:ea typeface="Verdana" panose="020B0604030504040204" pitchFamily="34" charset="0"/>
                        <a:cs typeface="Verdana" panose="020B0604030504040204" pitchFamily="34" charset="0"/>
                      </a:endParaRPr>
                    </a:p>
                  </a:txBody>
                  <a:tcPr marL="91444" marR="91444" marT="45729" marB="4572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65246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75CCADD-53DE-4932-9B08-A422150559C2}"/>
              </a:ext>
            </a:extLst>
          </p:cNvPr>
          <p:cNvSpPr/>
          <p:nvPr/>
        </p:nvSpPr>
        <p:spPr>
          <a:xfrm>
            <a:off x="8977771" y="2082916"/>
            <a:ext cx="2744329" cy="630942"/>
          </a:xfrm>
          <a:prstGeom prst="rect">
            <a:avLst/>
          </a:prstGeom>
        </p:spPr>
        <p:txBody>
          <a:bodyPr wrap="square" lIns="0" tIns="0" rIns="0" bIns="0">
            <a:spAutoFit/>
          </a:bodyPr>
          <a:lstStyle/>
          <a:p>
            <a:pPr>
              <a:spcBef>
                <a:spcPts val="600"/>
              </a:spcBef>
              <a:defRPr/>
            </a:pPr>
            <a:r>
              <a:rPr lang="en-US" sz="1200" b="1" dirty="0">
                <a:solidFill>
                  <a:prstClr val="black"/>
                </a:solidFill>
              </a:rPr>
              <a:t>Web based dashboards</a:t>
            </a:r>
          </a:p>
          <a:p>
            <a:pPr>
              <a:spcBef>
                <a:spcPts val="600"/>
              </a:spcBef>
              <a:defRPr/>
            </a:pPr>
            <a:r>
              <a:rPr lang="en-US" sz="1200" dirty="0"/>
              <a:t>For monitoring and execution of scripts with visibility to historical data</a:t>
            </a:r>
          </a:p>
        </p:txBody>
      </p:sp>
      <p:sp>
        <p:nvSpPr>
          <p:cNvPr id="16" name="Rectangle 15">
            <a:extLst>
              <a:ext uri="{FF2B5EF4-FFF2-40B4-BE49-F238E27FC236}">
                <a16:creationId xmlns:a16="http://schemas.microsoft.com/office/drawing/2014/main" id="{C5CA178A-23DE-4B0B-839D-951CA504B86A}"/>
              </a:ext>
            </a:extLst>
          </p:cNvPr>
          <p:cNvSpPr/>
          <p:nvPr/>
        </p:nvSpPr>
        <p:spPr>
          <a:xfrm>
            <a:off x="8983484" y="3442140"/>
            <a:ext cx="3011292" cy="630942"/>
          </a:xfrm>
          <a:prstGeom prst="rect">
            <a:avLst/>
          </a:prstGeom>
        </p:spPr>
        <p:txBody>
          <a:bodyPr wrap="square" lIns="0" tIns="0" rIns="0" bIns="0">
            <a:spAutoFit/>
          </a:bodyPr>
          <a:lstStyle/>
          <a:p>
            <a:pPr>
              <a:spcBef>
                <a:spcPts val="600"/>
              </a:spcBef>
              <a:defRPr/>
            </a:pPr>
            <a:r>
              <a:rPr lang="en-US" sz="1200" b="1" dirty="0">
                <a:solidFill>
                  <a:prstClr val="black"/>
                </a:solidFill>
              </a:rPr>
              <a:t>Powered by best of breed test automation tools</a:t>
            </a:r>
          </a:p>
          <a:p>
            <a:pPr>
              <a:spcBef>
                <a:spcPts val="600"/>
              </a:spcBef>
              <a:defRPr/>
            </a:pPr>
            <a:r>
              <a:rPr lang="en-US" sz="1200" dirty="0">
                <a:solidFill>
                  <a:prstClr val="black"/>
                </a:solidFill>
              </a:rPr>
              <a:t>Selenium &amp; Jenkins Automation</a:t>
            </a:r>
            <a:endParaRPr lang="en-US" sz="1200" dirty="0">
              <a:solidFill>
                <a:srgbClr val="FF0000"/>
              </a:solidFill>
            </a:endParaRPr>
          </a:p>
        </p:txBody>
      </p:sp>
      <p:sp>
        <p:nvSpPr>
          <p:cNvPr id="17" name="Rectangle 16">
            <a:extLst>
              <a:ext uri="{FF2B5EF4-FFF2-40B4-BE49-F238E27FC236}">
                <a16:creationId xmlns:a16="http://schemas.microsoft.com/office/drawing/2014/main" id="{A4D2C495-36F0-4FFF-81FC-E2AE02F65C15}"/>
              </a:ext>
            </a:extLst>
          </p:cNvPr>
          <p:cNvSpPr/>
          <p:nvPr/>
        </p:nvSpPr>
        <p:spPr>
          <a:xfrm>
            <a:off x="1005959" y="2357833"/>
            <a:ext cx="2840958" cy="1077218"/>
          </a:xfrm>
          <a:prstGeom prst="rect">
            <a:avLst/>
          </a:prstGeom>
        </p:spPr>
        <p:txBody>
          <a:bodyPr wrap="square" lIns="0" tIns="0" rIns="0" bIns="0">
            <a:spAutoFit/>
          </a:bodyPr>
          <a:lstStyle/>
          <a:p>
            <a:pPr>
              <a:spcBef>
                <a:spcPts val="600"/>
              </a:spcBef>
              <a:defRPr/>
            </a:pPr>
            <a:r>
              <a:rPr lang="en-US" sz="1200" b="1" dirty="0">
                <a:solidFill>
                  <a:prstClr val="black"/>
                </a:solidFill>
              </a:rPr>
              <a:t>One Stop Shop for End to end functional testing automation</a:t>
            </a:r>
          </a:p>
          <a:p>
            <a:pPr>
              <a:spcBef>
                <a:spcPts val="600"/>
              </a:spcBef>
              <a:defRPr/>
            </a:pPr>
            <a:r>
              <a:rPr lang="en-US" sz="1200" dirty="0">
                <a:solidFill>
                  <a:prstClr val="black"/>
                </a:solidFill>
              </a:rPr>
              <a:t>For Oracle ERP &amp; HCM Cloud</a:t>
            </a:r>
          </a:p>
          <a:p>
            <a:pPr>
              <a:spcBef>
                <a:spcPts val="600"/>
              </a:spcBef>
              <a:defRPr/>
            </a:pPr>
            <a:r>
              <a:rPr lang="en-US" sz="1200" dirty="0">
                <a:solidFill>
                  <a:prstClr val="black"/>
                </a:solidFill>
              </a:rPr>
              <a:t>Simulates testing of custom components such as interfaces and reports</a:t>
            </a:r>
          </a:p>
        </p:txBody>
      </p:sp>
      <p:sp>
        <p:nvSpPr>
          <p:cNvPr id="18" name="Rectangle 17">
            <a:extLst>
              <a:ext uri="{FF2B5EF4-FFF2-40B4-BE49-F238E27FC236}">
                <a16:creationId xmlns:a16="http://schemas.microsoft.com/office/drawing/2014/main" id="{94687702-8006-41DC-8F3D-A6BCDB3A40FB}"/>
              </a:ext>
            </a:extLst>
          </p:cNvPr>
          <p:cNvSpPr/>
          <p:nvPr/>
        </p:nvSpPr>
        <p:spPr>
          <a:xfrm>
            <a:off x="9018776" y="4671023"/>
            <a:ext cx="2840958" cy="815608"/>
          </a:xfrm>
          <a:prstGeom prst="rect">
            <a:avLst/>
          </a:prstGeom>
        </p:spPr>
        <p:txBody>
          <a:bodyPr wrap="square" lIns="0" tIns="0" rIns="0" bIns="0">
            <a:spAutoFit/>
          </a:bodyPr>
          <a:lstStyle/>
          <a:p>
            <a:pPr>
              <a:spcBef>
                <a:spcPts val="600"/>
              </a:spcBef>
              <a:defRPr/>
            </a:pPr>
            <a:r>
              <a:rPr lang="en-US" sz="1200" b="1" dirty="0">
                <a:solidFill>
                  <a:prstClr val="black"/>
                </a:solidFill>
              </a:rPr>
              <a:t>Intuitive to use</a:t>
            </a:r>
          </a:p>
          <a:p>
            <a:pPr>
              <a:spcBef>
                <a:spcPts val="600"/>
              </a:spcBef>
              <a:defRPr/>
            </a:pPr>
            <a:r>
              <a:rPr lang="en-US" sz="1200" dirty="0"/>
              <a:t>Enriched and simplified user interface provide modern experience for test script, data and execution management</a:t>
            </a:r>
          </a:p>
        </p:txBody>
      </p:sp>
      <p:sp>
        <p:nvSpPr>
          <p:cNvPr id="19" name="Rectangle 18">
            <a:extLst>
              <a:ext uri="{FF2B5EF4-FFF2-40B4-BE49-F238E27FC236}">
                <a16:creationId xmlns:a16="http://schemas.microsoft.com/office/drawing/2014/main" id="{1A69DAA8-F9BA-4D1F-9427-B5A36A1DDEDB}"/>
              </a:ext>
            </a:extLst>
          </p:cNvPr>
          <p:cNvSpPr/>
          <p:nvPr/>
        </p:nvSpPr>
        <p:spPr>
          <a:xfrm>
            <a:off x="1017178" y="4756891"/>
            <a:ext cx="2840958" cy="815608"/>
          </a:xfrm>
          <a:prstGeom prst="rect">
            <a:avLst/>
          </a:prstGeom>
        </p:spPr>
        <p:txBody>
          <a:bodyPr wrap="square" lIns="0" tIns="0" rIns="0" bIns="0">
            <a:spAutoFit/>
          </a:bodyPr>
          <a:lstStyle/>
          <a:p>
            <a:pPr>
              <a:spcBef>
                <a:spcPts val="600"/>
              </a:spcBef>
              <a:defRPr/>
            </a:pPr>
            <a:r>
              <a:rPr lang="en-US" sz="1200" b="1" dirty="0">
                <a:solidFill>
                  <a:prstClr val="black"/>
                </a:solidFill>
              </a:rPr>
              <a:t>Plug and play</a:t>
            </a:r>
          </a:p>
          <a:p>
            <a:pPr>
              <a:spcBef>
                <a:spcPts val="600"/>
              </a:spcBef>
              <a:defRPr/>
            </a:pPr>
            <a:r>
              <a:rPr lang="en-US" sz="1200" dirty="0">
                <a:solidFill>
                  <a:prstClr val="black"/>
                </a:solidFill>
              </a:rPr>
              <a:t>Installation, enhancement and upgrades supported by Deloitte team and alignment with oracle ERP/HCM cloud releases/updates</a:t>
            </a:r>
          </a:p>
        </p:txBody>
      </p:sp>
      <p:pic>
        <p:nvPicPr>
          <p:cNvPr id="21" name="Picture 20">
            <a:extLst>
              <a:ext uri="{FF2B5EF4-FFF2-40B4-BE49-F238E27FC236}">
                <a16:creationId xmlns:a16="http://schemas.microsoft.com/office/drawing/2014/main" id="{233EAB8D-1574-4EC9-AA55-330574FE0C36}"/>
              </a:ext>
            </a:extLst>
          </p:cNvPr>
          <p:cNvPicPr>
            <a:picLocks noChangeAspect="1"/>
          </p:cNvPicPr>
          <p:nvPr/>
        </p:nvPicPr>
        <p:blipFill>
          <a:blip r:embed="rId3"/>
          <a:stretch>
            <a:fillRect/>
          </a:stretch>
        </p:blipFill>
        <p:spPr>
          <a:xfrm>
            <a:off x="4286093" y="2790544"/>
            <a:ext cx="3619814" cy="2956816"/>
          </a:xfrm>
          <a:prstGeom prst="rect">
            <a:avLst/>
          </a:prstGeom>
        </p:spPr>
      </p:pic>
      <p:sp>
        <p:nvSpPr>
          <p:cNvPr id="24" name="TextBox 23">
            <a:extLst>
              <a:ext uri="{FF2B5EF4-FFF2-40B4-BE49-F238E27FC236}">
                <a16:creationId xmlns:a16="http://schemas.microsoft.com/office/drawing/2014/main" id="{E897E95D-62C1-4B41-A1E9-4967895AE27C}"/>
              </a:ext>
            </a:extLst>
          </p:cNvPr>
          <p:cNvSpPr txBox="1"/>
          <p:nvPr/>
        </p:nvSpPr>
        <p:spPr>
          <a:xfrm>
            <a:off x="4133724" y="2261348"/>
            <a:ext cx="3924551" cy="307777"/>
          </a:xfrm>
          <a:prstGeom prst="rect">
            <a:avLst/>
          </a:prstGeom>
          <a:noFill/>
        </p:spPr>
        <p:txBody>
          <a:bodyPr wrap="square" rtlCol="0">
            <a:spAutoFit/>
          </a:bodyPr>
          <a:lstStyle/>
          <a:p>
            <a:pPr algn="ctr" defTabSz="1219170">
              <a:defRPr/>
            </a:pPr>
            <a:r>
              <a:rPr lang="en-US" sz="1400" b="1" dirty="0">
                <a:solidFill>
                  <a:prstClr val="black"/>
                </a:solidFill>
              </a:rPr>
              <a:t>Deloitte RPA Test Automation Solution</a:t>
            </a:r>
          </a:p>
        </p:txBody>
      </p:sp>
      <p:sp>
        <p:nvSpPr>
          <p:cNvPr id="25" name="Title 3">
            <a:extLst>
              <a:ext uri="{FF2B5EF4-FFF2-40B4-BE49-F238E27FC236}">
                <a16:creationId xmlns:a16="http://schemas.microsoft.com/office/drawing/2014/main" id="{D9F512C7-0341-4B7D-BA08-C3573A1AC02A}"/>
              </a:ext>
            </a:extLst>
          </p:cNvPr>
          <p:cNvSpPr txBox="1">
            <a:spLocks/>
          </p:cNvSpPr>
          <p:nvPr/>
        </p:nvSpPr>
        <p:spPr bwMode="gray">
          <a:xfrm>
            <a:off x="319072" y="402586"/>
            <a:ext cx="11252200" cy="698501"/>
          </a:xfrm>
          <a:prstGeom prst="rect">
            <a:avLst/>
          </a:prstGeom>
        </p:spPr>
        <p:txBody>
          <a:bodyPr>
            <a:noAutofit/>
          </a:bodyPr>
          <a:lstStyle>
            <a:lvl1pPr defTabSz="1214962">
              <a:lnSpc>
                <a:spcPct val="100000"/>
              </a:lnSpc>
              <a:spcBef>
                <a:spcPct val="0"/>
              </a:spcBef>
              <a:buNone/>
              <a:defRPr lang="en-US" sz="3600" b="0" dirty="0">
                <a:latin typeface="+mj-lt"/>
                <a:ea typeface="+mj-ea"/>
                <a:cs typeface="Arial" panose="020B0604020202020204" pitchFamily="34" charset="0"/>
              </a:defRPr>
            </a:lvl1pPr>
          </a:lstStyle>
          <a:p>
            <a:r>
              <a:rPr lang="en-US" dirty="0"/>
              <a:t>Deloitte RPA Solution - Overview</a:t>
            </a:r>
          </a:p>
        </p:txBody>
      </p:sp>
      <p:sp>
        <p:nvSpPr>
          <p:cNvPr id="26" name="Text Placeholder 1">
            <a:extLst>
              <a:ext uri="{FF2B5EF4-FFF2-40B4-BE49-F238E27FC236}">
                <a16:creationId xmlns:a16="http://schemas.microsoft.com/office/drawing/2014/main" id="{C5ED7CBB-DB25-4515-9A34-CAC49A11D772}"/>
              </a:ext>
            </a:extLst>
          </p:cNvPr>
          <p:cNvSpPr txBox="1">
            <a:spLocks/>
          </p:cNvSpPr>
          <p:nvPr/>
        </p:nvSpPr>
        <p:spPr>
          <a:xfrm>
            <a:off x="466344" y="1133038"/>
            <a:ext cx="11241407" cy="461665"/>
          </a:xfrm>
          <a:prstGeom prst="rect">
            <a:avLst/>
          </a:prstGeom>
          <a:solidFill>
            <a:srgbClr val="00A3E0"/>
          </a:solidFill>
          <a:ln>
            <a:noFill/>
          </a:ln>
        </p:spPr>
        <p:txBody>
          <a:bodyPr wrap="square">
            <a:spAutoFit/>
          </a:bodyPr>
          <a:lstStyle>
            <a:defPPr>
              <a:defRPr lang="en-US"/>
            </a:defPPr>
            <a:lvl1pPr algn="ctr">
              <a:defRPr sz="1600" b="1">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marL="0" marR="0" lvl="0" indent="0" algn="l" defTabSz="121917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white"/>
                </a:solidFill>
                <a:effectLst/>
                <a:uLnTx/>
                <a:uFillTx/>
                <a:latin typeface="+mn-lt"/>
                <a:ea typeface="Verdana" panose="020B0604030504040204" pitchFamily="34" charset="0"/>
                <a:cs typeface="Verdana" panose="020B0604030504040204" pitchFamily="34" charset="0"/>
              </a:rPr>
              <a:t>Deloitte RPA solution provides a significant opportunity for reduction in the testing efforts required for functional testing (unit, regression, performance etc.) during ERP/HCM cloud implementations and regression testing needed during frequent patching and application upgrades.</a:t>
            </a:r>
          </a:p>
        </p:txBody>
      </p:sp>
      <p:grpSp>
        <p:nvGrpSpPr>
          <p:cNvPr id="30" name="Group 454">
            <a:extLst>
              <a:ext uri="{FF2B5EF4-FFF2-40B4-BE49-F238E27FC236}">
                <a16:creationId xmlns:a16="http://schemas.microsoft.com/office/drawing/2014/main" id="{2BBEDEC0-17EA-44E8-A4A3-76161AF5C16B}"/>
              </a:ext>
            </a:extLst>
          </p:cNvPr>
          <p:cNvGrpSpPr>
            <a:grpSpLocks noChangeAspect="1"/>
          </p:cNvGrpSpPr>
          <p:nvPr/>
        </p:nvGrpSpPr>
        <p:grpSpPr bwMode="auto">
          <a:xfrm>
            <a:off x="532197" y="4756891"/>
            <a:ext cx="369021" cy="369021"/>
            <a:chOff x="1912" y="1576"/>
            <a:chExt cx="340" cy="340"/>
          </a:xfrm>
          <a:solidFill>
            <a:srgbClr val="00A3E0"/>
          </a:solidFill>
        </p:grpSpPr>
        <p:sp>
          <p:nvSpPr>
            <p:cNvPr id="31" name="Freeform 455">
              <a:extLst>
                <a:ext uri="{FF2B5EF4-FFF2-40B4-BE49-F238E27FC236}">
                  <a16:creationId xmlns:a16="http://schemas.microsoft.com/office/drawing/2014/main" id="{FCD7F8C4-F243-4E40-ABB5-CF6E466F4A8F}"/>
                </a:ext>
              </a:extLst>
            </p:cNvPr>
            <p:cNvSpPr>
              <a:spLocks noEditPoints="1"/>
            </p:cNvSpPr>
            <p:nvPr/>
          </p:nvSpPr>
          <p:spPr bwMode="auto">
            <a:xfrm>
              <a:off x="2004" y="1653"/>
              <a:ext cx="171" cy="170"/>
            </a:xfrm>
            <a:custGeom>
              <a:avLst/>
              <a:gdLst>
                <a:gd name="T0" fmla="*/ 253 w 258"/>
                <a:gd name="T1" fmla="*/ 49 h 256"/>
                <a:gd name="T2" fmla="*/ 238 w 258"/>
                <a:gd name="T3" fmla="*/ 49 h 256"/>
                <a:gd name="T4" fmla="*/ 193 w 258"/>
                <a:gd name="T5" fmla="*/ 94 h 256"/>
                <a:gd name="T6" fmla="*/ 163 w 258"/>
                <a:gd name="T7" fmla="*/ 64 h 256"/>
                <a:gd name="T8" fmla="*/ 208 w 258"/>
                <a:gd name="T9" fmla="*/ 19 h 256"/>
                <a:gd name="T10" fmla="*/ 208 w 258"/>
                <a:gd name="T11" fmla="*/ 4 h 256"/>
                <a:gd name="T12" fmla="*/ 193 w 258"/>
                <a:gd name="T13" fmla="*/ 4 h 256"/>
                <a:gd name="T14" fmla="*/ 148 w 258"/>
                <a:gd name="T15" fmla="*/ 49 h 256"/>
                <a:gd name="T16" fmla="*/ 133 w 258"/>
                <a:gd name="T17" fmla="*/ 34 h 256"/>
                <a:gd name="T18" fmla="*/ 125 w 258"/>
                <a:gd name="T19" fmla="*/ 27 h 256"/>
                <a:gd name="T20" fmla="*/ 110 w 258"/>
                <a:gd name="T21" fmla="*/ 27 h 256"/>
                <a:gd name="T22" fmla="*/ 110 w 258"/>
                <a:gd name="T23" fmla="*/ 42 h 256"/>
                <a:gd name="T24" fmla="*/ 72 w 258"/>
                <a:gd name="T25" fmla="*/ 79 h 256"/>
                <a:gd name="T26" fmla="*/ 51 w 258"/>
                <a:gd name="T27" fmla="*/ 132 h 256"/>
                <a:gd name="T28" fmla="*/ 65 w 258"/>
                <a:gd name="T29" fmla="*/ 177 h 256"/>
                <a:gd name="T30" fmla="*/ 5 w 258"/>
                <a:gd name="T31" fmla="*/ 238 h 256"/>
                <a:gd name="T32" fmla="*/ 5 w 258"/>
                <a:gd name="T33" fmla="*/ 253 h 256"/>
                <a:gd name="T34" fmla="*/ 12 w 258"/>
                <a:gd name="T35" fmla="*/ 256 h 256"/>
                <a:gd name="T36" fmla="*/ 20 w 258"/>
                <a:gd name="T37" fmla="*/ 253 h 256"/>
                <a:gd name="T38" fmla="*/ 81 w 258"/>
                <a:gd name="T39" fmla="*/ 192 h 256"/>
                <a:gd name="T40" fmla="*/ 125 w 258"/>
                <a:gd name="T41" fmla="*/ 207 h 256"/>
                <a:gd name="T42" fmla="*/ 178 w 258"/>
                <a:gd name="T43" fmla="*/ 185 h 256"/>
                <a:gd name="T44" fmla="*/ 216 w 258"/>
                <a:gd name="T45" fmla="*/ 147 h 256"/>
                <a:gd name="T46" fmla="*/ 216 w 258"/>
                <a:gd name="T47" fmla="*/ 147 h 256"/>
                <a:gd name="T48" fmla="*/ 223 w 258"/>
                <a:gd name="T49" fmla="*/ 150 h 256"/>
                <a:gd name="T50" fmla="*/ 231 w 258"/>
                <a:gd name="T51" fmla="*/ 147 h 256"/>
                <a:gd name="T52" fmla="*/ 231 w 258"/>
                <a:gd name="T53" fmla="*/ 132 h 256"/>
                <a:gd name="T54" fmla="*/ 223 w 258"/>
                <a:gd name="T55" fmla="*/ 125 h 256"/>
                <a:gd name="T56" fmla="*/ 208 w 258"/>
                <a:gd name="T57" fmla="*/ 109 h 256"/>
                <a:gd name="T58" fmla="*/ 253 w 258"/>
                <a:gd name="T59" fmla="*/ 64 h 256"/>
                <a:gd name="T60" fmla="*/ 253 w 258"/>
                <a:gd name="T61" fmla="*/ 49 h 256"/>
                <a:gd name="T62" fmla="*/ 163 w 258"/>
                <a:gd name="T63" fmla="*/ 170 h 256"/>
                <a:gd name="T64" fmla="*/ 125 w 258"/>
                <a:gd name="T65" fmla="*/ 185 h 256"/>
                <a:gd name="T66" fmla="*/ 87 w 258"/>
                <a:gd name="T67" fmla="*/ 170 h 256"/>
                <a:gd name="T68" fmla="*/ 72 w 258"/>
                <a:gd name="T69" fmla="*/ 132 h 256"/>
                <a:gd name="T70" fmla="*/ 87 w 258"/>
                <a:gd name="T71" fmla="*/ 94 h 256"/>
                <a:gd name="T72" fmla="*/ 125 w 258"/>
                <a:gd name="T73" fmla="*/ 57 h 256"/>
                <a:gd name="T74" fmla="*/ 201 w 258"/>
                <a:gd name="T75" fmla="*/ 132 h 256"/>
                <a:gd name="T76" fmla="*/ 163 w 258"/>
                <a:gd name="T77" fmla="*/ 17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58" h="256">
                  <a:moveTo>
                    <a:pt x="253" y="49"/>
                  </a:moveTo>
                  <a:cubicBezTo>
                    <a:pt x="249" y="45"/>
                    <a:pt x="243" y="45"/>
                    <a:pt x="238" y="49"/>
                  </a:cubicBezTo>
                  <a:cubicBezTo>
                    <a:pt x="193" y="94"/>
                    <a:pt x="193" y="94"/>
                    <a:pt x="193" y="94"/>
                  </a:cubicBezTo>
                  <a:cubicBezTo>
                    <a:pt x="163" y="64"/>
                    <a:pt x="163" y="64"/>
                    <a:pt x="163" y="64"/>
                  </a:cubicBezTo>
                  <a:cubicBezTo>
                    <a:pt x="208" y="19"/>
                    <a:pt x="208" y="19"/>
                    <a:pt x="208" y="19"/>
                  </a:cubicBezTo>
                  <a:cubicBezTo>
                    <a:pt x="212" y="15"/>
                    <a:pt x="212" y="8"/>
                    <a:pt x="208" y="4"/>
                  </a:cubicBezTo>
                  <a:cubicBezTo>
                    <a:pt x="204" y="0"/>
                    <a:pt x="197" y="0"/>
                    <a:pt x="193" y="4"/>
                  </a:cubicBezTo>
                  <a:cubicBezTo>
                    <a:pt x="148" y="49"/>
                    <a:pt x="148" y="49"/>
                    <a:pt x="148" y="49"/>
                  </a:cubicBezTo>
                  <a:cubicBezTo>
                    <a:pt x="133" y="34"/>
                    <a:pt x="133" y="34"/>
                    <a:pt x="133" y="34"/>
                  </a:cubicBezTo>
                  <a:cubicBezTo>
                    <a:pt x="125" y="27"/>
                    <a:pt x="125" y="27"/>
                    <a:pt x="125" y="27"/>
                  </a:cubicBezTo>
                  <a:cubicBezTo>
                    <a:pt x="121" y="22"/>
                    <a:pt x="114" y="22"/>
                    <a:pt x="110" y="27"/>
                  </a:cubicBezTo>
                  <a:cubicBezTo>
                    <a:pt x="106" y="31"/>
                    <a:pt x="106" y="37"/>
                    <a:pt x="110" y="42"/>
                  </a:cubicBezTo>
                  <a:cubicBezTo>
                    <a:pt x="72" y="79"/>
                    <a:pt x="72" y="79"/>
                    <a:pt x="72" y="79"/>
                  </a:cubicBezTo>
                  <a:cubicBezTo>
                    <a:pt x="58" y="93"/>
                    <a:pt x="51" y="112"/>
                    <a:pt x="51" y="132"/>
                  </a:cubicBezTo>
                  <a:cubicBezTo>
                    <a:pt x="51" y="148"/>
                    <a:pt x="56" y="164"/>
                    <a:pt x="65" y="177"/>
                  </a:cubicBezTo>
                  <a:cubicBezTo>
                    <a:pt x="5" y="238"/>
                    <a:pt x="5" y="238"/>
                    <a:pt x="5" y="238"/>
                  </a:cubicBezTo>
                  <a:cubicBezTo>
                    <a:pt x="0" y="242"/>
                    <a:pt x="0" y="249"/>
                    <a:pt x="5" y="253"/>
                  </a:cubicBezTo>
                  <a:cubicBezTo>
                    <a:pt x="7" y="255"/>
                    <a:pt x="9" y="256"/>
                    <a:pt x="12" y="256"/>
                  </a:cubicBezTo>
                  <a:cubicBezTo>
                    <a:pt x="15" y="256"/>
                    <a:pt x="18" y="255"/>
                    <a:pt x="20" y="253"/>
                  </a:cubicBezTo>
                  <a:cubicBezTo>
                    <a:pt x="81" y="192"/>
                    <a:pt x="81" y="192"/>
                    <a:pt x="81" y="192"/>
                  </a:cubicBezTo>
                  <a:cubicBezTo>
                    <a:pt x="93" y="202"/>
                    <a:pt x="109" y="207"/>
                    <a:pt x="125" y="207"/>
                  </a:cubicBezTo>
                  <a:cubicBezTo>
                    <a:pt x="145" y="207"/>
                    <a:pt x="164" y="199"/>
                    <a:pt x="178" y="185"/>
                  </a:cubicBezTo>
                  <a:cubicBezTo>
                    <a:pt x="216" y="147"/>
                    <a:pt x="216" y="147"/>
                    <a:pt x="216" y="147"/>
                  </a:cubicBezTo>
                  <a:cubicBezTo>
                    <a:pt x="216" y="147"/>
                    <a:pt x="216" y="147"/>
                    <a:pt x="216" y="147"/>
                  </a:cubicBezTo>
                  <a:cubicBezTo>
                    <a:pt x="218" y="149"/>
                    <a:pt x="221" y="150"/>
                    <a:pt x="223" y="150"/>
                  </a:cubicBezTo>
                  <a:cubicBezTo>
                    <a:pt x="226" y="150"/>
                    <a:pt x="229" y="149"/>
                    <a:pt x="231" y="147"/>
                  </a:cubicBezTo>
                  <a:cubicBezTo>
                    <a:pt x="235" y="143"/>
                    <a:pt x="235" y="136"/>
                    <a:pt x="231" y="132"/>
                  </a:cubicBezTo>
                  <a:cubicBezTo>
                    <a:pt x="223" y="125"/>
                    <a:pt x="223" y="125"/>
                    <a:pt x="223" y="125"/>
                  </a:cubicBezTo>
                  <a:cubicBezTo>
                    <a:pt x="208" y="109"/>
                    <a:pt x="208" y="109"/>
                    <a:pt x="208" y="109"/>
                  </a:cubicBezTo>
                  <a:cubicBezTo>
                    <a:pt x="253" y="64"/>
                    <a:pt x="253" y="64"/>
                    <a:pt x="253" y="64"/>
                  </a:cubicBezTo>
                  <a:cubicBezTo>
                    <a:pt x="258" y="60"/>
                    <a:pt x="258" y="53"/>
                    <a:pt x="253" y="49"/>
                  </a:cubicBezTo>
                  <a:close/>
                  <a:moveTo>
                    <a:pt x="163" y="170"/>
                  </a:moveTo>
                  <a:cubicBezTo>
                    <a:pt x="153" y="180"/>
                    <a:pt x="139" y="185"/>
                    <a:pt x="125" y="185"/>
                  </a:cubicBezTo>
                  <a:cubicBezTo>
                    <a:pt x="111" y="185"/>
                    <a:pt x="98" y="180"/>
                    <a:pt x="87" y="170"/>
                  </a:cubicBezTo>
                  <a:cubicBezTo>
                    <a:pt x="77" y="160"/>
                    <a:pt x="72" y="146"/>
                    <a:pt x="72" y="132"/>
                  </a:cubicBezTo>
                  <a:cubicBezTo>
                    <a:pt x="72" y="118"/>
                    <a:pt x="77" y="104"/>
                    <a:pt x="87" y="94"/>
                  </a:cubicBezTo>
                  <a:cubicBezTo>
                    <a:pt x="125" y="57"/>
                    <a:pt x="125" y="57"/>
                    <a:pt x="125" y="57"/>
                  </a:cubicBezTo>
                  <a:cubicBezTo>
                    <a:pt x="201" y="132"/>
                    <a:pt x="201" y="132"/>
                    <a:pt x="201" y="132"/>
                  </a:cubicBezTo>
                  <a:lnTo>
                    <a:pt x="163"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sp>
          <p:nvSpPr>
            <p:cNvPr id="32" name="Freeform 456">
              <a:extLst>
                <a:ext uri="{FF2B5EF4-FFF2-40B4-BE49-F238E27FC236}">
                  <a16:creationId xmlns:a16="http://schemas.microsoft.com/office/drawing/2014/main" id="{DB7FFB7C-2836-47A2-A564-10A02C811DBF}"/>
                </a:ext>
              </a:extLst>
            </p:cNvPr>
            <p:cNvSpPr>
              <a:spLocks noEditPoints="1"/>
            </p:cNvSpPr>
            <p:nvPr/>
          </p:nvSpPr>
          <p:spPr bwMode="auto">
            <a:xfrm>
              <a:off x="1912" y="157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grpSp>
      <p:grpSp>
        <p:nvGrpSpPr>
          <p:cNvPr id="33" name="Group 989">
            <a:extLst>
              <a:ext uri="{FF2B5EF4-FFF2-40B4-BE49-F238E27FC236}">
                <a16:creationId xmlns:a16="http://schemas.microsoft.com/office/drawing/2014/main" id="{D278690D-3AAC-44FC-8FE4-17B221E2EE39}"/>
              </a:ext>
            </a:extLst>
          </p:cNvPr>
          <p:cNvGrpSpPr>
            <a:grpSpLocks noChangeAspect="1"/>
          </p:cNvGrpSpPr>
          <p:nvPr/>
        </p:nvGrpSpPr>
        <p:grpSpPr bwMode="auto">
          <a:xfrm>
            <a:off x="8542059" y="4671023"/>
            <a:ext cx="367631" cy="367631"/>
            <a:chOff x="2394" y="4156"/>
            <a:chExt cx="340" cy="340"/>
          </a:xfrm>
          <a:solidFill>
            <a:srgbClr val="00A3E0"/>
          </a:solidFill>
        </p:grpSpPr>
        <p:sp>
          <p:nvSpPr>
            <p:cNvPr id="34" name="Line 990">
              <a:extLst>
                <a:ext uri="{FF2B5EF4-FFF2-40B4-BE49-F238E27FC236}">
                  <a16:creationId xmlns:a16="http://schemas.microsoft.com/office/drawing/2014/main" id="{DAAAB846-CD26-4B19-B415-D674F819ED08}"/>
                </a:ext>
              </a:extLst>
            </p:cNvPr>
            <p:cNvSpPr>
              <a:spLocks noChangeShapeType="1"/>
            </p:cNvSpPr>
            <p:nvPr/>
          </p:nvSpPr>
          <p:spPr bwMode="auto">
            <a:xfrm>
              <a:off x="2528" y="4418"/>
              <a:ext cx="0" cy="0"/>
            </a:xfrm>
            <a:prstGeom prst="line">
              <a:avLst/>
            </a:prstGeom>
            <a:grpFill/>
            <a:ln w="22225" cap="rnd">
              <a:solidFill>
                <a:srgbClr val="000000"/>
              </a:solidFill>
              <a:prstDash val="solid"/>
              <a:round/>
              <a:headEnd/>
              <a:tailEnd/>
            </a:ln>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sp>
          <p:nvSpPr>
            <p:cNvPr id="35" name="Freeform 991">
              <a:extLst>
                <a:ext uri="{FF2B5EF4-FFF2-40B4-BE49-F238E27FC236}">
                  <a16:creationId xmlns:a16="http://schemas.microsoft.com/office/drawing/2014/main" id="{FA279298-34F3-4987-BB4D-F9892E3DA91F}"/>
                </a:ext>
              </a:extLst>
            </p:cNvPr>
            <p:cNvSpPr>
              <a:spLocks noEditPoints="1"/>
            </p:cNvSpPr>
            <p:nvPr/>
          </p:nvSpPr>
          <p:spPr bwMode="auto">
            <a:xfrm>
              <a:off x="2394" y="415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sp>
          <p:nvSpPr>
            <p:cNvPr id="36" name="Freeform 992">
              <a:extLst>
                <a:ext uri="{FF2B5EF4-FFF2-40B4-BE49-F238E27FC236}">
                  <a16:creationId xmlns:a16="http://schemas.microsoft.com/office/drawing/2014/main" id="{2C87CD66-5484-43FC-8E83-1C0AC60383D1}"/>
                </a:ext>
              </a:extLst>
            </p:cNvPr>
            <p:cNvSpPr>
              <a:spLocks noEditPoints="1"/>
            </p:cNvSpPr>
            <p:nvPr/>
          </p:nvSpPr>
          <p:spPr bwMode="auto">
            <a:xfrm>
              <a:off x="2464" y="4220"/>
              <a:ext cx="186" cy="212"/>
            </a:xfrm>
            <a:custGeom>
              <a:avLst/>
              <a:gdLst>
                <a:gd name="T0" fmla="*/ 253 w 280"/>
                <a:gd name="T1" fmla="*/ 320 h 320"/>
                <a:gd name="T2" fmla="*/ 244 w 280"/>
                <a:gd name="T3" fmla="*/ 304 h 320"/>
                <a:gd name="T4" fmla="*/ 256 w 280"/>
                <a:gd name="T5" fmla="*/ 202 h 320"/>
                <a:gd name="T6" fmla="*/ 235 w 280"/>
                <a:gd name="T7" fmla="*/ 201 h 320"/>
                <a:gd name="T8" fmla="*/ 224 w 280"/>
                <a:gd name="T9" fmla="*/ 213 h 320"/>
                <a:gd name="T10" fmla="*/ 224 w 280"/>
                <a:gd name="T11" fmla="*/ 213 h 320"/>
                <a:gd name="T12" fmla="*/ 214 w 280"/>
                <a:gd name="T13" fmla="*/ 192 h 320"/>
                <a:gd name="T14" fmla="*/ 192 w 280"/>
                <a:gd name="T15" fmla="*/ 192 h 320"/>
                <a:gd name="T16" fmla="*/ 182 w 280"/>
                <a:gd name="T17" fmla="*/ 213 h 320"/>
                <a:gd name="T18" fmla="*/ 171 w 280"/>
                <a:gd name="T19" fmla="*/ 170 h 320"/>
                <a:gd name="T20" fmla="*/ 150 w 280"/>
                <a:gd name="T21" fmla="*/ 170 h 320"/>
                <a:gd name="T22" fmla="*/ 139 w 280"/>
                <a:gd name="T23" fmla="*/ 213 h 320"/>
                <a:gd name="T24" fmla="*/ 128 w 280"/>
                <a:gd name="T25" fmla="*/ 117 h 320"/>
                <a:gd name="T26" fmla="*/ 107 w 280"/>
                <a:gd name="T27" fmla="*/ 117 h 320"/>
                <a:gd name="T28" fmla="*/ 101 w 280"/>
                <a:gd name="T29" fmla="*/ 255 h 320"/>
                <a:gd name="T30" fmla="*/ 57 w 280"/>
                <a:gd name="T31" fmla="*/ 196 h 320"/>
                <a:gd name="T32" fmla="*/ 43 w 280"/>
                <a:gd name="T33" fmla="*/ 192 h 320"/>
                <a:gd name="T34" fmla="*/ 42 w 280"/>
                <a:gd name="T35" fmla="*/ 209 h 320"/>
                <a:gd name="T36" fmla="*/ 101 w 280"/>
                <a:gd name="T37" fmla="*/ 316 h 320"/>
                <a:gd name="T38" fmla="*/ 86 w 280"/>
                <a:gd name="T39" fmla="*/ 317 h 320"/>
                <a:gd name="T40" fmla="*/ 33 w 280"/>
                <a:gd name="T41" fmla="*/ 173 h 320"/>
                <a:gd name="T42" fmla="*/ 76 w 280"/>
                <a:gd name="T43" fmla="*/ 187 h 320"/>
                <a:gd name="T44" fmla="*/ 86 w 280"/>
                <a:gd name="T45" fmla="*/ 117 h 320"/>
                <a:gd name="T46" fmla="*/ 150 w 280"/>
                <a:gd name="T47" fmla="*/ 117 h 320"/>
                <a:gd name="T48" fmla="*/ 160 w 280"/>
                <a:gd name="T49" fmla="*/ 138 h 320"/>
                <a:gd name="T50" fmla="*/ 203 w 280"/>
                <a:gd name="T51" fmla="*/ 160 h 320"/>
                <a:gd name="T52" fmla="*/ 246 w 280"/>
                <a:gd name="T53" fmla="*/ 170 h 320"/>
                <a:gd name="T54" fmla="*/ 278 w 280"/>
                <a:gd name="T55" fmla="*/ 245 h 320"/>
                <a:gd name="T56" fmla="*/ 118 w 280"/>
                <a:gd name="T57" fmla="*/ 64 h 320"/>
                <a:gd name="T58" fmla="*/ 183 w 280"/>
                <a:gd name="T59" fmla="*/ 117 h 320"/>
                <a:gd name="T60" fmla="*/ 118 w 280"/>
                <a:gd name="T61" fmla="*/ 42 h 320"/>
                <a:gd name="T62" fmla="*/ 44 w 280"/>
                <a:gd name="T63" fmla="*/ 129 h 320"/>
                <a:gd name="T64" fmla="*/ 57 w 280"/>
                <a:gd name="T65" fmla="*/ 138 h 320"/>
                <a:gd name="T66" fmla="*/ 65 w 280"/>
                <a:gd name="T67" fmla="*/ 117 h 320"/>
                <a:gd name="T68" fmla="*/ 23 w 280"/>
                <a:gd name="T69" fmla="*/ 133 h 320"/>
                <a:gd name="T70" fmla="*/ 118 w 280"/>
                <a:gd name="T71" fmla="*/ 21 h 320"/>
                <a:gd name="T72" fmla="*/ 213 w 280"/>
                <a:gd name="T73" fmla="*/ 123 h 320"/>
                <a:gd name="T74" fmla="*/ 235 w 280"/>
                <a:gd name="T75" fmla="*/ 125 h 320"/>
                <a:gd name="T76" fmla="*/ 118 w 280"/>
                <a:gd name="T77" fmla="*/ 0 h 320"/>
                <a:gd name="T78" fmla="*/ 2 w 280"/>
                <a:gd name="T79" fmla="*/ 137 h 320"/>
                <a:gd name="T80" fmla="*/ 14 w 280"/>
                <a:gd name="T81" fmla="*/ 145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80" h="320">
                  <a:moveTo>
                    <a:pt x="262" y="314"/>
                  </a:moveTo>
                  <a:cubicBezTo>
                    <a:pt x="260" y="318"/>
                    <a:pt x="256" y="320"/>
                    <a:pt x="253" y="320"/>
                  </a:cubicBezTo>
                  <a:cubicBezTo>
                    <a:pt x="251" y="320"/>
                    <a:pt x="249" y="319"/>
                    <a:pt x="247" y="318"/>
                  </a:cubicBezTo>
                  <a:cubicBezTo>
                    <a:pt x="242" y="315"/>
                    <a:pt x="241" y="309"/>
                    <a:pt x="244" y="304"/>
                  </a:cubicBezTo>
                  <a:cubicBezTo>
                    <a:pt x="258" y="278"/>
                    <a:pt x="256" y="246"/>
                    <a:pt x="256" y="246"/>
                  </a:cubicBezTo>
                  <a:cubicBezTo>
                    <a:pt x="256" y="202"/>
                    <a:pt x="256" y="202"/>
                    <a:pt x="256" y="202"/>
                  </a:cubicBezTo>
                  <a:cubicBezTo>
                    <a:pt x="256" y="196"/>
                    <a:pt x="251" y="192"/>
                    <a:pt x="245" y="192"/>
                  </a:cubicBezTo>
                  <a:cubicBezTo>
                    <a:pt x="240" y="192"/>
                    <a:pt x="236" y="196"/>
                    <a:pt x="235" y="201"/>
                  </a:cubicBezTo>
                  <a:cubicBezTo>
                    <a:pt x="235" y="202"/>
                    <a:pt x="235" y="202"/>
                    <a:pt x="235" y="202"/>
                  </a:cubicBezTo>
                  <a:cubicBezTo>
                    <a:pt x="235" y="208"/>
                    <a:pt x="230" y="213"/>
                    <a:pt x="224" y="213"/>
                  </a:cubicBezTo>
                  <a:cubicBezTo>
                    <a:pt x="224" y="213"/>
                    <a:pt x="224" y="213"/>
                    <a:pt x="224" y="213"/>
                  </a:cubicBezTo>
                  <a:cubicBezTo>
                    <a:pt x="224" y="213"/>
                    <a:pt x="224" y="213"/>
                    <a:pt x="224" y="213"/>
                  </a:cubicBezTo>
                  <a:cubicBezTo>
                    <a:pt x="218" y="213"/>
                    <a:pt x="214" y="208"/>
                    <a:pt x="214" y="202"/>
                  </a:cubicBezTo>
                  <a:cubicBezTo>
                    <a:pt x="214" y="192"/>
                    <a:pt x="214" y="192"/>
                    <a:pt x="214" y="192"/>
                  </a:cubicBezTo>
                  <a:cubicBezTo>
                    <a:pt x="214" y="186"/>
                    <a:pt x="209" y="181"/>
                    <a:pt x="203" y="181"/>
                  </a:cubicBezTo>
                  <a:cubicBezTo>
                    <a:pt x="197" y="181"/>
                    <a:pt x="192" y="186"/>
                    <a:pt x="192" y="192"/>
                  </a:cubicBezTo>
                  <a:cubicBezTo>
                    <a:pt x="192" y="202"/>
                    <a:pt x="192" y="202"/>
                    <a:pt x="192" y="202"/>
                  </a:cubicBezTo>
                  <a:cubicBezTo>
                    <a:pt x="192" y="208"/>
                    <a:pt x="188" y="213"/>
                    <a:pt x="182" y="213"/>
                  </a:cubicBezTo>
                  <a:cubicBezTo>
                    <a:pt x="176" y="213"/>
                    <a:pt x="171" y="208"/>
                    <a:pt x="171" y="202"/>
                  </a:cubicBezTo>
                  <a:cubicBezTo>
                    <a:pt x="171" y="170"/>
                    <a:pt x="171" y="170"/>
                    <a:pt x="171" y="170"/>
                  </a:cubicBezTo>
                  <a:cubicBezTo>
                    <a:pt x="171" y="164"/>
                    <a:pt x="166" y="160"/>
                    <a:pt x="160" y="160"/>
                  </a:cubicBezTo>
                  <a:cubicBezTo>
                    <a:pt x="154" y="160"/>
                    <a:pt x="150" y="164"/>
                    <a:pt x="150" y="170"/>
                  </a:cubicBezTo>
                  <a:cubicBezTo>
                    <a:pt x="150" y="202"/>
                    <a:pt x="150" y="202"/>
                    <a:pt x="150" y="202"/>
                  </a:cubicBezTo>
                  <a:cubicBezTo>
                    <a:pt x="150" y="208"/>
                    <a:pt x="145" y="213"/>
                    <a:pt x="139" y="213"/>
                  </a:cubicBezTo>
                  <a:cubicBezTo>
                    <a:pt x="133" y="213"/>
                    <a:pt x="128" y="208"/>
                    <a:pt x="128" y="202"/>
                  </a:cubicBezTo>
                  <a:cubicBezTo>
                    <a:pt x="128" y="117"/>
                    <a:pt x="128" y="117"/>
                    <a:pt x="128" y="117"/>
                  </a:cubicBezTo>
                  <a:cubicBezTo>
                    <a:pt x="128" y="111"/>
                    <a:pt x="124" y="106"/>
                    <a:pt x="118" y="106"/>
                  </a:cubicBezTo>
                  <a:cubicBezTo>
                    <a:pt x="112" y="106"/>
                    <a:pt x="107" y="111"/>
                    <a:pt x="107" y="117"/>
                  </a:cubicBezTo>
                  <a:cubicBezTo>
                    <a:pt x="107" y="245"/>
                    <a:pt x="107" y="245"/>
                    <a:pt x="107" y="245"/>
                  </a:cubicBezTo>
                  <a:cubicBezTo>
                    <a:pt x="107" y="249"/>
                    <a:pt x="105" y="253"/>
                    <a:pt x="101" y="255"/>
                  </a:cubicBezTo>
                  <a:cubicBezTo>
                    <a:pt x="97" y="256"/>
                    <a:pt x="93" y="256"/>
                    <a:pt x="89" y="253"/>
                  </a:cubicBezTo>
                  <a:cubicBezTo>
                    <a:pt x="75" y="241"/>
                    <a:pt x="60" y="203"/>
                    <a:pt x="57" y="196"/>
                  </a:cubicBezTo>
                  <a:cubicBezTo>
                    <a:pt x="56" y="194"/>
                    <a:pt x="54" y="192"/>
                    <a:pt x="51" y="191"/>
                  </a:cubicBezTo>
                  <a:cubicBezTo>
                    <a:pt x="48" y="190"/>
                    <a:pt x="46" y="190"/>
                    <a:pt x="43" y="192"/>
                  </a:cubicBezTo>
                  <a:cubicBezTo>
                    <a:pt x="39" y="194"/>
                    <a:pt x="39" y="202"/>
                    <a:pt x="42" y="208"/>
                  </a:cubicBezTo>
                  <a:cubicBezTo>
                    <a:pt x="42" y="209"/>
                    <a:pt x="42" y="209"/>
                    <a:pt x="42" y="209"/>
                  </a:cubicBezTo>
                  <a:cubicBezTo>
                    <a:pt x="43" y="210"/>
                    <a:pt x="64" y="269"/>
                    <a:pt x="100" y="301"/>
                  </a:cubicBezTo>
                  <a:cubicBezTo>
                    <a:pt x="104" y="305"/>
                    <a:pt x="105" y="312"/>
                    <a:pt x="101" y="316"/>
                  </a:cubicBezTo>
                  <a:cubicBezTo>
                    <a:pt x="99" y="318"/>
                    <a:pt x="96" y="320"/>
                    <a:pt x="93" y="320"/>
                  </a:cubicBezTo>
                  <a:cubicBezTo>
                    <a:pt x="90" y="320"/>
                    <a:pt x="88" y="319"/>
                    <a:pt x="86" y="317"/>
                  </a:cubicBezTo>
                  <a:cubicBezTo>
                    <a:pt x="47" y="283"/>
                    <a:pt x="25" y="224"/>
                    <a:pt x="22" y="217"/>
                  </a:cubicBezTo>
                  <a:cubicBezTo>
                    <a:pt x="15" y="202"/>
                    <a:pt x="17" y="181"/>
                    <a:pt x="33" y="173"/>
                  </a:cubicBezTo>
                  <a:cubicBezTo>
                    <a:pt x="41" y="169"/>
                    <a:pt x="50" y="168"/>
                    <a:pt x="58" y="171"/>
                  </a:cubicBezTo>
                  <a:cubicBezTo>
                    <a:pt x="66" y="174"/>
                    <a:pt x="73" y="179"/>
                    <a:pt x="76" y="187"/>
                  </a:cubicBezTo>
                  <a:cubicBezTo>
                    <a:pt x="79" y="193"/>
                    <a:pt x="82" y="201"/>
                    <a:pt x="86" y="208"/>
                  </a:cubicBezTo>
                  <a:cubicBezTo>
                    <a:pt x="86" y="117"/>
                    <a:pt x="86" y="117"/>
                    <a:pt x="86" y="117"/>
                  </a:cubicBezTo>
                  <a:cubicBezTo>
                    <a:pt x="86" y="99"/>
                    <a:pt x="100" y="85"/>
                    <a:pt x="118" y="85"/>
                  </a:cubicBezTo>
                  <a:cubicBezTo>
                    <a:pt x="135" y="85"/>
                    <a:pt x="150" y="99"/>
                    <a:pt x="150" y="117"/>
                  </a:cubicBezTo>
                  <a:cubicBezTo>
                    <a:pt x="150" y="140"/>
                    <a:pt x="150" y="140"/>
                    <a:pt x="150" y="140"/>
                  </a:cubicBezTo>
                  <a:cubicBezTo>
                    <a:pt x="153" y="139"/>
                    <a:pt x="157" y="138"/>
                    <a:pt x="160" y="138"/>
                  </a:cubicBezTo>
                  <a:cubicBezTo>
                    <a:pt x="175" y="138"/>
                    <a:pt x="187" y="148"/>
                    <a:pt x="191" y="162"/>
                  </a:cubicBezTo>
                  <a:cubicBezTo>
                    <a:pt x="195" y="161"/>
                    <a:pt x="199" y="160"/>
                    <a:pt x="203" y="160"/>
                  </a:cubicBezTo>
                  <a:cubicBezTo>
                    <a:pt x="214" y="160"/>
                    <a:pt x="224" y="166"/>
                    <a:pt x="230" y="175"/>
                  </a:cubicBezTo>
                  <a:cubicBezTo>
                    <a:pt x="235" y="172"/>
                    <a:pt x="240" y="170"/>
                    <a:pt x="246" y="170"/>
                  </a:cubicBezTo>
                  <a:cubicBezTo>
                    <a:pt x="263" y="170"/>
                    <a:pt x="278" y="185"/>
                    <a:pt x="278" y="202"/>
                  </a:cubicBezTo>
                  <a:cubicBezTo>
                    <a:pt x="278" y="245"/>
                    <a:pt x="278" y="245"/>
                    <a:pt x="278" y="245"/>
                  </a:cubicBezTo>
                  <a:cubicBezTo>
                    <a:pt x="278" y="246"/>
                    <a:pt x="280" y="283"/>
                    <a:pt x="262" y="314"/>
                  </a:cubicBezTo>
                  <a:close/>
                  <a:moveTo>
                    <a:pt x="118" y="64"/>
                  </a:moveTo>
                  <a:cubicBezTo>
                    <a:pt x="144" y="64"/>
                    <a:pt x="166" y="82"/>
                    <a:pt x="171" y="108"/>
                  </a:cubicBezTo>
                  <a:cubicBezTo>
                    <a:pt x="172" y="114"/>
                    <a:pt x="177" y="118"/>
                    <a:pt x="183" y="117"/>
                  </a:cubicBezTo>
                  <a:cubicBezTo>
                    <a:pt x="189" y="116"/>
                    <a:pt x="193" y="110"/>
                    <a:pt x="192" y="105"/>
                  </a:cubicBezTo>
                  <a:cubicBezTo>
                    <a:pt x="186" y="68"/>
                    <a:pt x="155" y="42"/>
                    <a:pt x="118" y="42"/>
                  </a:cubicBezTo>
                  <a:cubicBezTo>
                    <a:pt x="77" y="42"/>
                    <a:pt x="43" y="76"/>
                    <a:pt x="43" y="117"/>
                  </a:cubicBezTo>
                  <a:cubicBezTo>
                    <a:pt x="43" y="121"/>
                    <a:pt x="44" y="125"/>
                    <a:pt x="44" y="129"/>
                  </a:cubicBezTo>
                  <a:cubicBezTo>
                    <a:pt x="45" y="135"/>
                    <a:pt x="50" y="138"/>
                    <a:pt x="55" y="138"/>
                  </a:cubicBezTo>
                  <a:cubicBezTo>
                    <a:pt x="56" y="138"/>
                    <a:pt x="56" y="138"/>
                    <a:pt x="57" y="138"/>
                  </a:cubicBezTo>
                  <a:cubicBezTo>
                    <a:pt x="63" y="137"/>
                    <a:pt x="67" y="132"/>
                    <a:pt x="66" y="126"/>
                  </a:cubicBezTo>
                  <a:cubicBezTo>
                    <a:pt x="65" y="123"/>
                    <a:pt x="65" y="120"/>
                    <a:pt x="65" y="117"/>
                  </a:cubicBezTo>
                  <a:cubicBezTo>
                    <a:pt x="65" y="88"/>
                    <a:pt x="89" y="64"/>
                    <a:pt x="118" y="64"/>
                  </a:cubicBezTo>
                  <a:close/>
                  <a:moveTo>
                    <a:pt x="23" y="133"/>
                  </a:moveTo>
                  <a:cubicBezTo>
                    <a:pt x="22" y="128"/>
                    <a:pt x="22" y="122"/>
                    <a:pt x="22" y="117"/>
                  </a:cubicBezTo>
                  <a:cubicBezTo>
                    <a:pt x="22" y="64"/>
                    <a:pt x="65" y="21"/>
                    <a:pt x="118" y="21"/>
                  </a:cubicBezTo>
                  <a:cubicBezTo>
                    <a:pt x="171" y="21"/>
                    <a:pt x="214" y="64"/>
                    <a:pt x="214" y="117"/>
                  </a:cubicBezTo>
                  <a:cubicBezTo>
                    <a:pt x="214" y="119"/>
                    <a:pt x="214" y="121"/>
                    <a:pt x="213" y="123"/>
                  </a:cubicBezTo>
                  <a:cubicBezTo>
                    <a:pt x="213" y="129"/>
                    <a:pt x="218" y="134"/>
                    <a:pt x="223" y="135"/>
                  </a:cubicBezTo>
                  <a:cubicBezTo>
                    <a:pt x="229" y="135"/>
                    <a:pt x="234" y="131"/>
                    <a:pt x="235" y="125"/>
                  </a:cubicBezTo>
                  <a:cubicBezTo>
                    <a:pt x="235" y="122"/>
                    <a:pt x="235" y="120"/>
                    <a:pt x="235" y="117"/>
                  </a:cubicBezTo>
                  <a:cubicBezTo>
                    <a:pt x="235" y="52"/>
                    <a:pt x="182" y="0"/>
                    <a:pt x="118" y="0"/>
                  </a:cubicBezTo>
                  <a:cubicBezTo>
                    <a:pt x="53" y="0"/>
                    <a:pt x="0" y="52"/>
                    <a:pt x="0" y="117"/>
                  </a:cubicBezTo>
                  <a:cubicBezTo>
                    <a:pt x="0" y="124"/>
                    <a:pt x="1" y="130"/>
                    <a:pt x="2" y="137"/>
                  </a:cubicBezTo>
                  <a:cubicBezTo>
                    <a:pt x="3" y="142"/>
                    <a:pt x="7" y="145"/>
                    <a:pt x="12" y="145"/>
                  </a:cubicBezTo>
                  <a:cubicBezTo>
                    <a:pt x="13" y="145"/>
                    <a:pt x="14" y="145"/>
                    <a:pt x="14" y="145"/>
                  </a:cubicBezTo>
                  <a:cubicBezTo>
                    <a:pt x="20" y="144"/>
                    <a:pt x="24" y="139"/>
                    <a:pt x="23" y="13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grpSp>
      <p:grpSp>
        <p:nvGrpSpPr>
          <p:cNvPr id="37" name="Group 285">
            <a:extLst>
              <a:ext uri="{FF2B5EF4-FFF2-40B4-BE49-F238E27FC236}">
                <a16:creationId xmlns:a16="http://schemas.microsoft.com/office/drawing/2014/main" id="{0A62D440-4EE9-4EF1-86BF-BF7276B72AC5}"/>
              </a:ext>
            </a:extLst>
          </p:cNvPr>
          <p:cNvGrpSpPr>
            <a:grpSpLocks noChangeAspect="1"/>
          </p:cNvGrpSpPr>
          <p:nvPr/>
        </p:nvGrpSpPr>
        <p:grpSpPr bwMode="auto">
          <a:xfrm>
            <a:off x="8507635" y="3519084"/>
            <a:ext cx="370763" cy="369676"/>
            <a:chOff x="388" y="758"/>
            <a:chExt cx="341" cy="340"/>
          </a:xfrm>
          <a:solidFill>
            <a:srgbClr val="00A3E0"/>
          </a:solidFill>
        </p:grpSpPr>
        <p:sp>
          <p:nvSpPr>
            <p:cNvPr id="38" name="Freeform 286">
              <a:extLst>
                <a:ext uri="{FF2B5EF4-FFF2-40B4-BE49-F238E27FC236}">
                  <a16:creationId xmlns:a16="http://schemas.microsoft.com/office/drawing/2014/main" id="{AFC6F414-76E3-4A0F-928D-422D66AD08EA}"/>
                </a:ext>
              </a:extLst>
            </p:cNvPr>
            <p:cNvSpPr>
              <a:spLocks noEditPoints="1"/>
            </p:cNvSpPr>
            <p:nvPr/>
          </p:nvSpPr>
          <p:spPr bwMode="auto">
            <a:xfrm>
              <a:off x="462" y="834"/>
              <a:ext cx="192" cy="192"/>
            </a:xfrm>
            <a:custGeom>
              <a:avLst/>
              <a:gdLst>
                <a:gd name="T0" fmla="*/ 43 w 289"/>
                <a:gd name="T1" fmla="*/ 289 h 289"/>
                <a:gd name="T2" fmla="*/ 13 w 289"/>
                <a:gd name="T3" fmla="*/ 276 h 289"/>
                <a:gd name="T4" fmla="*/ 0 w 289"/>
                <a:gd name="T5" fmla="*/ 246 h 289"/>
                <a:gd name="T6" fmla="*/ 13 w 289"/>
                <a:gd name="T7" fmla="*/ 216 h 289"/>
                <a:gd name="T8" fmla="*/ 118 w 289"/>
                <a:gd name="T9" fmla="*/ 111 h 289"/>
                <a:gd name="T10" fmla="*/ 140 w 289"/>
                <a:gd name="T11" fmla="*/ 29 h 289"/>
                <a:gd name="T12" fmla="*/ 156 w 289"/>
                <a:gd name="T13" fmla="*/ 16 h 289"/>
                <a:gd name="T14" fmla="*/ 229 w 289"/>
                <a:gd name="T15" fmla="*/ 9 h 289"/>
                <a:gd name="T16" fmla="*/ 235 w 289"/>
                <a:gd name="T17" fmla="*/ 16 h 289"/>
                <a:gd name="T18" fmla="*/ 233 w 289"/>
                <a:gd name="T19" fmla="*/ 26 h 289"/>
                <a:gd name="T20" fmla="*/ 194 w 289"/>
                <a:gd name="T21" fmla="*/ 65 h 289"/>
                <a:gd name="T22" fmla="*/ 208 w 289"/>
                <a:gd name="T23" fmla="*/ 81 h 289"/>
                <a:gd name="T24" fmla="*/ 224 w 289"/>
                <a:gd name="T25" fmla="*/ 95 h 289"/>
                <a:gd name="T26" fmla="*/ 263 w 289"/>
                <a:gd name="T27" fmla="*/ 56 h 289"/>
                <a:gd name="T28" fmla="*/ 273 w 289"/>
                <a:gd name="T29" fmla="*/ 54 h 289"/>
                <a:gd name="T30" fmla="*/ 280 w 289"/>
                <a:gd name="T31" fmla="*/ 60 h 289"/>
                <a:gd name="T32" fmla="*/ 273 w 289"/>
                <a:gd name="T33" fmla="*/ 133 h 289"/>
                <a:gd name="T34" fmla="*/ 273 w 289"/>
                <a:gd name="T35" fmla="*/ 133 h 289"/>
                <a:gd name="T36" fmla="*/ 260 w 289"/>
                <a:gd name="T37" fmla="*/ 149 h 289"/>
                <a:gd name="T38" fmla="*/ 178 w 289"/>
                <a:gd name="T39" fmla="*/ 171 h 289"/>
                <a:gd name="T40" fmla="*/ 73 w 289"/>
                <a:gd name="T41" fmla="*/ 276 h 289"/>
                <a:gd name="T42" fmla="*/ 43 w 289"/>
                <a:gd name="T43" fmla="*/ 289 h 289"/>
                <a:gd name="T44" fmla="*/ 200 w 289"/>
                <a:gd name="T45" fmla="*/ 25 h 289"/>
                <a:gd name="T46" fmla="*/ 167 w 289"/>
                <a:gd name="T47" fmla="*/ 34 h 289"/>
                <a:gd name="T48" fmla="*/ 155 w 289"/>
                <a:gd name="T49" fmla="*/ 44 h 289"/>
                <a:gd name="T50" fmla="*/ 140 w 289"/>
                <a:gd name="T51" fmla="*/ 110 h 289"/>
                <a:gd name="T52" fmla="*/ 137 w 289"/>
                <a:gd name="T53" fmla="*/ 122 h 289"/>
                <a:gd name="T54" fmla="*/ 28 w 289"/>
                <a:gd name="T55" fmla="*/ 231 h 289"/>
                <a:gd name="T56" fmla="*/ 22 w 289"/>
                <a:gd name="T57" fmla="*/ 246 h 289"/>
                <a:gd name="T58" fmla="*/ 28 w 289"/>
                <a:gd name="T59" fmla="*/ 261 h 289"/>
                <a:gd name="T60" fmla="*/ 58 w 289"/>
                <a:gd name="T61" fmla="*/ 261 h 289"/>
                <a:gd name="T62" fmla="*/ 167 w 289"/>
                <a:gd name="T63" fmla="*/ 152 h 289"/>
                <a:gd name="T64" fmla="*/ 179 w 289"/>
                <a:gd name="T65" fmla="*/ 149 h 289"/>
                <a:gd name="T66" fmla="*/ 245 w 289"/>
                <a:gd name="T67" fmla="*/ 134 h 289"/>
                <a:gd name="T68" fmla="*/ 255 w 289"/>
                <a:gd name="T69" fmla="*/ 122 h 289"/>
                <a:gd name="T70" fmla="*/ 255 w 289"/>
                <a:gd name="T71" fmla="*/ 122 h 289"/>
                <a:gd name="T72" fmla="*/ 264 w 289"/>
                <a:gd name="T73" fmla="*/ 85 h 289"/>
                <a:gd name="T74" fmla="*/ 232 w 289"/>
                <a:gd name="T75" fmla="*/ 117 h 289"/>
                <a:gd name="T76" fmla="*/ 219 w 289"/>
                <a:gd name="T77" fmla="*/ 118 h 289"/>
                <a:gd name="T78" fmla="*/ 192 w 289"/>
                <a:gd name="T79" fmla="*/ 96 h 289"/>
                <a:gd name="T80" fmla="*/ 171 w 289"/>
                <a:gd name="T81" fmla="*/ 70 h 289"/>
                <a:gd name="T82" fmla="*/ 172 w 289"/>
                <a:gd name="T83" fmla="*/ 56 h 289"/>
                <a:gd name="T84" fmla="*/ 204 w 289"/>
                <a:gd name="T85" fmla="*/ 25 h 289"/>
                <a:gd name="T86" fmla="*/ 200 w 289"/>
                <a:gd name="T87" fmla="*/ 25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9" h="289">
                  <a:moveTo>
                    <a:pt x="43" y="289"/>
                  </a:moveTo>
                  <a:cubicBezTo>
                    <a:pt x="32" y="289"/>
                    <a:pt x="21" y="284"/>
                    <a:pt x="13" y="276"/>
                  </a:cubicBezTo>
                  <a:cubicBezTo>
                    <a:pt x="5" y="268"/>
                    <a:pt x="0" y="257"/>
                    <a:pt x="0" y="246"/>
                  </a:cubicBezTo>
                  <a:cubicBezTo>
                    <a:pt x="0" y="235"/>
                    <a:pt x="5" y="224"/>
                    <a:pt x="13" y="216"/>
                  </a:cubicBezTo>
                  <a:cubicBezTo>
                    <a:pt x="118" y="111"/>
                    <a:pt x="118" y="111"/>
                    <a:pt x="118" y="111"/>
                  </a:cubicBezTo>
                  <a:cubicBezTo>
                    <a:pt x="110" y="82"/>
                    <a:pt x="118" y="50"/>
                    <a:pt x="140" y="29"/>
                  </a:cubicBezTo>
                  <a:cubicBezTo>
                    <a:pt x="144" y="24"/>
                    <a:pt x="150" y="20"/>
                    <a:pt x="156" y="16"/>
                  </a:cubicBezTo>
                  <a:cubicBezTo>
                    <a:pt x="178" y="3"/>
                    <a:pt x="204" y="0"/>
                    <a:pt x="229" y="9"/>
                  </a:cubicBezTo>
                  <a:cubicBezTo>
                    <a:pt x="232" y="10"/>
                    <a:pt x="235" y="13"/>
                    <a:pt x="235" y="16"/>
                  </a:cubicBezTo>
                  <a:cubicBezTo>
                    <a:pt x="236" y="20"/>
                    <a:pt x="235" y="24"/>
                    <a:pt x="233" y="26"/>
                  </a:cubicBezTo>
                  <a:cubicBezTo>
                    <a:pt x="194" y="65"/>
                    <a:pt x="194" y="65"/>
                    <a:pt x="194" y="65"/>
                  </a:cubicBezTo>
                  <a:cubicBezTo>
                    <a:pt x="198" y="71"/>
                    <a:pt x="203" y="76"/>
                    <a:pt x="208" y="81"/>
                  </a:cubicBezTo>
                  <a:cubicBezTo>
                    <a:pt x="213" y="86"/>
                    <a:pt x="218" y="91"/>
                    <a:pt x="224" y="95"/>
                  </a:cubicBezTo>
                  <a:cubicBezTo>
                    <a:pt x="263" y="56"/>
                    <a:pt x="263" y="56"/>
                    <a:pt x="263" y="56"/>
                  </a:cubicBezTo>
                  <a:cubicBezTo>
                    <a:pt x="265" y="54"/>
                    <a:pt x="269" y="53"/>
                    <a:pt x="273" y="54"/>
                  </a:cubicBezTo>
                  <a:cubicBezTo>
                    <a:pt x="276" y="54"/>
                    <a:pt x="279" y="57"/>
                    <a:pt x="280" y="60"/>
                  </a:cubicBezTo>
                  <a:cubicBezTo>
                    <a:pt x="289" y="85"/>
                    <a:pt x="286" y="111"/>
                    <a:pt x="273" y="133"/>
                  </a:cubicBezTo>
                  <a:cubicBezTo>
                    <a:pt x="273" y="133"/>
                    <a:pt x="273" y="133"/>
                    <a:pt x="273" y="133"/>
                  </a:cubicBezTo>
                  <a:cubicBezTo>
                    <a:pt x="269" y="139"/>
                    <a:pt x="265" y="145"/>
                    <a:pt x="260" y="149"/>
                  </a:cubicBezTo>
                  <a:cubicBezTo>
                    <a:pt x="239" y="171"/>
                    <a:pt x="207" y="179"/>
                    <a:pt x="178" y="171"/>
                  </a:cubicBezTo>
                  <a:cubicBezTo>
                    <a:pt x="73" y="276"/>
                    <a:pt x="73" y="276"/>
                    <a:pt x="73" y="276"/>
                  </a:cubicBezTo>
                  <a:cubicBezTo>
                    <a:pt x="65" y="284"/>
                    <a:pt x="54" y="289"/>
                    <a:pt x="43" y="289"/>
                  </a:cubicBezTo>
                  <a:close/>
                  <a:moveTo>
                    <a:pt x="200" y="25"/>
                  </a:moveTo>
                  <a:cubicBezTo>
                    <a:pt x="188" y="25"/>
                    <a:pt x="177" y="28"/>
                    <a:pt x="167" y="34"/>
                  </a:cubicBezTo>
                  <a:cubicBezTo>
                    <a:pt x="162" y="37"/>
                    <a:pt x="158" y="40"/>
                    <a:pt x="155" y="44"/>
                  </a:cubicBezTo>
                  <a:cubicBezTo>
                    <a:pt x="137" y="61"/>
                    <a:pt x="132" y="87"/>
                    <a:pt x="140" y="110"/>
                  </a:cubicBezTo>
                  <a:cubicBezTo>
                    <a:pt x="141" y="114"/>
                    <a:pt x="140" y="119"/>
                    <a:pt x="137" y="122"/>
                  </a:cubicBezTo>
                  <a:cubicBezTo>
                    <a:pt x="28" y="231"/>
                    <a:pt x="28" y="231"/>
                    <a:pt x="28" y="231"/>
                  </a:cubicBezTo>
                  <a:cubicBezTo>
                    <a:pt x="24" y="235"/>
                    <a:pt x="22" y="240"/>
                    <a:pt x="22" y="246"/>
                  </a:cubicBezTo>
                  <a:cubicBezTo>
                    <a:pt x="22" y="252"/>
                    <a:pt x="24" y="257"/>
                    <a:pt x="28" y="261"/>
                  </a:cubicBezTo>
                  <a:cubicBezTo>
                    <a:pt x="36" y="269"/>
                    <a:pt x="50" y="269"/>
                    <a:pt x="58" y="261"/>
                  </a:cubicBezTo>
                  <a:cubicBezTo>
                    <a:pt x="167" y="152"/>
                    <a:pt x="167" y="152"/>
                    <a:pt x="167" y="152"/>
                  </a:cubicBezTo>
                  <a:cubicBezTo>
                    <a:pt x="170" y="149"/>
                    <a:pt x="175" y="148"/>
                    <a:pt x="179" y="149"/>
                  </a:cubicBezTo>
                  <a:cubicBezTo>
                    <a:pt x="202" y="157"/>
                    <a:pt x="228" y="152"/>
                    <a:pt x="245" y="134"/>
                  </a:cubicBezTo>
                  <a:cubicBezTo>
                    <a:pt x="249" y="131"/>
                    <a:pt x="252" y="127"/>
                    <a:pt x="255" y="122"/>
                  </a:cubicBezTo>
                  <a:cubicBezTo>
                    <a:pt x="255" y="122"/>
                    <a:pt x="255" y="122"/>
                    <a:pt x="255" y="122"/>
                  </a:cubicBezTo>
                  <a:cubicBezTo>
                    <a:pt x="261" y="111"/>
                    <a:pt x="265" y="98"/>
                    <a:pt x="264" y="85"/>
                  </a:cubicBezTo>
                  <a:cubicBezTo>
                    <a:pt x="232" y="117"/>
                    <a:pt x="232" y="117"/>
                    <a:pt x="232" y="117"/>
                  </a:cubicBezTo>
                  <a:cubicBezTo>
                    <a:pt x="229" y="120"/>
                    <a:pt x="223" y="121"/>
                    <a:pt x="219" y="118"/>
                  </a:cubicBezTo>
                  <a:cubicBezTo>
                    <a:pt x="210" y="112"/>
                    <a:pt x="201" y="105"/>
                    <a:pt x="192" y="96"/>
                  </a:cubicBezTo>
                  <a:cubicBezTo>
                    <a:pt x="184" y="88"/>
                    <a:pt x="177" y="79"/>
                    <a:pt x="171" y="70"/>
                  </a:cubicBezTo>
                  <a:cubicBezTo>
                    <a:pt x="168" y="66"/>
                    <a:pt x="169" y="60"/>
                    <a:pt x="172" y="56"/>
                  </a:cubicBezTo>
                  <a:cubicBezTo>
                    <a:pt x="204" y="25"/>
                    <a:pt x="204" y="25"/>
                    <a:pt x="204" y="25"/>
                  </a:cubicBezTo>
                  <a:cubicBezTo>
                    <a:pt x="202" y="25"/>
                    <a:pt x="201" y="25"/>
                    <a:pt x="200" y="2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sp>
          <p:nvSpPr>
            <p:cNvPr id="39" name="Freeform 287">
              <a:extLst>
                <a:ext uri="{FF2B5EF4-FFF2-40B4-BE49-F238E27FC236}">
                  <a16:creationId xmlns:a16="http://schemas.microsoft.com/office/drawing/2014/main" id="{C40BCEF7-84B3-49B8-83BA-400AFEB09BDA}"/>
                </a:ext>
              </a:extLst>
            </p:cNvPr>
            <p:cNvSpPr>
              <a:spLocks noEditPoints="1"/>
            </p:cNvSpPr>
            <p:nvPr/>
          </p:nvSpPr>
          <p:spPr bwMode="auto">
            <a:xfrm>
              <a:off x="388" y="75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grpSp>
      <p:grpSp>
        <p:nvGrpSpPr>
          <p:cNvPr id="40" name="Group 489">
            <a:extLst>
              <a:ext uri="{FF2B5EF4-FFF2-40B4-BE49-F238E27FC236}">
                <a16:creationId xmlns:a16="http://schemas.microsoft.com/office/drawing/2014/main" id="{ED071B33-C0B3-4A96-8A63-B115B18ACB0B}"/>
              </a:ext>
            </a:extLst>
          </p:cNvPr>
          <p:cNvGrpSpPr>
            <a:grpSpLocks noChangeAspect="1"/>
          </p:cNvGrpSpPr>
          <p:nvPr/>
        </p:nvGrpSpPr>
        <p:grpSpPr bwMode="auto">
          <a:xfrm>
            <a:off x="8507635" y="2082916"/>
            <a:ext cx="367041" cy="367041"/>
            <a:chOff x="2920" y="2264"/>
            <a:chExt cx="340" cy="340"/>
          </a:xfrm>
          <a:solidFill>
            <a:srgbClr val="00A3E0"/>
          </a:solidFill>
        </p:grpSpPr>
        <p:sp>
          <p:nvSpPr>
            <p:cNvPr id="41" name="Freeform 490">
              <a:extLst>
                <a:ext uri="{FF2B5EF4-FFF2-40B4-BE49-F238E27FC236}">
                  <a16:creationId xmlns:a16="http://schemas.microsoft.com/office/drawing/2014/main" id="{E64355A0-967C-4F40-BDCE-EAD9EEBDF5F1}"/>
                </a:ext>
              </a:extLst>
            </p:cNvPr>
            <p:cNvSpPr>
              <a:spLocks noEditPoints="1"/>
            </p:cNvSpPr>
            <p:nvPr/>
          </p:nvSpPr>
          <p:spPr bwMode="auto">
            <a:xfrm>
              <a:off x="2998" y="2363"/>
              <a:ext cx="184" cy="113"/>
            </a:xfrm>
            <a:custGeom>
              <a:avLst/>
              <a:gdLst>
                <a:gd name="T0" fmla="*/ 11 w 277"/>
                <a:gd name="T1" fmla="*/ 171 h 171"/>
                <a:gd name="T2" fmla="*/ 267 w 277"/>
                <a:gd name="T3" fmla="*/ 171 h 171"/>
                <a:gd name="T4" fmla="*/ 277 w 277"/>
                <a:gd name="T5" fmla="*/ 160 h 171"/>
                <a:gd name="T6" fmla="*/ 277 w 277"/>
                <a:gd name="T7" fmla="*/ 11 h 171"/>
                <a:gd name="T8" fmla="*/ 267 w 277"/>
                <a:gd name="T9" fmla="*/ 0 h 171"/>
                <a:gd name="T10" fmla="*/ 11 w 277"/>
                <a:gd name="T11" fmla="*/ 0 h 171"/>
                <a:gd name="T12" fmla="*/ 0 w 277"/>
                <a:gd name="T13" fmla="*/ 11 h 171"/>
                <a:gd name="T14" fmla="*/ 0 w 277"/>
                <a:gd name="T15" fmla="*/ 160 h 171"/>
                <a:gd name="T16" fmla="*/ 11 w 277"/>
                <a:gd name="T17" fmla="*/ 171 h 171"/>
                <a:gd name="T18" fmla="*/ 21 w 277"/>
                <a:gd name="T19" fmla="*/ 21 h 171"/>
                <a:gd name="T20" fmla="*/ 256 w 277"/>
                <a:gd name="T21" fmla="*/ 21 h 171"/>
                <a:gd name="T22" fmla="*/ 256 w 277"/>
                <a:gd name="T23" fmla="*/ 149 h 171"/>
                <a:gd name="T24" fmla="*/ 21 w 277"/>
                <a:gd name="T25" fmla="*/ 149 h 171"/>
                <a:gd name="T26" fmla="*/ 21 w 277"/>
                <a:gd name="T27" fmla="*/ 2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7" h="171">
                  <a:moveTo>
                    <a:pt x="11" y="171"/>
                  </a:moveTo>
                  <a:cubicBezTo>
                    <a:pt x="267" y="171"/>
                    <a:pt x="267" y="171"/>
                    <a:pt x="267" y="171"/>
                  </a:cubicBezTo>
                  <a:cubicBezTo>
                    <a:pt x="273" y="171"/>
                    <a:pt x="277" y="166"/>
                    <a:pt x="277" y="160"/>
                  </a:cubicBezTo>
                  <a:cubicBezTo>
                    <a:pt x="277" y="11"/>
                    <a:pt x="277" y="11"/>
                    <a:pt x="277" y="11"/>
                  </a:cubicBezTo>
                  <a:cubicBezTo>
                    <a:pt x="277" y="5"/>
                    <a:pt x="273" y="0"/>
                    <a:pt x="267" y="0"/>
                  </a:cubicBezTo>
                  <a:cubicBezTo>
                    <a:pt x="11" y="0"/>
                    <a:pt x="11" y="0"/>
                    <a:pt x="11" y="0"/>
                  </a:cubicBezTo>
                  <a:cubicBezTo>
                    <a:pt x="5" y="0"/>
                    <a:pt x="0" y="5"/>
                    <a:pt x="0" y="11"/>
                  </a:cubicBezTo>
                  <a:cubicBezTo>
                    <a:pt x="0" y="160"/>
                    <a:pt x="0" y="160"/>
                    <a:pt x="0" y="160"/>
                  </a:cubicBezTo>
                  <a:cubicBezTo>
                    <a:pt x="0" y="166"/>
                    <a:pt x="5" y="171"/>
                    <a:pt x="11" y="171"/>
                  </a:cubicBezTo>
                  <a:close/>
                  <a:moveTo>
                    <a:pt x="21" y="21"/>
                  </a:moveTo>
                  <a:cubicBezTo>
                    <a:pt x="256" y="21"/>
                    <a:pt x="256" y="21"/>
                    <a:pt x="256" y="21"/>
                  </a:cubicBezTo>
                  <a:cubicBezTo>
                    <a:pt x="256" y="149"/>
                    <a:pt x="256" y="149"/>
                    <a:pt x="256" y="149"/>
                  </a:cubicBezTo>
                  <a:cubicBezTo>
                    <a:pt x="21" y="149"/>
                    <a:pt x="21" y="149"/>
                    <a:pt x="21" y="149"/>
                  </a:cubicBezTo>
                  <a:lnTo>
                    <a:pt x="21"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sp>
          <p:nvSpPr>
            <p:cNvPr id="42" name="Freeform 491">
              <a:extLst>
                <a:ext uri="{FF2B5EF4-FFF2-40B4-BE49-F238E27FC236}">
                  <a16:creationId xmlns:a16="http://schemas.microsoft.com/office/drawing/2014/main" id="{B97515D4-FFFB-4F6D-B226-5C296BCE8B70}"/>
                </a:ext>
              </a:extLst>
            </p:cNvPr>
            <p:cNvSpPr>
              <a:spLocks/>
            </p:cNvSpPr>
            <p:nvPr/>
          </p:nvSpPr>
          <p:spPr bwMode="auto">
            <a:xfrm>
              <a:off x="2984" y="2490"/>
              <a:ext cx="212" cy="14"/>
            </a:xfrm>
            <a:custGeom>
              <a:avLst/>
              <a:gdLst>
                <a:gd name="T0" fmla="*/ 309 w 320"/>
                <a:gd name="T1" fmla="*/ 0 h 21"/>
                <a:gd name="T2" fmla="*/ 10 w 320"/>
                <a:gd name="T3" fmla="*/ 0 h 21"/>
                <a:gd name="T4" fmla="*/ 0 w 320"/>
                <a:gd name="T5" fmla="*/ 11 h 21"/>
                <a:gd name="T6" fmla="*/ 10 w 320"/>
                <a:gd name="T7" fmla="*/ 21 h 21"/>
                <a:gd name="T8" fmla="*/ 309 w 320"/>
                <a:gd name="T9" fmla="*/ 21 h 21"/>
                <a:gd name="T10" fmla="*/ 320 w 320"/>
                <a:gd name="T11" fmla="*/ 11 h 21"/>
                <a:gd name="T12" fmla="*/ 309 w 320"/>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320" h="21">
                  <a:moveTo>
                    <a:pt x="309" y="0"/>
                  </a:moveTo>
                  <a:cubicBezTo>
                    <a:pt x="10" y="0"/>
                    <a:pt x="10" y="0"/>
                    <a:pt x="10" y="0"/>
                  </a:cubicBezTo>
                  <a:cubicBezTo>
                    <a:pt x="4" y="0"/>
                    <a:pt x="0" y="5"/>
                    <a:pt x="0" y="11"/>
                  </a:cubicBezTo>
                  <a:cubicBezTo>
                    <a:pt x="0" y="17"/>
                    <a:pt x="4" y="21"/>
                    <a:pt x="10" y="21"/>
                  </a:cubicBezTo>
                  <a:cubicBezTo>
                    <a:pt x="309" y="21"/>
                    <a:pt x="309" y="21"/>
                    <a:pt x="309" y="21"/>
                  </a:cubicBezTo>
                  <a:cubicBezTo>
                    <a:pt x="315" y="21"/>
                    <a:pt x="320" y="17"/>
                    <a:pt x="320" y="11"/>
                  </a:cubicBezTo>
                  <a:cubicBezTo>
                    <a:pt x="320" y="5"/>
                    <a:pt x="315" y="0"/>
                    <a:pt x="309"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sp>
          <p:nvSpPr>
            <p:cNvPr id="43" name="Freeform 492">
              <a:extLst>
                <a:ext uri="{FF2B5EF4-FFF2-40B4-BE49-F238E27FC236}">
                  <a16:creationId xmlns:a16="http://schemas.microsoft.com/office/drawing/2014/main" id="{EF6FC18D-2B3E-43BB-8066-BC8BEE5A0A47}"/>
                </a:ext>
              </a:extLst>
            </p:cNvPr>
            <p:cNvSpPr>
              <a:spLocks noEditPoints="1"/>
            </p:cNvSpPr>
            <p:nvPr/>
          </p:nvSpPr>
          <p:spPr bwMode="auto">
            <a:xfrm>
              <a:off x="2920" y="226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grpSp>
      <p:grpSp>
        <p:nvGrpSpPr>
          <p:cNvPr id="44" name="Group 592">
            <a:extLst>
              <a:ext uri="{FF2B5EF4-FFF2-40B4-BE49-F238E27FC236}">
                <a16:creationId xmlns:a16="http://schemas.microsoft.com/office/drawing/2014/main" id="{BC3AF208-30DB-4A6E-BD4D-D7B90FB15184}"/>
              </a:ext>
            </a:extLst>
          </p:cNvPr>
          <p:cNvGrpSpPr>
            <a:grpSpLocks noChangeAspect="1"/>
          </p:cNvGrpSpPr>
          <p:nvPr/>
        </p:nvGrpSpPr>
        <p:grpSpPr bwMode="auto">
          <a:xfrm>
            <a:off x="537329" y="2357833"/>
            <a:ext cx="370763" cy="369676"/>
            <a:chOff x="373" y="1933"/>
            <a:chExt cx="341" cy="340"/>
          </a:xfrm>
          <a:solidFill>
            <a:srgbClr val="00A3E0"/>
          </a:solidFill>
        </p:grpSpPr>
        <p:sp>
          <p:nvSpPr>
            <p:cNvPr id="45" name="Freeform 66">
              <a:extLst>
                <a:ext uri="{FF2B5EF4-FFF2-40B4-BE49-F238E27FC236}">
                  <a16:creationId xmlns:a16="http://schemas.microsoft.com/office/drawing/2014/main" id="{5A03EC94-22A0-4B58-B50C-004B98DE92BD}"/>
                </a:ext>
              </a:extLst>
            </p:cNvPr>
            <p:cNvSpPr>
              <a:spLocks/>
            </p:cNvSpPr>
            <p:nvPr/>
          </p:nvSpPr>
          <p:spPr bwMode="auto">
            <a:xfrm>
              <a:off x="436" y="2031"/>
              <a:ext cx="207" cy="157"/>
            </a:xfrm>
            <a:custGeom>
              <a:avLst/>
              <a:gdLst>
                <a:gd name="T0" fmla="*/ 307 w 311"/>
                <a:gd name="T1" fmla="*/ 4 h 236"/>
                <a:gd name="T2" fmla="*/ 292 w 311"/>
                <a:gd name="T3" fmla="*/ 4 h 236"/>
                <a:gd name="T4" fmla="*/ 86 w 311"/>
                <a:gd name="T5" fmla="*/ 210 h 236"/>
                <a:gd name="T6" fmla="*/ 19 w 311"/>
                <a:gd name="T7" fmla="*/ 143 h 236"/>
                <a:gd name="T8" fmla="*/ 4 w 311"/>
                <a:gd name="T9" fmla="*/ 143 h 236"/>
                <a:gd name="T10" fmla="*/ 4 w 311"/>
                <a:gd name="T11" fmla="*/ 158 h 236"/>
                <a:gd name="T12" fmla="*/ 78 w 311"/>
                <a:gd name="T13" fmla="*/ 233 h 236"/>
                <a:gd name="T14" fmla="*/ 86 w 311"/>
                <a:gd name="T15" fmla="*/ 236 h 236"/>
                <a:gd name="T16" fmla="*/ 94 w 311"/>
                <a:gd name="T17" fmla="*/ 233 h 236"/>
                <a:gd name="T18" fmla="*/ 307 w 311"/>
                <a:gd name="T19" fmla="*/ 19 h 236"/>
                <a:gd name="T20" fmla="*/ 307 w 311"/>
                <a:gd name="T21" fmla="*/ 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1" h="236">
                  <a:moveTo>
                    <a:pt x="307" y="4"/>
                  </a:moveTo>
                  <a:cubicBezTo>
                    <a:pt x="303" y="0"/>
                    <a:pt x="296" y="0"/>
                    <a:pt x="292" y="4"/>
                  </a:cubicBezTo>
                  <a:cubicBezTo>
                    <a:pt x="86" y="210"/>
                    <a:pt x="86" y="210"/>
                    <a:pt x="86" y="210"/>
                  </a:cubicBezTo>
                  <a:cubicBezTo>
                    <a:pt x="19" y="143"/>
                    <a:pt x="19" y="143"/>
                    <a:pt x="19" y="143"/>
                  </a:cubicBezTo>
                  <a:cubicBezTo>
                    <a:pt x="15" y="139"/>
                    <a:pt x="8" y="139"/>
                    <a:pt x="4" y="143"/>
                  </a:cubicBezTo>
                  <a:cubicBezTo>
                    <a:pt x="0" y="147"/>
                    <a:pt x="0" y="154"/>
                    <a:pt x="4" y="158"/>
                  </a:cubicBezTo>
                  <a:cubicBezTo>
                    <a:pt x="78" y="233"/>
                    <a:pt x="78" y="233"/>
                    <a:pt x="78" y="233"/>
                  </a:cubicBezTo>
                  <a:cubicBezTo>
                    <a:pt x="81" y="235"/>
                    <a:pt x="83" y="236"/>
                    <a:pt x="86" y="236"/>
                  </a:cubicBezTo>
                  <a:cubicBezTo>
                    <a:pt x="89" y="236"/>
                    <a:pt x="91" y="235"/>
                    <a:pt x="94" y="233"/>
                  </a:cubicBezTo>
                  <a:cubicBezTo>
                    <a:pt x="307" y="19"/>
                    <a:pt x="307" y="19"/>
                    <a:pt x="307" y="19"/>
                  </a:cubicBezTo>
                  <a:cubicBezTo>
                    <a:pt x="311" y="15"/>
                    <a:pt x="311" y="8"/>
                    <a:pt x="30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sp>
          <p:nvSpPr>
            <p:cNvPr id="46" name="Freeform 67">
              <a:extLst>
                <a:ext uri="{FF2B5EF4-FFF2-40B4-BE49-F238E27FC236}">
                  <a16:creationId xmlns:a16="http://schemas.microsoft.com/office/drawing/2014/main" id="{6E777413-2E86-4D77-A887-33C25A244549}"/>
                </a:ext>
              </a:extLst>
            </p:cNvPr>
            <p:cNvSpPr>
              <a:spLocks noEditPoints="1"/>
            </p:cNvSpPr>
            <p:nvPr/>
          </p:nvSpPr>
          <p:spPr bwMode="auto">
            <a:xfrm>
              <a:off x="373" y="193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grpSp>
      <p:pic>
        <p:nvPicPr>
          <p:cNvPr id="47" name="Picture 46">
            <a:extLst>
              <a:ext uri="{FF2B5EF4-FFF2-40B4-BE49-F238E27FC236}">
                <a16:creationId xmlns:a16="http://schemas.microsoft.com/office/drawing/2014/main" id="{DBABD8BC-66D5-43C0-84A5-D66E3429A5A9}"/>
              </a:ext>
            </a:extLst>
          </p:cNvPr>
          <p:cNvPicPr>
            <a:picLocks noChangeAspect="1"/>
          </p:cNvPicPr>
          <p:nvPr/>
        </p:nvPicPr>
        <p:blipFill>
          <a:blip r:embed="rId4"/>
          <a:stretch>
            <a:fillRect/>
          </a:stretch>
        </p:blipFill>
        <p:spPr>
          <a:xfrm>
            <a:off x="4578469" y="3160426"/>
            <a:ext cx="3028962" cy="1647244"/>
          </a:xfrm>
          <a:prstGeom prst="rect">
            <a:avLst/>
          </a:prstGeom>
        </p:spPr>
      </p:pic>
    </p:spTree>
    <p:extLst>
      <p:ext uri="{BB962C8B-B14F-4D97-AF65-F5344CB8AC3E}">
        <p14:creationId xmlns:p14="http://schemas.microsoft.com/office/powerpoint/2010/main" val="340981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3621" y="2600462"/>
            <a:ext cx="11195637" cy="914400"/>
          </a:xfrm>
        </p:spPr>
        <p:txBody>
          <a:bodyPr/>
          <a:lstStyle/>
          <a:p>
            <a:pPr algn="ctr"/>
            <a:r>
              <a:rPr lang="en-US" altLang="ja-JP" dirty="0"/>
              <a:t>Scope</a:t>
            </a:r>
            <a:endParaRPr lang="en-US" dirty="0"/>
          </a:p>
        </p:txBody>
      </p:sp>
      <p:sp>
        <p:nvSpPr>
          <p:cNvPr id="8" name="Title 1"/>
          <p:cNvSpPr txBox="1">
            <a:spLocks/>
          </p:cNvSpPr>
          <p:nvPr/>
        </p:nvSpPr>
        <p:spPr>
          <a:xfrm>
            <a:off x="698650" y="2871957"/>
            <a:ext cx="10960608" cy="753369"/>
          </a:xfrm>
          <a:prstGeom prst="rect">
            <a:avLst/>
          </a:prstGeom>
        </p:spPr>
        <p:txBody>
          <a:bodyPr/>
          <a:lstStyle>
            <a:lvl1pPr algn="l" defTabSz="914265" rtl="0" eaLnBrk="1" latinLnBrk="0" hangingPunct="1">
              <a:spcBef>
                <a:spcPct val="0"/>
              </a:spcBef>
              <a:buNone/>
              <a:defRPr sz="2000" b="1" kern="1200">
                <a:solidFill>
                  <a:srgbClr val="002060"/>
                </a:solidFill>
                <a:latin typeface="+mn-lt"/>
                <a:ea typeface="+mj-ea"/>
                <a:cs typeface="Arial"/>
              </a:defRPr>
            </a:lvl1pPr>
          </a:lstStyle>
          <a:p>
            <a:pPr algn="ctr"/>
            <a:endParaRPr lang="en-US" sz="4000" dirty="0"/>
          </a:p>
        </p:txBody>
      </p:sp>
    </p:spTree>
    <p:extLst>
      <p:ext uri="{BB962C8B-B14F-4D97-AF65-F5344CB8AC3E}">
        <p14:creationId xmlns:p14="http://schemas.microsoft.com/office/powerpoint/2010/main" val="3069056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47FA315D-842A-4141-B447-6B599A06478E}"/>
              </a:ext>
            </a:extLst>
          </p:cNvPr>
          <p:cNvSpPr txBox="1">
            <a:spLocks/>
          </p:cNvSpPr>
          <p:nvPr/>
        </p:nvSpPr>
        <p:spPr>
          <a:xfrm>
            <a:off x="410905" y="952683"/>
            <a:ext cx="11252200" cy="554420"/>
          </a:xfrm>
          <a:prstGeom prst="rect">
            <a:avLst/>
          </a:prstGeom>
        </p:spPr>
        <p:txBody>
          <a:bodyPr vert="horz" lIns="0" tIns="0" rIns="0" bIns="0" rtlCol="0">
            <a:noAutofit/>
          </a:bodyPr>
          <a:lstStyle>
            <a:lvl1pPr marL="0" indent="0" algn="l" defTabSz="1219170" rtl="0" eaLnBrk="1" latinLnBrk="0" hangingPunct="1">
              <a:spcBef>
                <a:spcPts val="0"/>
              </a:spcBef>
              <a:spcAft>
                <a:spcPts val="1000"/>
              </a:spcAft>
              <a:buSzPct val="100000"/>
              <a:buFontTx/>
              <a:buNone/>
              <a:defRPr sz="1600" b="0" kern="1200">
                <a:solidFill>
                  <a:srgbClr val="575757"/>
                </a:solidFill>
                <a:latin typeface="+mn-lt"/>
                <a:ea typeface="+mn-ea"/>
                <a:cs typeface="+mn-cs"/>
              </a:defRPr>
            </a:lvl1pPr>
            <a:lvl2pPr marL="127000" indent="-127000" algn="l" defTabSz="1219170" rtl="0" eaLnBrk="1" latinLnBrk="0" hangingPunct="1">
              <a:spcBef>
                <a:spcPts val="0"/>
              </a:spcBef>
              <a:spcAft>
                <a:spcPts val="1000"/>
              </a:spcAft>
              <a:buClrTx/>
              <a:buSzPct val="100000"/>
              <a:buFont typeface="Arial" panose="020B0604020202020204" pitchFamily="34" charset="0"/>
              <a:buChar char="•"/>
              <a:defRPr lang="en-US" sz="1600" b="0" kern="1200" dirty="0" smtClean="0">
                <a:solidFill>
                  <a:srgbClr val="53565A"/>
                </a:solidFill>
                <a:latin typeface="+mn-lt"/>
                <a:ea typeface="+mn-ea"/>
                <a:cs typeface="+mn-cs"/>
              </a:defRPr>
            </a:lvl2pPr>
            <a:lvl3pPr marL="2794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dirty="0" smtClean="0">
                <a:solidFill>
                  <a:srgbClr val="53565A"/>
                </a:solidFill>
                <a:latin typeface="+mn-lt"/>
                <a:ea typeface="+mn-ea"/>
                <a:cs typeface="+mn-cs"/>
              </a:defRPr>
            </a:lvl3pPr>
            <a:lvl4pPr marL="4318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baseline="0" dirty="0" smtClean="0">
                <a:solidFill>
                  <a:srgbClr val="53565A"/>
                </a:solidFill>
                <a:latin typeface="+mn-lt"/>
                <a:ea typeface="+mn-ea"/>
                <a:cs typeface="+mn-cs"/>
              </a:defRPr>
            </a:lvl4pPr>
            <a:lvl5pPr marL="584200" indent="-127000" algn="l" defTabSz="1064657" rtl="0" eaLnBrk="1" latinLnBrk="0" hangingPunct="1">
              <a:spcBef>
                <a:spcPts val="0"/>
              </a:spcBef>
              <a:spcAft>
                <a:spcPts val="1000"/>
              </a:spcAft>
              <a:buClrTx/>
              <a:buSzPct val="100000"/>
              <a:buFont typeface="Arial" panose="020B0604020202020204" pitchFamily="34" charset="0"/>
              <a:buChar char="−"/>
              <a:tabLst/>
              <a:defRPr lang="en-US" sz="1600" kern="1200" baseline="0" dirty="0" smtClean="0">
                <a:solidFill>
                  <a:srgbClr val="53565A"/>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000"/>
              </a:spcAft>
              <a:buClrTx/>
              <a:buSzPct val="100000"/>
              <a:buFontTx/>
              <a:buNone/>
              <a:tabLst/>
              <a:defRPr/>
            </a:pPr>
            <a:r>
              <a:rPr kumimoji="0" lang="en-US" sz="1600" b="1" i="0" u="none" strike="noStrike" kern="1200" cap="none" spc="0" normalizeH="0" baseline="0" noProof="0" dirty="0">
                <a:ln>
                  <a:noFill/>
                </a:ln>
                <a:solidFill>
                  <a:schemeClr val="tx1"/>
                </a:solidFill>
                <a:effectLst/>
                <a:uLnTx/>
                <a:uFillTx/>
                <a:latin typeface="Arial" panose="020B0604020202020204"/>
                <a:ea typeface="+mn-ea"/>
                <a:cs typeface="+mn-cs"/>
              </a:rPr>
              <a:t>ERP and HCM Cloud Modules and related Scope</a:t>
            </a:r>
          </a:p>
        </p:txBody>
      </p:sp>
      <p:sp>
        <p:nvSpPr>
          <p:cNvPr id="6" name="Title 3">
            <a:extLst>
              <a:ext uri="{FF2B5EF4-FFF2-40B4-BE49-F238E27FC236}">
                <a16:creationId xmlns:a16="http://schemas.microsoft.com/office/drawing/2014/main" id="{695A5906-F1F6-4D43-89A4-89D9F91830D4}"/>
              </a:ext>
            </a:extLst>
          </p:cNvPr>
          <p:cNvSpPr txBox="1">
            <a:spLocks/>
          </p:cNvSpPr>
          <p:nvPr/>
        </p:nvSpPr>
        <p:spPr>
          <a:xfrm>
            <a:off x="300214" y="134686"/>
            <a:ext cx="11252200" cy="334102"/>
          </a:xfrm>
        </p:spPr>
        <p:txBody>
          <a:bodyPr>
            <a:noAutofit/>
          </a:bodyPr>
          <a:lstStyle>
            <a:lvl1pPr defTabSz="1214962">
              <a:lnSpc>
                <a:spcPct val="100000"/>
              </a:lnSpc>
              <a:spcBef>
                <a:spcPct val="0"/>
              </a:spcBef>
              <a:buNone/>
              <a:defRPr lang="en-US" sz="3600" b="0" dirty="0">
                <a:latin typeface="+mj-lt"/>
                <a:ea typeface="+mj-ea"/>
                <a:cs typeface="Arial" panose="020B0604020202020204" pitchFamily="34" charset="0"/>
              </a:defRPr>
            </a:lvl1pPr>
          </a:lstStyle>
          <a:p>
            <a:r>
              <a:rPr lang="en-US" dirty="0"/>
              <a:t>Oracle Application Cloud Scope</a:t>
            </a:r>
          </a:p>
        </p:txBody>
      </p:sp>
      <p:sp>
        <p:nvSpPr>
          <p:cNvPr id="3" name="Rectangle 2">
            <a:extLst>
              <a:ext uri="{FF2B5EF4-FFF2-40B4-BE49-F238E27FC236}">
                <a16:creationId xmlns:a16="http://schemas.microsoft.com/office/drawing/2014/main" id="{7F9D75A0-6B1D-4444-A142-6C6FEFF436A0}"/>
              </a:ext>
            </a:extLst>
          </p:cNvPr>
          <p:cNvSpPr/>
          <p:nvPr/>
        </p:nvSpPr>
        <p:spPr>
          <a:xfrm>
            <a:off x="410905" y="1407934"/>
            <a:ext cx="7243660" cy="4298613"/>
          </a:xfrm>
          <a:prstGeom prst="rect">
            <a:avLst/>
          </a:prstGeom>
        </p:spPr>
        <p:txBody>
          <a:bodyPr wrap="square">
            <a:spAutoFit/>
          </a:bodyPr>
          <a:lstStyle/>
          <a:p>
            <a:pPr marL="285680" indent="-285750" fontAlgn="base">
              <a:spcAft>
                <a:spcPct val="0"/>
              </a:spcAft>
              <a:buSzPct val="110000"/>
              <a:buFont typeface="Arial" panose="020B0604020202020204" pitchFamily="34" charset="0"/>
              <a:buChar char="•"/>
              <a:defRPr/>
            </a:pPr>
            <a:r>
              <a:rPr lang="en-US" sz="1600" b="1" dirty="0">
                <a:ea typeface="Verdana" panose="020B0604030504040204" pitchFamily="34" charset="0"/>
                <a:cs typeface="Verdana" panose="020B0604030504040204" pitchFamily="34" charset="0"/>
              </a:rPr>
              <a:t>Oracle Financials (FIN): </a:t>
            </a:r>
          </a:p>
          <a:p>
            <a:pPr marL="742815" lvl="1" indent="-285750" fontAlgn="base">
              <a:spcAft>
                <a:spcPct val="0"/>
              </a:spcAft>
              <a:buSzPct val="110000"/>
              <a:buFont typeface="Arial" panose="020B0604020202020204" pitchFamily="34" charset="0"/>
              <a:buChar char="•"/>
              <a:defRPr/>
            </a:pPr>
            <a:r>
              <a:rPr lang="en-US" sz="1600" dirty="0">
                <a:ea typeface="Verdana" panose="020B0604030504040204" pitchFamily="34" charset="0"/>
                <a:cs typeface="Verdana" panose="020B0604030504040204" pitchFamily="34" charset="0"/>
              </a:rPr>
              <a:t>General Ledger</a:t>
            </a:r>
          </a:p>
          <a:p>
            <a:pPr marL="742815" lvl="1" indent="-285750" fontAlgn="base">
              <a:spcAft>
                <a:spcPct val="0"/>
              </a:spcAft>
              <a:buSzPct val="110000"/>
              <a:buFont typeface="Arial" panose="020B0604020202020204" pitchFamily="34" charset="0"/>
              <a:buChar char="•"/>
              <a:defRPr/>
            </a:pPr>
            <a:r>
              <a:rPr lang="en-US" sz="1600" dirty="0">
                <a:ea typeface="Verdana" panose="020B0604030504040204" pitchFamily="34" charset="0"/>
                <a:cs typeface="Verdana" panose="020B0604030504040204" pitchFamily="34" charset="0"/>
              </a:rPr>
              <a:t>Fixed Assets</a:t>
            </a:r>
          </a:p>
          <a:p>
            <a:pPr marL="742815" lvl="1" indent="-285750" fontAlgn="base">
              <a:spcAft>
                <a:spcPct val="0"/>
              </a:spcAft>
              <a:buSzPct val="110000"/>
              <a:buFont typeface="Arial" panose="020B0604020202020204" pitchFamily="34" charset="0"/>
              <a:buChar char="•"/>
              <a:defRPr/>
            </a:pPr>
            <a:r>
              <a:rPr lang="en-US" sz="1600" dirty="0">
                <a:ea typeface="Verdana" panose="020B0604030504040204" pitchFamily="34" charset="0"/>
                <a:cs typeface="Verdana" panose="020B0604030504040204" pitchFamily="34" charset="0"/>
              </a:rPr>
              <a:t>Accounts Payable</a:t>
            </a:r>
          </a:p>
          <a:p>
            <a:pPr marL="742815" lvl="1" indent="-285750" fontAlgn="base">
              <a:spcAft>
                <a:spcPct val="0"/>
              </a:spcAft>
              <a:buSzPct val="110000"/>
              <a:buFont typeface="Arial" panose="020B0604020202020204" pitchFamily="34" charset="0"/>
              <a:buChar char="•"/>
              <a:defRPr/>
            </a:pPr>
            <a:r>
              <a:rPr lang="en-US" sz="1600" dirty="0">
                <a:ea typeface="Verdana" panose="020B0604030504040204" pitchFamily="34" charset="0"/>
                <a:cs typeface="Verdana" panose="020B0604030504040204" pitchFamily="34" charset="0"/>
              </a:rPr>
              <a:t>Accounts Receivable</a:t>
            </a:r>
          </a:p>
          <a:p>
            <a:pPr marL="742815" lvl="1" indent="-285750" fontAlgn="base">
              <a:spcAft>
                <a:spcPct val="0"/>
              </a:spcAft>
              <a:buSzPct val="110000"/>
              <a:buFont typeface="Arial" panose="020B0604020202020204" pitchFamily="34" charset="0"/>
              <a:buChar char="•"/>
              <a:defRPr/>
            </a:pPr>
            <a:r>
              <a:rPr lang="en-US" sz="1600" dirty="0">
                <a:ea typeface="Verdana" panose="020B0604030504040204" pitchFamily="34" charset="0"/>
                <a:cs typeface="Verdana" panose="020B0604030504040204" pitchFamily="34" charset="0"/>
              </a:rPr>
              <a:t>Cash Management</a:t>
            </a:r>
          </a:p>
          <a:p>
            <a:pPr marL="742815" lvl="1" indent="-285750" fontAlgn="base">
              <a:spcAft>
                <a:spcPct val="0"/>
              </a:spcAft>
              <a:buSzPct val="110000"/>
              <a:buFont typeface="Arial" panose="020B0604020202020204" pitchFamily="34" charset="0"/>
              <a:buChar char="•"/>
              <a:defRPr/>
            </a:pPr>
            <a:r>
              <a:rPr lang="en-US" sz="1600" dirty="0">
                <a:ea typeface="Verdana" panose="020B0604030504040204" pitchFamily="34" charset="0"/>
                <a:cs typeface="Verdana" panose="020B0604030504040204" pitchFamily="34" charset="0"/>
              </a:rPr>
              <a:t>Project Financials</a:t>
            </a:r>
          </a:p>
          <a:p>
            <a:pPr marL="742815" lvl="1" indent="-285750" fontAlgn="base">
              <a:spcAft>
                <a:spcPct val="0"/>
              </a:spcAft>
              <a:buSzPct val="110000"/>
              <a:buFont typeface="Arial" panose="020B0604020202020204" pitchFamily="34" charset="0"/>
              <a:buChar char="•"/>
              <a:defRPr/>
            </a:pPr>
            <a:r>
              <a:rPr lang="en-US" sz="1600" dirty="0">
                <a:ea typeface="Verdana" panose="020B0604030504040204" pitchFamily="34" charset="0"/>
                <a:cs typeface="Verdana" panose="020B0604030504040204" pitchFamily="34" charset="0"/>
              </a:rPr>
              <a:t>Procurement</a:t>
            </a:r>
          </a:p>
          <a:p>
            <a:pPr marL="285680" indent="-285750" fontAlgn="base">
              <a:spcAft>
                <a:spcPct val="0"/>
              </a:spcAft>
              <a:buSzPct val="110000"/>
              <a:buFont typeface="Arial" panose="020B0604020202020204" pitchFamily="34" charset="0"/>
              <a:buChar char="•"/>
              <a:defRPr/>
            </a:pPr>
            <a:r>
              <a:rPr lang="en-US" sz="1600" b="1" dirty="0">
                <a:ea typeface="Verdana" panose="020B0604030504040204" pitchFamily="34" charset="0"/>
                <a:cs typeface="Verdana" panose="020B0604030504040204" pitchFamily="34" charset="0"/>
              </a:rPr>
              <a:t>Human Capital Management (HCM): </a:t>
            </a:r>
          </a:p>
          <a:p>
            <a:pPr marL="742815" lvl="1" indent="-285750" fontAlgn="base">
              <a:spcAft>
                <a:spcPct val="0"/>
              </a:spcAft>
              <a:buSzPct val="110000"/>
              <a:buFont typeface="Arial" panose="020B0604020202020204" pitchFamily="34" charset="0"/>
              <a:buChar char="•"/>
              <a:defRPr/>
            </a:pPr>
            <a:r>
              <a:rPr lang="en-US" sz="1600" dirty="0">
                <a:ea typeface="Verdana" panose="020B0604030504040204" pitchFamily="34" charset="0"/>
                <a:cs typeface="Verdana" panose="020B0604030504040204" pitchFamily="34" charset="0"/>
              </a:rPr>
              <a:t>Core Human Resources</a:t>
            </a:r>
          </a:p>
          <a:p>
            <a:pPr marL="742815" lvl="1" indent="-285750" fontAlgn="base">
              <a:spcAft>
                <a:spcPct val="0"/>
              </a:spcAft>
              <a:buSzPct val="110000"/>
              <a:buFont typeface="Arial" panose="020B0604020202020204" pitchFamily="34" charset="0"/>
              <a:buChar char="•"/>
              <a:defRPr/>
            </a:pPr>
            <a:r>
              <a:rPr lang="en-US" sz="1600" dirty="0">
                <a:ea typeface="Verdana" panose="020B0604030504040204" pitchFamily="34" charset="0"/>
                <a:cs typeface="Verdana" panose="020B0604030504040204" pitchFamily="34" charset="0"/>
              </a:rPr>
              <a:t>Absence Management</a:t>
            </a:r>
          </a:p>
          <a:p>
            <a:pPr marL="742815" lvl="1" indent="-285750" fontAlgn="base">
              <a:spcAft>
                <a:spcPct val="0"/>
              </a:spcAft>
              <a:buSzPct val="110000"/>
              <a:buFont typeface="Arial" panose="020B0604020202020204" pitchFamily="34" charset="0"/>
              <a:buChar char="•"/>
              <a:defRPr/>
            </a:pPr>
            <a:r>
              <a:rPr lang="en-US" sz="1600" dirty="0">
                <a:ea typeface="Verdana" panose="020B0604030504040204" pitchFamily="34" charset="0"/>
                <a:cs typeface="Verdana" panose="020B0604030504040204" pitchFamily="34" charset="0"/>
              </a:rPr>
              <a:t>Payroll</a:t>
            </a:r>
          </a:p>
          <a:p>
            <a:pPr marL="742815" lvl="1" indent="-285750" fontAlgn="base">
              <a:spcAft>
                <a:spcPct val="0"/>
              </a:spcAft>
              <a:buSzPct val="110000"/>
              <a:buFont typeface="Arial" panose="020B0604020202020204" pitchFamily="34" charset="0"/>
              <a:buChar char="•"/>
              <a:defRPr/>
            </a:pPr>
            <a:r>
              <a:rPr lang="en-US" sz="1600" dirty="0">
                <a:ea typeface="Verdana" panose="020B0604030504040204" pitchFamily="34" charset="0"/>
                <a:cs typeface="Verdana" panose="020B0604030504040204" pitchFamily="34" charset="0"/>
              </a:rPr>
              <a:t>Workforce Compensation</a:t>
            </a:r>
          </a:p>
          <a:p>
            <a:pPr marL="742815" lvl="1" indent="-285750" fontAlgn="base">
              <a:spcAft>
                <a:spcPct val="0"/>
              </a:spcAft>
              <a:buSzPct val="110000"/>
              <a:buFont typeface="Arial" panose="020B0604020202020204" pitchFamily="34" charset="0"/>
              <a:buChar char="•"/>
              <a:defRPr/>
            </a:pPr>
            <a:r>
              <a:rPr lang="en-US" sz="1600" dirty="0">
                <a:ea typeface="Verdana" panose="020B0604030504040204" pitchFamily="34" charset="0"/>
                <a:cs typeface="Verdana" panose="020B0604030504040204" pitchFamily="34" charset="0"/>
              </a:rPr>
              <a:t>Talent Management and Taleo Integrations with HCM</a:t>
            </a:r>
          </a:p>
          <a:p>
            <a:pPr marL="285680" indent="-285750" fontAlgn="base">
              <a:spcAft>
                <a:spcPct val="0"/>
              </a:spcAft>
              <a:buSzPct val="110000"/>
              <a:buFont typeface="Arial" panose="020B0604020202020204" pitchFamily="34" charset="0"/>
              <a:buChar char="•"/>
              <a:defRPr/>
            </a:pPr>
            <a:r>
              <a:rPr lang="en-US" sz="1600" b="1" dirty="0">
                <a:ea typeface="Verdana" panose="020B0604030504040204" pitchFamily="34" charset="0"/>
                <a:cs typeface="Verdana" panose="020B0604030504040204" pitchFamily="34" charset="0"/>
              </a:rPr>
              <a:t>Security &amp; Controls (S&amp;C)</a:t>
            </a:r>
          </a:p>
          <a:p>
            <a:pPr marL="285680" indent="-285750" fontAlgn="base">
              <a:spcAft>
                <a:spcPct val="0"/>
              </a:spcAft>
              <a:buSzPct val="110000"/>
              <a:buFont typeface="Arial" panose="020B0604020202020204" pitchFamily="34" charset="0"/>
              <a:buChar char="•"/>
              <a:defRPr/>
            </a:pPr>
            <a:r>
              <a:rPr lang="en-US" sz="1600" b="1" dirty="0">
                <a:ea typeface="Verdana" panose="020B0604030504040204" pitchFamily="34" charset="0"/>
                <a:cs typeface="Verdana" panose="020B0604030504040204" pitchFamily="34" charset="0"/>
              </a:rPr>
              <a:t>Integrations (Inbound / Outbound) – ERP &amp; HCM</a:t>
            </a:r>
            <a:endParaRPr lang="en-US" sz="1600" dirty="0">
              <a:ea typeface="Verdana" panose="020B0604030504040204" pitchFamily="34" charset="0"/>
              <a:cs typeface="Verdana" panose="020B0604030504040204" pitchFamily="34" charset="0"/>
            </a:endParaRPr>
          </a:p>
          <a:p>
            <a:pPr marR="96520" lvl="0">
              <a:spcBef>
                <a:spcPts val="370"/>
              </a:spcBef>
              <a:spcAft>
                <a:spcPts val="0"/>
              </a:spcAft>
            </a:pPr>
            <a:endParaRPr lang="en-US" sz="1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780705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47FA315D-842A-4141-B447-6B599A06478E}"/>
              </a:ext>
            </a:extLst>
          </p:cNvPr>
          <p:cNvSpPr txBox="1">
            <a:spLocks/>
          </p:cNvSpPr>
          <p:nvPr/>
        </p:nvSpPr>
        <p:spPr>
          <a:xfrm>
            <a:off x="410905" y="952683"/>
            <a:ext cx="11252200" cy="554420"/>
          </a:xfrm>
          <a:prstGeom prst="rect">
            <a:avLst/>
          </a:prstGeom>
        </p:spPr>
        <p:txBody>
          <a:bodyPr vert="horz" lIns="0" tIns="0" rIns="0" bIns="0" rtlCol="0">
            <a:noAutofit/>
          </a:bodyPr>
          <a:lstStyle>
            <a:lvl1pPr marL="0" indent="0" algn="l" defTabSz="1219170" rtl="0" eaLnBrk="1" latinLnBrk="0" hangingPunct="1">
              <a:spcBef>
                <a:spcPts val="0"/>
              </a:spcBef>
              <a:spcAft>
                <a:spcPts val="1000"/>
              </a:spcAft>
              <a:buSzPct val="100000"/>
              <a:buFontTx/>
              <a:buNone/>
              <a:defRPr sz="1600" b="0" kern="1200">
                <a:solidFill>
                  <a:srgbClr val="575757"/>
                </a:solidFill>
                <a:latin typeface="+mn-lt"/>
                <a:ea typeface="+mn-ea"/>
                <a:cs typeface="+mn-cs"/>
              </a:defRPr>
            </a:lvl1pPr>
            <a:lvl2pPr marL="127000" indent="-127000" algn="l" defTabSz="1219170" rtl="0" eaLnBrk="1" latinLnBrk="0" hangingPunct="1">
              <a:spcBef>
                <a:spcPts val="0"/>
              </a:spcBef>
              <a:spcAft>
                <a:spcPts val="1000"/>
              </a:spcAft>
              <a:buClrTx/>
              <a:buSzPct val="100000"/>
              <a:buFont typeface="Arial" panose="020B0604020202020204" pitchFamily="34" charset="0"/>
              <a:buChar char="•"/>
              <a:defRPr lang="en-US" sz="1600" b="0" kern="1200" dirty="0" smtClean="0">
                <a:solidFill>
                  <a:srgbClr val="53565A"/>
                </a:solidFill>
                <a:latin typeface="+mn-lt"/>
                <a:ea typeface="+mn-ea"/>
                <a:cs typeface="+mn-cs"/>
              </a:defRPr>
            </a:lvl2pPr>
            <a:lvl3pPr marL="2794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dirty="0" smtClean="0">
                <a:solidFill>
                  <a:srgbClr val="53565A"/>
                </a:solidFill>
                <a:latin typeface="+mn-lt"/>
                <a:ea typeface="+mn-ea"/>
                <a:cs typeface="+mn-cs"/>
              </a:defRPr>
            </a:lvl3pPr>
            <a:lvl4pPr marL="4318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baseline="0" dirty="0" smtClean="0">
                <a:solidFill>
                  <a:srgbClr val="53565A"/>
                </a:solidFill>
                <a:latin typeface="+mn-lt"/>
                <a:ea typeface="+mn-ea"/>
                <a:cs typeface="+mn-cs"/>
              </a:defRPr>
            </a:lvl4pPr>
            <a:lvl5pPr marL="584200" indent="-127000" algn="l" defTabSz="1064657" rtl="0" eaLnBrk="1" latinLnBrk="0" hangingPunct="1">
              <a:spcBef>
                <a:spcPts val="0"/>
              </a:spcBef>
              <a:spcAft>
                <a:spcPts val="1000"/>
              </a:spcAft>
              <a:buClrTx/>
              <a:buSzPct val="100000"/>
              <a:buFont typeface="Arial" panose="020B0604020202020204" pitchFamily="34" charset="0"/>
              <a:buChar char="−"/>
              <a:tabLst/>
              <a:defRPr lang="en-US" sz="1600" kern="1200" baseline="0" dirty="0" smtClean="0">
                <a:solidFill>
                  <a:srgbClr val="53565A"/>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000"/>
              </a:spcAft>
              <a:buClrTx/>
              <a:buSzPct val="100000"/>
              <a:buFontTx/>
              <a:buNone/>
              <a:tabLst/>
              <a:defRPr/>
            </a:pPr>
            <a:r>
              <a:rPr kumimoji="0" lang="en-US" sz="1600" b="1" i="0" u="none" strike="noStrike" kern="1200" cap="none" spc="0" normalizeH="0" baseline="0" noProof="0" dirty="0">
                <a:ln>
                  <a:noFill/>
                </a:ln>
                <a:solidFill>
                  <a:schemeClr val="tx1"/>
                </a:solidFill>
                <a:effectLst/>
                <a:uLnTx/>
                <a:uFillTx/>
                <a:latin typeface="Arial" panose="020B0604020202020204"/>
                <a:ea typeface="+mn-ea"/>
                <a:cs typeface="+mn-cs"/>
              </a:rPr>
              <a:t>End to End Business Scenarios</a:t>
            </a:r>
          </a:p>
        </p:txBody>
      </p:sp>
      <p:sp>
        <p:nvSpPr>
          <p:cNvPr id="6" name="Title 3">
            <a:extLst>
              <a:ext uri="{FF2B5EF4-FFF2-40B4-BE49-F238E27FC236}">
                <a16:creationId xmlns:a16="http://schemas.microsoft.com/office/drawing/2014/main" id="{695A5906-F1F6-4D43-89A4-89D9F91830D4}"/>
              </a:ext>
            </a:extLst>
          </p:cNvPr>
          <p:cNvSpPr txBox="1">
            <a:spLocks/>
          </p:cNvSpPr>
          <p:nvPr/>
        </p:nvSpPr>
        <p:spPr>
          <a:xfrm>
            <a:off x="300214" y="134686"/>
            <a:ext cx="11252200" cy="334102"/>
          </a:xfrm>
        </p:spPr>
        <p:txBody>
          <a:bodyPr>
            <a:noAutofit/>
          </a:bodyPr>
          <a:lstStyle>
            <a:lvl1pPr defTabSz="1214962">
              <a:lnSpc>
                <a:spcPct val="100000"/>
              </a:lnSpc>
              <a:spcBef>
                <a:spcPct val="0"/>
              </a:spcBef>
              <a:buNone/>
              <a:defRPr lang="en-US" sz="3600" b="0" dirty="0">
                <a:latin typeface="+mj-lt"/>
                <a:ea typeface="+mj-ea"/>
                <a:cs typeface="Arial" panose="020B0604020202020204" pitchFamily="34" charset="0"/>
              </a:defRPr>
            </a:lvl1pPr>
          </a:lstStyle>
          <a:p>
            <a:r>
              <a:rPr lang="en-US" dirty="0"/>
              <a:t>Business Process</a:t>
            </a:r>
          </a:p>
        </p:txBody>
      </p:sp>
      <p:sp>
        <p:nvSpPr>
          <p:cNvPr id="7" name="TextBox 6">
            <a:extLst>
              <a:ext uri="{FF2B5EF4-FFF2-40B4-BE49-F238E27FC236}">
                <a16:creationId xmlns:a16="http://schemas.microsoft.com/office/drawing/2014/main" id="{0BE76089-E8D9-4129-B427-0EA767331161}"/>
              </a:ext>
            </a:extLst>
          </p:cNvPr>
          <p:cNvSpPr txBox="1"/>
          <p:nvPr/>
        </p:nvSpPr>
        <p:spPr>
          <a:xfrm>
            <a:off x="4290736" y="6279264"/>
            <a:ext cx="3700660" cy="276999"/>
          </a:xfrm>
          <a:prstGeom prst="rect">
            <a:avLst/>
          </a:prstGeom>
          <a:noFill/>
        </p:spPr>
        <p:txBody>
          <a:bodyPr wrap="square" rtlCol="0">
            <a:spAutoFit/>
          </a:bodyPr>
          <a:lstStyle/>
          <a:p>
            <a:pPr marL="171450" indent="-171450">
              <a:buFont typeface="Arial" panose="020B0604020202020204" pitchFamily="34" charset="0"/>
              <a:buChar char="•"/>
            </a:pPr>
            <a:r>
              <a:rPr lang="en-US" sz="1200" dirty="0"/>
              <a:t>Include ERP and HCM including interfaces.</a:t>
            </a:r>
          </a:p>
        </p:txBody>
      </p:sp>
      <p:graphicFrame>
        <p:nvGraphicFramePr>
          <p:cNvPr id="5" name="Table 4">
            <a:extLst>
              <a:ext uri="{FF2B5EF4-FFF2-40B4-BE49-F238E27FC236}">
                <a16:creationId xmlns:a16="http://schemas.microsoft.com/office/drawing/2014/main" id="{595835EE-E78D-445B-8B14-DD130FB06CF4}"/>
              </a:ext>
            </a:extLst>
          </p:cNvPr>
          <p:cNvGraphicFramePr>
            <a:graphicFrameLocks noGrp="1"/>
          </p:cNvGraphicFramePr>
          <p:nvPr>
            <p:extLst>
              <p:ext uri="{D42A27DB-BD31-4B8C-83A1-F6EECF244321}">
                <p14:modId xmlns:p14="http://schemas.microsoft.com/office/powerpoint/2010/main" val="298495283"/>
              </p:ext>
            </p:extLst>
          </p:nvPr>
        </p:nvGraphicFramePr>
        <p:xfrm>
          <a:off x="410905" y="1390833"/>
          <a:ext cx="10849486" cy="4291407"/>
        </p:xfrm>
        <a:graphic>
          <a:graphicData uri="http://schemas.openxmlformats.org/drawingml/2006/table">
            <a:tbl>
              <a:tblPr firstRow="1" firstCol="1" bandRow="1"/>
              <a:tblGrid>
                <a:gridCol w="1251863">
                  <a:extLst>
                    <a:ext uri="{9D8B030D-6E8A-4147-A177-3AD203B41FA5}">
                      <a16:colId xmlns:a16="http://schemas.microsoft.com/office/drawing/2014/main" val="43310970"/>
                    </a:ext>
                  </a:extLst>
                </a:gridCol>
                <a:gridCol w="9597623">
                  <a:extLst>
                    <a:ext uri="{9D8B030D-6E8A-4147-A177-3AD203B41FA5}">
                      <a16:colId xmlns:a16="http://schemas.microsoft.com/office/drawing/2014/main" val="1177535402"/>
                    </a:ext>
                  </a:extLst>
                </a:gridCol>
              </a:tblGrid>
              <a:tr h="226080">
                <a:tc>
                  <a:txBody>
                    <a:bodyPr/>
                    <a:lstStyle/>
                    <a:p>
                      <a:pPr marL="0" marR="0">
                        <a:spcBef>
                          <a:spcPts val="0"/>
                        </a:spcBef>
                        <a:spcAft>
                          <a:spcPts val="0"/>
                        </a:spcAft>
                      </a:pPr>
                      <a:r>
                        <a:rPr lang="en-US" sz="1400" b="1" dirty="0">
                          <a:solidFill>
                            <a:srgbClr val="FFFFFF"/>
                          </a:solidFill>
                          <a:effectLst/>
                          <a:latin typeface="Verdana" panose="020B0604030504040204" pitchFamily="34" charset="0"/>
                          <a:ea typeface="Times New Roman" panose="02020603050405020304" pitchFamily="18" charset="0"/>
                          <a:cs typeface="Times New Roman" panose="02020603050405020304" pitchFamily="18" charset="0"/>
                        </a:rPr>
                        <a:t>Team</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spcBef>
                          <a:spcPts val="0"/>
                        </a:spcBef>
                        <a:spcAft>
                          <a:spcPts val="0"/>
                        </a:spcAft>
                      </a:pPr>
                      <a:r>
                        <a:rPr lang="en-US" sz="1400" b="1" dirty="0">
                          <a:solidFill>
                            <a:srgbClr val="FFFFFF"/>
                          </a:solidFill>
                          <a:effectLst/>
                          <a:latin typeface="Verdana" panose="020B0604030504040204" pitchFamily="34" charset="0"/>
                          <a:ea typeface="Times New Roman" panose="02020603050405020304" pitchFamily="18" charset="0"/>
                          <a:cs typeface="Times New Roman" panose="02020603050405020304" pitchFamily="18" charset="0"/>
                        </a:rPr>
                        <a:t>Scenario</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278799276"/>
                  </a:ext>
                </a:extLst>
              </a:tr>
              <a:tr h="226080">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FIN</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ERP.001 Requisition to Payment - Scanned Invoice HGV</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2326417"/>
                  </a:ext>
                </a:extLst>
              </a:tr>
              <a:tr h="226080">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FIN</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ERP.002 Requisition to Payment – Asset</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5219282"/>
                  </a:ext>
                </a:extLst>
              </a:tr>
              <a:tr h="226080">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FIN</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ERP.008 Invoice to Cash - Manual Receipts</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4511138"/>
                  </a:ext>
                </a:extLst>
              </a:tr>
              <a:tr h="226080">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FIN</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ERP.012 Construction Projects - Project Costing to Inventory</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69087563"/>
                  </a:ext>
                </a:extLst>
              </a:tr>
              <a:tr h="221967">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FIN</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ERP.056-02-Payroll to GL Testing for HOA Employees - transfer to HOA ledger-Split Employees</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2796413"/>
                  </a:ext>
                </a:extLst>
              </a:tr>
              <a:tr h="226080">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HCM.002 Hire an Hourly Full-Time employee in US</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6058697"/>
                  </a:ext>
                </a:extLst>
              </a:tr>
              <a:tr h="226080">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HCM.003 Process Internal Hiring (Promotion)</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9187971"/>
                  </a:ext>
                </a:extLst>
              </a:tr>
              <a:tr h="226080">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HCM.009 Processing a Rehire</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8583753"/>
                  </a:ext>
                </a:extLst>
              </a:tr>
              <a:tr h="226080">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HCM.010 Processing a Leave of Absence/Return from Leave of Absence</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1266041"/>
                  </a:ext>
                </a:extLst>
              </a:tr>
              <a:tr h="226080">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HCM.011 Processing a Global Transfer</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269490"/>
                  </a:ext>
                </a:extLst>
              </a:tr>
              <a:tr h="226080">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HCM.016 Processing a Weekly Payroll Process</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08514663"/>
                  </a:ext>
                </a:extLst>
              </a:tr>
              <a:tr h="226080">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HCM.017 Processing a Bi-Weekly Current Payroll Process</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7166729"/>
                  </a:ext>
                </a:extLst>
              </a:tr>
              <a:tr h="226080">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HCM.018 Processing a Bi-Weekly Arrears Payroll Process</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8503116"/>
                  </a:ext>
                </a:extLst>
              </a:tr>
              <a:tr h="226080">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HCM.020 Processing Offcycle</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65"/>
                  </a:ext>
                </a:extLst>
              </a:tr>
              <a:tr h="226080">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HCM.021 Process Bonus</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5374508"/>
                  </a:ext>
                </a:extLst>
              </a:tr>
              <a:tr h="226080">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HCM.023 HOA employee costing</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2443911"/>
                  </a:ext>
                </a:extLst>
              </a:tr>
              <a:tr h="226080">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HCM.024 Yearly compensation and Payroll process</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9861264"/>
                  </a:ext>
                </a:extLst>
              </a:tr>
              <a:tr h="226080">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solidFill>
                            <a:srgbClr val="000000"/>
                          </a:solidFill>
                          <a:effectLst/>
                          <a:latin typeface="Calibri" panose="020F0502020204030204" pitchFamily="34" charset="0"/>
                          <a:ea typeface="Verdana" panose="020B0604030504040204" pitchFamily="34" charset="0"/>
                          <a:cs typeface="Verdana" panose="020B0604030504040204" pitchFamily="34" charset="0"/>
                        </a:rPr>
                        <a:t>HCM.029 Hire a Full-time or Part-time employee in Japan</a:t>
                      </a:r>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6109009"/>
                  </a:ext>
                </a:extLst>
              </a:tr>
            </a:tbl>
          </a:graphicData>
        </a:graphic>
      </p:graphicFrame>
    </p:spTree>
    <p:extLst>
      <p:ext uri="{BB962C8B-B14F-4D97-AF65-F5344CB8AC3E}">
        <p14:creationId xmlns:p14="http://schemas.microsoft.com/office/powerpoint/2010/main" val="1499378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47FA315D-842A-4141-B447-6B599A06478E}"/>
              </a:ext>
            </a:extLst>
          </p:cNvPr>
          <p:cNvSpPr txBox="1">
            <a:spLocks/>
          </p:cNvSpPr>
          <p:nvPr/>
        </p:nvSpPr>
        <p:spPr>
          <a:xfrm>
            <a:off x="410905" y="952683"/>
            <a:ext cx="11252200" cy="554420"/>
          </a:xfrm>
          <a:prstGeom prst="rect">
            <a:avLst/>
          </a:prstGeom>
        </p:spPr>
        <p:txBody>
          <a:bodyPr vert="horz" lIns="0" tIns="0" rIns="0" bIns="0" rtlCol="0">
            <a:noAutofit/>
          </a:bodyPr>
          <a:lstStyle>
            <a:lvl1pPr marL="0" indent="0" algn="l" defTabSz="1219170" rtl="0" eaLnBrk="1" latinLnBrk="0" hangingPunct="1">
              <a:spcBef>
                <a:spcPts val="0"/>
              </a:spcBef>
              <a:spcAft>
                <a:spcPts val="1000"/>
              </a:spcAft>
              <a:buSzPct val="100000"/>
              <a:buFontTx/>
              <a:buNone/>
              <a:defRPr sz="1600" b="0" kern="1200">
                <a:solidFill>
                  <a:srgbClr val="575757"/>
                </a:solidFill>
                <a:latin typeface="+mn-lt"/>
                <a:ea typeface="+mn-ea"/>
                <a:cs typeface="+mn-cs"/>
              </a:defRPr>
            </a:lvl1pPr>
            <a:lvl2pPr marL="127000" indent="-127000" algn="l" defTabSz="1219170" rtl="0" eaLnBrk="1" latinLnBrk="0" hangingPunct="1">
              <a:spcBef>
                <a:spcPts val="0"/>
              </a:spcBef>
              <a:spcAft>
                <a:spcPts val="1000"/>
              </a:spcAft>
              <a:buClrTx/>
              <a:buSzPct val="100000"/>
              <a:buFont typeface="Arial" panose="020B0604020202020204" pitchFamily="34" charset="0"/>
              <a:buChar char="•"/>
              <a:defRPr lang="en-US" sz="1600" b="0" kern="1200" dirty="0" smtClean="0">
                <a:solidFill>
                  <a:srgbClr val="53565A"/>
                </a:solidFill>
                <a:latin typeface="+mn-lt"/>
                <a:ea typeface="+mn-ea"/>
                <a:cs typeface="+mn-cs"/>
              </a:defRPr>
            </a:lvl2pPr>
            <a:lvl3pPr marL="2794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dirty="0" smtClean="0">
                <a:solidFill>
                  <a:srgbClr val="53565A"/>
                </a:solidFill>
                <a:latin typeface="+mn-lt"/>
                <a:ea typeface="+mn-ea"/>
                <a:cs typeface="+mn-cs"/>
              </a:defRPr>
            </a:lvl3pPr>
            <a:lvl4pPr marL="4318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baseline="0" dirty="0" smtClean="0">
                <a:solidFill>
                  <a:srgbClr val="53565A"/>
                </a:solidFill>
                <a:latin typeface="+mn-lt"/>
                <a:ea typeface="+mn-ea"/>
                <a:cs typeface="+mn-cs"/>
              </a:defRPr>
            </a:lvl4pPr>
            <a:lvl5pPr marL="584200" indent="-127000" algn="l" defTabSz="1064657" rtl="0" eaLnBrk="1" latinLnBrk="0" hangingPunct="1">
              <a:spcBef>
                <a:spcPts val="0"/>
              </a:spcBef>
              <a:spcAft>
                <a:spcPts val="1000"/>
              </a:spcAft>
              <a:buClrTx/>
              <a:buSzPct val="100000"/>
              <a:buFont typeface="Arial" panose="020B0604020202020204" pitchFamily="34" charset="0"/>
              <a:buChar char="−"/>
              <a:tabLst/>
              <a:defRPr lang="en-US" sz="1600" kern="1200" baseline="0" dirty="0" smtClean="0">
                <a:solidFill>
                  <a:srgbClr val="53565A"/>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000"/>
              </a:spcAft>
              <a:buClrTx/>
              <a:buSzPct val="100000"/>
              <a:buFontTx/>
              <a:buNone/>
              <a:tabLst/>
              <a:defRPr/>
            </a:pPr>
            <a:r>
              <a:rPr kumimoji="0" lang="en-US" sz="1600" b="1" i="0" u="none" strike="noStrike" kern="1200" cap="none" spc="0" normalizeH="0" baseline="0" noProof="0" dirty="0">
                <a:ln>
                  <a:noFill/>
                </a:ln>
                <a:solidFill>
                  <a:schemeClr val="tx1"/>
                </a:solidFill>
                <a:effectLst/>
                <a:uLnTx/>
                <a:uFillTx/>
                <a:latin typeface="Arial" panose="020B0604020202020204"/>
                <a:ea typeface="+mn-ea"/>
                <a:cs typeface="+mn-cs"/>
              </a:rPr>
              <a:t>Overall Test Scripts in scope by modules</a:t>
            </a:r>
          </a:p>
        </p:txBody>
      </p:sp>
      <p:sp>
        <p:nvSpPr>
          <p:cNvPr id="6" name="Title 3">
            <a:extLst>
              <a:ext uri="{FF2B5EF4-FFF2-40B4-BE49-F238E27FC236}">
                <a16:creationId xmlns:a16="http://schemas.microsoft.com/office/drawing/2014/main" id="{695A5906-F1F6-4D43-89A4-89D9F91830D4}"/>
              </a:ext>
            </a:extLst>
          </p:cNvPr>
          <p:cNvSpPr txBox="1">
            <a:spLocks/>
          </p:cNvSpPr>
          <p:nvPr/>
        </p:nvSpPr>
        <p:spPr>
          <a:xfrm>
            <a:off x="300214" y="134686"/>
            <a:ext cx="11252200" cy="334102"/>
          </a:xfrm>
        </p:spPr>
        <p:txBody>
          <a:bodyPr>
            <a:noAutofit/>
          </a:bodyPr>
          <a:lstStyle>
            <a:lvl1pPr defTabSz="1214962">
              <a:lnSpc>
                <a:spcPct val="100000"/>
              </a:lnSpc>
              <a:spcBef>
                <a:spcPct val="0"/>
              </a:spcBef>
              <a:buNone/>
              <a:defRPr lang="en-US" sz="3600" b="0" dirty="0">
                <a:latin typeface="+mj-lt"/>
                <a:ea typeface="+mj-ea"/>
                <a:cs typeface="Arial" panose="020B0604020202020204" pitchFamily="34" charset="0"/>
              </a:defRPr>
            </a:lvl1pPr>
          </a:lstStyle>
          <a:p>
            <a:r>
              <a:rPr lang="en-US" dirty="0"/>
              <a:t>Automation Scripts</a:t>
            </a:r>
          </a:p>
        </p:txBody>
      </p:sp>
      <p:sp>
        <p:nvSpPr>
          <p:cNvPr id="7" name="TextBox 6">
            <a:extLst>
              <a:ext uri="{FF2B5EF4-FFF2-40B4-BE49-F238E27FC236}">
                <a16:creationId xmlns:a16="http://schemas.microsoft.com/office/drawing/2014/main" id="{0BE76089-E8D9-4129-B427-0EA767331161}"/>
              </a:ext>
            </a:extLst>
          </p:cNvPr>
          <p:cNvSpPr txBox="1"/>
          <p:nvPr/>
        </p:nvSpPr>
        <p:spPr>
          <a:xfrm>
            <a:off x="4290736" y="6279264"/>
            <a:ext cx="3700660" cy="276999"/>
          </a:xfrm>
          <a:prstGeom prst="rect">
            <a:avLst/>
          </a:prstGeom>
          <a:noFill/>
        </p:spPr>
        <p:txBody>
          <a:bodyPr wrap="square" rtlCol="0">
            <a:spAutoFit/>
          </a:bodyPr>
          <a:lstStyle/>
          <a:p>
            <a:pPr marL="171450" indent="-171450">
              <a:buFont typeface="Arial" panose="020B0604020202020204" pitchFamily="34" charset="0"/>
              <a:buChar char="•"/>
            </a:pPr>
            <a:r>
              <a:rPr lang="en-US" sz="1200" dirty="0"/>
              <a:t>Include ERP and HCM including interfaces.</a:t>
            </a:r>
          </a:p>
        </p:txBody>
      </p:sp>
      <p:graphicFrame>
        <p:nvGraphicFramePr>
          <p:cNvPr id="3" name="Table 2">
            <a:extLst>
              <a:ext uri="{FF2B5EF4-FFF2-40B4-BE49-F238E27FC236}">
                <a16:creationId xmlns:a16="http://schemas.microsoft.com/office/drawing/2014/main" id="{2EF3190C-6694-4544-9A5B-068129DFE42D}"/>
              </a:ext>
            </a:extLst>
          </p:cNvPr>
          <p:cNvGraphicFramePr>
            <a:graphicFrameLocks noGrp="1"/>
          </p:cNvGraphicFramePr>
          <p:nvPr>
            <p:extLst>
              <p:ext uri="{D42A27DB-BD31-4B8C-83A1-F6EECF244321}">
                <p14:modId xmlns:p14="http://schemas.microsoft.com/office/powerpoint/2010/main" val="1271948407"/>
              </p:ext>
            </p:extLst>
          </p:nvPr>
        </p:nvGraphicFramePr>
        <p:xfrm>
          <a:off x="410905" y="1327355"/>
          <a:ext cx="10842114" cy="4577960"/>
        </p:xfrm>
        <a:graphic>
          <a:graphicData uri="http://schemas.openxmlformats.org/drawingml/2006/table">
            <a:tbl>
              <a:tblPr firstRow="1" firstCol="1" bandRow="1"/>
              <a:tblGrid>
                <a:gridCol w="3448557">
                  <a:extLst>
                    <a:ext uri="{9D8B030D-6E8A-4147-A177-3AD203B41FA5}">
                      <a16:colId xmlns:a16="http://schemas.microsoft.com/office/drawing/2014/main" val="4271917894"/>
                    </a:ext>
                  </a:extLst>
                </a:gridCol>
                <a:gridCol w="2150511">
                  <a:extLst>
                    <a:ext uri="{9D8B030D-6E8A-4147-A177-3AD203B41FA5}">
                      <a16:colId xmlns:a16="http://schemas.microsoft.com/office/drawing/2014/main" val="1407920863"/>
                    </a:ext>
                  </a:extLst>
                </a:gridCol>
                <a:gridCol w="1979134">
                  <a:extLst>
                    <a:ext uri="{9D8B030D-6E8A-4147-A177-3AD203B41FA5}">
                      <a16:colId xmlns:a16="http://schemas.microsoft.com/office/drawing/2014/main" val="1961358550"/>
                    </a:ext>
                  </a:extLst>
                </a:gridCol>
                <a:gridCol w="1398662">
                  <a:extLst>
                    <a:ext uri="{9D8B030D-6E8A-4147-A177-3AD203B41FA5}">
                      <a16:colId xmlns:a16="http://schemas.microsoft.com/office/drawing/2014/main" val="2846122719"/>
                    </a:ext>
                  </a:extLst>
                </a:gridCol>
                <a:gridCol w="1865250">
                  <a:extLst>
                    <a:ext uri="{9D8B030D-6E8A-4147-A177-3AD203B41FA5}">
                      <a16:colId xmlns:a16="http://schemas.microsoft.com/office/drawing/2014/main" val="3076432520"/>
                    </a:ext>
                  </a:extLst>
                </a:gridCol>
              </a:tblGrid>
              <a:tr h="228898">
                <a:tc>
                  <a:txBody>
                    <a:bodyPr/>
                    <a:lstStyle/>
                    <a:p>
                      <a:pPr marL="0" marR="0">
                        <a:spcBef>
                          <a:spcPts val="0"/>
                        </a:spcBef>
                        <a:spcAft>
                          <a:spcPts val="0"/>
                        </a:spcAft>
                      </a:pPr>
                      <a:r>
                        <a:rPr lang="en-US" sz="1100" b="1" dirty="0">
                          <a:solidFill>
                            <a:srgbClr val="FFFFFF"/>
                          </a:solidFill>
                          <a:effectLst/>
                          <a:latin typeface="Calibri" panose="020F0502020204030204" pitchFamily="34" charset="0"/>
                          <a:ea typeface="Times New Roman" panose="02020603050405020304" pitchFamily="18" charset="0"/>
                          <a:cs typeface="Verdana" panose="020B0604030504040204" pitchFamily="34" charset="0"/>
                        </a:rPr>
                        <a:t>Modules</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spcBef>
                          <a:spcPts val="0"/>
                        </a:spcBef>
                        <a:spcAft>
                          <a:spcPts val="0"/>
                        </a:spcAft>
                      </a:pPr>
                      <a:r>
                        <a:rPr lang="en-US" sz="1100" b="1" dirty="0">
                          <a:solidFill>
                            <a:srgbClr val="FFFFFF"/>
                          </a:solidFill>
                          <a:effectLst/>
                          <a:latin typeface="Calibri" panose="020F0502020204030204" pitchFamily="34" charset="0"/>
                          <a:ea typeface="Times New Roman" panose="02020603050405020304" pitchFamily="18" charset="0"/>
                          <a:cs typeface="Verdana" panose="020B0604030504040204" pitchFamily="34" charset="0"/>
                        </a:rPr>
                        <a:t>Low</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spcBef>
                          <a:spcPts val="0"/>
                        </a:spcBef>
                        <a:spcAft>
                          <a:spcPts val="0"/>
                        </a:spcAft>
                      </a:pPr>
                      <a:r>
                        <a:rPr lang="en-US" sz="1100" b="1" dirty="0">
                          <a:solidFill>
                            <a:srgbClr val="FFFFFF"/>
                          </a:solidFill>
                          <a:effectLst/>
                          <a:latin typeface="Calibri" panose="020F0502020204030204" pitchFamily="34" charset="0"/>
                          <a:ea typeface="Times New Roman" panose="02020603050405020304" pitchFamily="18" charset="0"/>
                          <a:cs typeface="Verdana" panose="020B0604030504040204" pitchFamily="34" charset="0"/>
                        </a:rPr>
                        <a:t>Medium</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spcBef>
                          <a:spcPts val="0"/>
                        </a:spcBef>
                        <a:spcAft>
                          <a:spcPts val="0"/>
                        </a:spcAft>
                      </a:pPr>
                      <a:r>
                        <a:rPr lang="en-US" sz="1100" b="1" dirty="0">
                          <a:solidFill>
                            <a:srgbClr val="FFFFFF"/>
                          </a:solidFill>
                          <a:effectLst/>
                          <a:latin typeface="Calibri" panose="020F0502020204030204" pitchFamily="34" charset="0"/>
                          <a:ea typeface="Times New Roman" panose="02020603050405020304" pitchFamily="18" charset="0"/>
                          <a:cs typeface="Verdana" panose="020B0604030504040204" pitchFamily="34" charset="0"/>
                        </a:rPr>
                        <a:t>High</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marL="0" marR="0">
                        <a:spcBef>
                          <a:spcPts val="0"/>
                        </a:spcBef>
                        <a:spcAft>
                          <a:spcPts val="0"/>
                        </a:spcAft>
                      </a:pPr>
                      <a:r>
                        <a:rPr lang="en-US" sz="1100" b="1" dirty="0">
                          <a:solidFill>
                            <a:srgbClr val="FFFFFF"/>
                          </a:solidFill>
                          <a:effectLst/>
                          <a:latin typeface="Calibri" panose="020F0502020204030204" pitchFamily="34" charset="0"/>
                          <a:ea typeface="Times New Roman" panose="02020603050405020304" pitchFamily="18" charset="0"/>
                          <a:cs typeface="Verdana" panose="020B0604030504040204" pitchFamily="34" charset="0"/>
                        </a:rPr>
                        <a:t>Grand Total</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3536444586"/>
                  </a:ext>
                </a:extLst>
              </a:tr>
              <a:tr h="228898">
                <a:tc>
                  <a:txBody>
                    <a:bodyPr/>
                    <a:lstStyle/>
                    <a:p>
                      <a:pPr marL="0" marR="0">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Absence Management</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8</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10</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2</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20</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32855478"/>
                  </a:ext>
                </a:extLst>
              </a:tr>
              <a:tr h="228898">
                <a:tc>
                  <a:txBody>
                    <a:bodyPr/>
                    <a:lstStyle/>
                    <a:p>
                      <a:pPr marL="0" marR="0">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Accounts Payable</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14</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5</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1</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20</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3028133"/>
                  </a:ext>
                </a:extLst>
              </a:tr>
              <a:tr h="228898">
                <a:tc>
                  <a:txBody>
                    <a:bodyPr/>
                    <a:lstStyle/>
                    <a:p>
                      <a:pPr marL="0" marR="0">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Accounts Receivable</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3</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3</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2</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8</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2145507"/>
                  </a:ext>
                </a:extLst>
              </a:tr>
              <a:tr h="228898">
                <a:tc>
                  <a:txBody>
                    <a:bodyPr/>
                    <a:lstStyle/>
                    <a:p>
                      <a:pPr marL="0" marR="0">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Cash Management</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2</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1</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100" dirty="0">
                        <a:effectLst/>
                        <a:latin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3</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7294013"/>
                  </a:ext>
                </a:extLst>
              </a:tr>
              <a:tr h="228898">
                <a:tc>
                  <a:txBody>
                    <a:bodyPr/>
                    <a:lstStyle/>
                    <a:p>
                      <a:pPr marL="0" marR="0">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ERP Inbound Integration</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10</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100" dirty="0">
                        <a:effectLst/>
                        <a:latin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2</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12</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941093"/>
                  </a:ext>
                </a:extLst>
              </a:tr>
              <a:tr h="228898">
                <a:tc>
                  <a:txBody>
                    <a:bodyPr/>
                    <a:lstStyle/>
                    <a:p>
                      <a:pPr marL="0" marR="0">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ERP Outbound Integration</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15</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2</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100" dirty="0">
                        <a:effectLst/>
                        <a:latin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17</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8888702"/>
                  </a:ext>
                </a:extLst>
              </a:tr>
              <a:tr h="228898">
                <a:tc>
                  <a:txBody>
                    <a:bodyPr/>
                    <a:lstStyle/>
                    <a:p>
                      <a:pPr marL="0" marR="0">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Fixed Assets</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3</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3</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100" dirty="0">
                        <a:effectLst/>
                        <a:latin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6</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08140045"/>
                  </a:ext>
                </a:extLst>
              </a:tr>
              <a:tr h="228898">
                <a:tc>
                  <a:txBody>
                    <a:bodyPr/>
                    <a:lstStyle/>
                    <a:p>
                      <a:pPr marL="0" marR="0">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General Ledger</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8</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7</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2</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17</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33347678"/>
                  </a:ext>
                </a:extLst>
              </a:tr>
              <a:tr h="228898">
                <a:tc>
                  <a:txBody>
                    <a:bodyPr/>
                    <a:lstStyle/>
                    <a:p>
                      <a:pPr marL="0" marR="0">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HCM Inbound Integration</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5</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100" dirty="0">
                        <a:effectLst/>
                        <a:latin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3</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8</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3782294"/>
                  </a:ext>
                </a:extLst>
              </a:tr>
              <a:tr h="228898">
                <a:tc>
                  <a:txBody>
                    <a:bodyPr/>
                    <a:lstStyle/>
                    <a:p>
                      <a:pPr marL="0" marR="0">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HCM Outbound Integration</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29</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2</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5</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36</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8831108"/>
                  </a:ext>
                </a:extLst>
              </a:tr>
              <a:tr h="228898">
                <a:tc>
                  <a:txBody>
                    <a:bodyPr/>
                    <a:lstStyle/>
                    <a:p>
                      <a:pPr marL="0" marR="0">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Core Human Resources</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68</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12</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11</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91</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277974"/>
                  </a:ext>
                </a:extLst>
              </a:tr>
              <a:tr h="228898">
                <a:tc>
                  <a:txBody>
                    <a:bodyPr/>
                    <a:lstStyle/>
                    <a:p>
                      <a:pPr marL="0" marR="0">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Kyriba Integration with Oracle</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22</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100" dirty="0">
                        <a:effectLst/>
                        <a:latin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100" dirty="0">
                        <a:effectLst/>
                        <a:latin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22</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9098979"/>
                  </a:ext>
                </a:extLst>
              </a:tr>
              <a:tr h="228898">
                <a:tc>
                  <a:txBody>
                    <a:bodyPr/>
                    <a:lstStyle/>
                    <a:p>
                      <a:pPr marL="0" marR="0">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Project Financials</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6</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5</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2</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13</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8870633"/>
                  </a:ext>
                </a:extLst>
              </a:tr>
              <a:tr h="228898">
                <a:tc>
                  <a:txBody>
                    <a:bodyPr/>
                    <a:lstStyle/>
                    <a:p>
                      <a:pPr marL="0" marR="0">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Payroll</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42</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19</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7</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68</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6810538"/>
                  </a:ext>
                </a:extLst>
              </a:tr>
              <a:tr h="228898">
                <a:tc>
                  <a:txBody>
                    <a:bodyPr/>
                    <a:lstStyle/>
                    <a:p>
                      <a:pPr marL="0" marR="0">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Procurement</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6</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4</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1</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11</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8733233"/>
                  </a:ext>
                </a:extLst>
              </a:tr>
              <a:tr h="228898">
                <a:tc>
                  <a:txBody>
                    <a:bodyPr/>
                    <a:lstStyle/>
                    <a:p>
                      <a:pPr marL="0" marR="0">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Security Controls</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25</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7</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sz="1100" dirty="0">
                        <a:effectLst/>
                        <a:latin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32</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7466758"/>
                  </a:ext>
                </a:extLst>
              </a:tr>
              <a:tr h="228898">
                <a:tc>
                  <a:txBody>
                    <a:bodyPr/>
                    <a:lstStyle/>
                    <a:p>
                      <a:pPr marL="0" marR="0">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Talent Management</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7</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7</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7</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21</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8487730"/>
                  </a:ext>
                </a:extLst>
              </a:tr>
              <a:tr h="228898">
                <a:tc>
                  <a:txBody>
                    <a:bodyPr/>
                    <a:lstStyle/>
                    <a:p>
                      <a:pPr marL="0" marR="0">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Workforce Compensation </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7</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7</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7</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100"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21</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9470043"/>
                  </a:ext>
                </a:extLst>
              </a:tr>
              <a:tr h="228898">
                <a:tc>
                  <a:txBody>
                    <a:bodyPr/>
                    <a:lstStyle/>
                    <a:p>
                      <a:pPr marL="0" marR="0">
                        <a:spcBef>
                          <a:spcPts val="0"/>
                        </a:spcBef>
                        <a:spcAft>
                          <a:spcPts val="0"/>
                        </a:spcAft>
                      </a:pPr>
                      <a:r>
                        <a:rPr lang="en-US" sz="1100" b="1"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Grand Total</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tc>
                  <a:txBody>
                    <a:bodyPr/>
                    <a:lstStyle/>
                    <a:p>
                      <a:pPr marL="0" marR="0" algn="ctr">
                        <a:spcBef>
                          <a:spcPts val="0"/>
                        </a:spcBef>
                        <a:spcAft>
                          <a:spcPts val="0"/>
                        </a:spcAft>
                      </a:pPr>
                      <a:r>
                        <a:rPr lang="en-US" sz="1100" b="1"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280</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tc>
                  <a:txBody>
                    <a:bodyPr/>
                    <a:lstStyle/>
                    <a:p>
                      <a:pPr marL="0" marR="0" algn="ctr">
                        <a:spcBef>
                          <a:spcPts val="0"/>
                        </a:spcBef>
                        <a:spcAft>
                          <a:spcPts val="0"/>
                        </a:spcAft>
                      </a:pPr>
                      <a:r>
                        <a:rPr lang="en-US" sz="1100" b="1"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94</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tc>
                  <a:txBody>
                    <a:bodyPr/>
                    <a:lstStyle/>
                    <a:p>
                      <a:pPr marL="0" marR="0" algn="ctr">
                        <a:spcBef>
                          <a:spcPts val="0"/>
                        </a:spcBef>
                        <a:spcAft>
                          <a:spcPts val="0"/>
                        </a:spcAft>
                      </a:pPr>
                      <a:r>
                        <a:rPr lang="en-US" sz="1100" b="1"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52</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tc>
                  <a:txBody>
                    <a:bodyPr/>
                    <a:lstStyle/>
                    <a:p>
                      <a:pPr marL="0" marR="0" algn="ctr">
                        <a:spcBef>
                          <a:spcPts val="0"/>
                        </a:spcBef>
                        <a:spcAft>
                          <a:spcPts val="0"/>
                        </a:spcAft>
                      </a:pPr>
                      <a:r>
                        <a:rPr lang="en-US" sz="1100" b="1" dirty="0">
                          <a:solidFill>
                            <a:srgbClr val="000000"/>
                          </a:solidFill>
                          <a:effectLst/>
                          <a:latin typeface="Calibri" panose="020F0502020204030204" pitchFamily="34" charset="0"/>
                          <a:ea typeface="Times New Roman" panose="02020603050405020304" pitchFamily="18" charset="0"/>
                          <a:cs typeface="Verdana" panose="020B0604030504040204" pitchFamily="34" charset="0"/>
                        </a:rPr>
                        <a:t>426</a:t>
                      </a:r>
                      <a:endParaRPr lang="en-US"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1775492890"/>
                  </a:ext>
                </a:extLst>
              </a:tr>
            </a:tbl>
          </a:graphicData>
        </a:graphic>
      </p:graphicFrame>
    </p:spTree>
    <p:extLst>
      <p:ext uri="{BB962C8B-B14F-4D97-AF65-F5344CB8AC3E}">
        <p14:creationId xmlns:p14="http://schemas.microsoft.com/office/powerpoint/2010/main" val="3540283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8712" y="3323668"/>
            <a:ext cx="11195637" cy="914400"/>
          </a:xfrm>
        </p:spPr>
        <p:txBody>
          <a:bodyPr/>
          <a:lstStyle/>
          <a:p>
            <a:pPr algn="ctr"/>
            <a:r>
              <a:rPr lang="en-US" altLang="ja-JP" dirty="0"/>
              <a:t>Project Timeline, Key Milestones and Deliverables</a:t>
            </a:r>
            <a:endParaRPr lang="en-US" dirty="0"/>
          </a:p>
        </p:txBody>
      </p:sp>
      <p:sp>
        <p:nvSpPr>
          <p:cNvPr id="8" name="Title 1"/>
          <p:cNvSpPr txBox="1">
            <a:spLocks/>
          </p:cNvSpPr>
          <p:nvPr/>
        </p:nvSpPr>
        <p:spPr>
          <a:xfrm>
            <a:off x="698650" y="2871957"/>
            <a:ext cx="10960608" cy="753369"/>
          </a:xfrm>
          <a:prstGeom prst="rect">
            <a:avLst/>
          </a:prstGeom>
        </p:spPr>
        <p:txBody>
          <a:bodyPr/>
          <a:lstStyle>
            <a:lvl1pPr algn="l" defTabSz="914265" rtl="0" eaLnBrk="1" latinLnBrk="0" hangingPunct="1">
              <a:spcBef>
                <a:spcPct val="0"/>
              </a:spcBef>
              <a:buNone/>
              <a:defRPr sz="2000" b="1" kern="1200">
                <a:solidFill>
                  <a:srgbClr val="002060"/>
                </a:solidFill>
                <a:latin typeface="+mn-lt"/>
                <a:ea typeface="+mj-ea"/>
                <a:cs typeface="Arial"/>
              </a:defRPr>
            </a:lvl1pPr>
          </a:lstStyle>
          <a:p>
            <a:pPr algn="ctr"/>
            <a:endParaRPr lang="en-US" sz="4000" dirty="0"/>
          </a:p>
        </p:txBody>
      </p:sp>
    </p:spTree>
    <p:extLst>
      <p:ext uri="{BB962C8B-B14F-4D97-AF65-F5344CB8AC3E}">
        <p14:creationId xmlns:p14="http://schemas.microsoft.com/office/powerpoint/2010/main" val="4180750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31818" y="366779"/>
            <a:ext cx="10972800" cy="606426"/>
          </a:xfrm>
        </p:spPr>
        <p:txBody>
          <a:bodyPr>
            <a:noAutofit/>
          </a:bodyPr>
          <a:lstStyle/>
          <a:p>
            <a:r>
              <a:rPr lang="en-US" altLang="ja-JP" sz="3600" dirty="0"/>
              <a:t>RPA Approach</a:t>
            </a:r>
            <a:endParaRPr lang="en-US" sz="3600" dirty="0"/>
          </a:p>
        </p:txBody>
      </p:sp>
      <p:sp>
        <p:nvSpPr>
          <p:cNvPr id="20" name="object 2"/>
          <p:cNvSpPr txBox="1"/>
          <p:nvPr/>
        </p:nvSpPr>
        <p:spPr>
          <a:xfrm>
            <a:off x="465768" y="6715205"/>
            <a:ext cx="2721610" cy="100027"/>
          </a:xfrm>
          <a:prstGeom prst="rect">
            <a:avLst/>
          </a:prstGeom>
        </p:spPr>
        <p:txBody>
          <a:bodyPr vert="horz" wrap="square" lIns="0" tIns="0" rIns="0" bIns="0" rtlCol="0">
            <a:spAutoFit/>
          </a:bodyPr>
          <a:lstStyle/>
          <a:p>
            <a:pPr marL="12700"/>
            <a:r>
              <a:rPr sz="650" spc="-5" dirty="0">
                <a:solidFill>
                  <a:prstClr val="black"/>
                </a:solidFill>
                <a:cs typeface="Verdana"/>
              </a:rPr>
              <a:t>Copyright © 2018 </a:t>
            </a:r>
            <a:r>
              <a:rPr lang="en-US" sz="650" spc="-5" dirty="0">
                <a:solidFill>
                  <a:prstClr val="black"/>
                </a:solidFill>
                <a:cs typeface="Verdana"/>
              </a:rPr>
              <a:t>Deloitte Consulting</a:t>
            </a:r>
            <a:r>
              <a:rPr sz="650" spc="-5" dirty="0">
                <a:solidFill>
                  <a:prstClr val="black"/>
                </a:solidFill>
                <a:cs typeface="Verdana"/>
              </a:rPr>
              <a:t> Development LLC. All rights</a:t>
            </a:r>
            <a:r>
              <a:rPr sz="650" spc="5" dirty="0">
                <a:solidFill>
                  <a:prstClr val="black"/>
                </a:solidFill>
                <a:cs typeface="Verdana"/>
              </a:rPr>
              <a:t> </a:t>
            </a:r>
            <a:r>
              <a:rPr sz="650" spc="-5" dirty="0">
                <a:solidFill>
                  <a:prstClr val="black"/>
                </a:solidFill>
                <a:cs typeface="Verdana"/>
              </a:rPr>
              <a:t>reserved.</a:t>
            </a:r>
            <a:endParaRPr sz="650" dirty="0">
              <a:solidFill>
                <a:prstClr val="black"/>
              </a:solidFill>
              <a:cs typeface="Verdana"/>
            </a:endParaRPr>
          </a:p>
        </p:txBody>
      </p:sp>
      <p:sp>
        <p:nvSpPr>
          <p:cNvPr id="21" name="object 3"/>
          <p:cNvSpPr txBox="1"/>
          <p:nvPr/>
        </p:nvSpPr>
        <p:spPr>
          <a:xfrm>
            <a:off x="11664399" y="6715205"/>
            <a:ext cx="78105" cy="100027"/>
          </a:xfrm>
          <a:prstGeom prst="rect">
            <a:avLst/>
          </a:prstGeom>
        </p:spPr>
        <p:txBody>
          <a:bodyPr vert="horz" wrap="square" lIns="0" tIns="0" rIns="0" bIns="0" rtlCol="0">
            <a:spAutoFit/>
          </a:bodyPr>
          <a:lstStyle/>
          <a:p>
            <a:pPr marL="12700"/>
            <a:r>
              <a:rPr sz="650" spc="-5" dirty="0">
                <a:solidFill>
                  <a:prstClr val="black"/>
                </a:solidFill>
                <a:cs typeface="Verdana"/>
              </a:rPr>
              <a:t>2</a:t>
            </a:r>
            <a:endParaRPr sz="650" dirty="0">
              <a:solidFill>
                <a:prstClr val="black"/>
              </a:solidFill>
              <a:cs typeface="Verdana"/>
            </a:endParaRPr>
          </a:p>
        </p:txBody>
      </p:sp>
      <p:sp>
        <p:nvSpPr>
          <p:cNvPr id="22" name="object 4"/>
          <p:cNvSpPr txBox="1"/>
          <p:nvPr/>
        </p:nvSpPr>
        <p:spPr>
          <a:xfrm>
            <a:off x="412326" y="1059183"/>
            <a:ext cx="10914380" cy="426720"/>
          </a:xfrm>
          <a:prstGeom prst="rect">
            <a:avLst/>
          </a:prstGeom>
        </p:spPr>
        <p:txBody>
          <a:bodyPr vert="horz" wrap="square" lIns="0" tIns="0" rIns="0" bIns="0" rtlCol="0">
            <a:spAutoFit/>
          </a:bodyPr>
          <a:lstStyle/>
          <a:p>
            <a:pPr marL="12700" marR="5080"/>
            <a:r>
              <a:rPr sz="1400" spc="-5" dirty="0">
                <a:cs typeface="Verdana"/>
              </a:rPr>
              <a:t>Our </a:t>
            </a:r>
            <a:r>
              <a:rPr sz="1400" dirty="0">
                <a:cs typeface="Verdana"/>
              </a:rPr>
              <a:t>proposed automation </a:t>
            </a:r>
            <a:r>
              <a:rPr sz="1400" spc="-5" dirty="0">
                <a:cs typeface="Verdana"/>
              </a:rPr>
              <a:t>framework </a:t>
            </a:r>
            <a:r>
              <a:rPr sz="1400" dirty="0">
                <a:cs typeface="Verdana"/>
              </a:rPr>
              <a:t>and hybrid agile design methodology are well-suited for developing and deploying</a:t>
            </a:r>
            <a:r>
              <a:rPr sz="1400" spc="-210" dirty="0">
                <a:cs typeface="Verdana"/>
              </a:rPr>
              <a:t> </a:t>
            </a:r>
            <a:r>
              <a:rPr sz="1400" dirty="0">
                <a:cs typeface="Verdana"/>
              </a:rPr>
              <a:t>a  design model </a:t>
            </a:r>
            <a:r>
              <a:rPr sz="1400" spc="-10" dirty="0">
                <a:cs typeface="Verdana"/>
              </a:rPr>
              <a:t>over </a:t>
            </a:r>
            <a:r>
              <a:rPr sz="1400" spc="-5" dirty="0">
                <a:cs typeface="Verdana"/>
              </a:rPr>
              <a:t>the </a:t>
            </a:r>
            <a:r>
              <a:rPr sz="1400" dirty="0">
                <a:cs typeface="Verdana"/>
              </a:rPr>
              <a:t>diverse process, organizational, and geographical</a:t>
            </a:r>
            <a:r>
              <a:rPr sz="1400" spc="-170" dirty="0">
                <a:cs typeface="Verdana"/>
              </a:rPr>
              <a:t> </a:t>
            </a:r>
            <a:r>
              <a:rPr sz="1400" dirty="0">
                <a:cs typeface="Verdana"/>
              </a:rPr>
              <a:t>footprint</a:t>
            </a:r>
          </a:p>
        </p:txBody>
      </p:sp>
      <p:sp>
        <p:nvSpPr>
          <p:cNvPr id="23" name="object 6"/>
          <p:cNvSpPr/>
          <p:nvPr/>
        </p:nvSpPr>
        <p:spPr>
          <a:xfrm>
            <a:off x="412326" y="1677420"/>
            <a:ext cx="2407920" cy="393700"/>
          </a:xfrm>
          <a:custGeom>
            <a:avLst/>
            <a:gdLst/>
            <a:ahLst/>
            <a:cxnLst/>
            <a:rect l="l" t="t" r="r" b="b"/>
            <a:pathLst>
              <a:path w="2407920" h="393700">
                <a:moveTo>
                  <a:pt x="2223389" y="0"/>
                </a:moveTo>
                <a:lnTo>
                  <a:pt x="0" y="0"/>
                </a:lnTo>
                <a:lnTo>
                  <a:pt x="0" y="393192"/>
                </a:lnTo>
                <a:lnTo>
                  <a:pt x="2223389" y="393192"/>
                </a:lnTo>
                <a:lnTo>
                  <a:pt x="2407920" y="196596"/>
                </a:lnTo>
                <a:lnTo>
                  <a:pt x="2223389"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prstClr val="black"/>
              </a:solidFill>
              <a:effectLst/>
              <a:uLnTx/>
              <a:uFillTx/>
            </a:endParaRPr>
          </a:p>
        </p:txBody>
      </p:sp>
      <p:sp>
        <p:nvSpPr>
          <p:cNvPr id="24" name="object 7"/>
          <p:cNvSpPr txBox="1"/>
          <p:nvPr/>
        </p:nvSpPr>
        <p:spPr>
          <a:xfrm>
            <a:off x="1267672" y="1812040"/>
            <a:ext cx="605790" cy="123111"/>
          </a:xfrm>
          <a:prstGeom prst="rect">
            <a:avLst/>
          </a:prstGeom>
        </p:spPr>
        <p:txBody>
          <a:bodyPr vert="horz" wrap="square" lIns="0" tIns="0" rIns="0" bIns="0" rtlCol="0">
            <a:spAutoFit/>
          </a:bodyPr>
          <a:lstStyle/>
          <a:p>
            <a:pPr marL="12700"/>
            <a:r>
              <a:rPr sz="800" b="1" dirty="0">
                <a:solidFill>
                  <a:srgbClr val="FFFFFF"/>
                </a:solidFill>
                <a:cs typeface="Verdana"/>
              </a:rPr>
              <a:t>MOBILIZE</a:t>
            </a:r>
            <a:endParaRPr sz="800" dirty="0">
              <a:solidFill>
                <a:prstClr val="black"/>
              </a:solidFill>
              <a:cs typeface="Verdana"/>
            </a:endParaRPr>
          </a:p>
        </p:txBody>
      </p:sp>
      <p:sp>
        <p:nvSpPr>
          <p:cNvPr id="25" name="object 8"/>
          <p:cNvSpPr/>
          <p:nvPr/>
        </p:nvSpPr>
        <p:spPr>
          <a:xfrm>
            <a:off x="9568519" y="1666751"/>
            <a:ext cx="879475" cy="419100"/>
          </a:xfrm>
          <a:custGeom>
            <a:avLst/>
            <a:gdLst/>
            <a:ahLst/>
            <a:cxnLst/>
            <a:rect l="l" t="t" r="r" b="b"/>
            <a:pathLst>
              <a:path w="879475" h="419100">
                <a:moveTo>
                  <a:pt x="669798" y="0"/>
                </a:moveTo>
                <a:lnTo>
                  <a:pt x="0" y="0"/>
                </a:lnTo>
                <a:lnTo>
                  <a:pt x="209550" y="209550"/>
                </a:lnTo>
                <a:lnTo>
                  <a:pt x="0" y="419100"/>
                </a:lnTo>
                <a:lnTo>
                  <a:pt x="669798" y="419100"/>
                </a:lnTo>
                <a:lnTo>
                  <a:pt x="879348" y="209550"/>
                </a:lnTo>
                <a:lnTo>
                  <a:pt x="669798" y="0"/>
                </a:lnTo>
                <a:close/>
              </a:path>
            </a:pathLst>
          </a:custGeom>
          <a:solidFill>
            <a:srgbClr val="00A2D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prstClr val="black"/>
              </a:solidFill>
              <a:effectLst/>
              <a:uLnTx/>
              <a:uFillTx/>
            </a:endParaRPr>
          </a:p>
        </p:txBody>
      </p:sp>
      <p:sp>
        <p:nvSpPr>
          <p:cNvPr id="26" name="object 9"/>
          <p:cNvSpPr txBox="1"/>
          <p:nvPr/>
        </p:nvSpPr>
        <p:spPr>
          <a:xfrm>
            <a:off x="9766765" y="1814453"/>
            <a:ext cx="483870" cy="123111"/>
          </a:xfrm>
          <a:prstGeom prst="rect">
            <a:avLst/>
          </a:prstGeom>
        </p:spPr>
        <p:txBody>
          <a:bodyPr vert="horz" wrap="square" lIns="0" tIns="0" rIns="0" bIns="0" rtlCol="0">
            <a:spAutoFit/>
          </a:bodyPr>
          <a:lstStyle/>
          <a:p>
            <a:pPr marL="12700"/>
            <a:r>
              <a:rPr sz="800" b="1" dirty="0">
                <a:solidFill>
                  <a:srgbClr val="FFFFFF"/>
                </a:solidFill>
                <a:cs typeface="Verdana"/>
              </a:rPr>
              <a:t>DEPLOY</a:t>
            </a:r>
            <a:endParaRPr sz="800" dirty="0">
              <a:solidFill>
                <a:prstClr val="black"/>
              </a:solidFill>
              <a:cs typeface="Verdana"/>
            </a:endParaRPr>
          </a:p>
        </p:txBody>
      </p:sp>
      <p:sp>
        <p:nvSpPr>
          <p:cNvPr id="27" name="object 10"/>
          <p:cNvSpPr/>
          <p:nvPr/>
        </p:nvSpPr>
        <p:spPr>
          <a:xfrm>
            <a:off x="2747094" y="1666751"/>
            <a:ext cx="6910070" cy="200025"/>
          </a:xfrm>
          <a:custGeom>
            <a:avLst/>
            <a:gdLst/>
            <a:ahLst/>
            <a:cxnLst/>
            <a:rect l="l" t="t" r="r" b="b"/>
            <a:pathLst>
              <a:path w="6910070" h="200025">
                <a:moveTo>
                  <a:pt x="6706743" y="0"/>
                </a:moveTo>
                <a:lnTo>
                  <a:pt x="0" y="0"/>
                </a:lnTo>
                <a:lnTo>
                  <a:pt x="203073" y="199643"/>
                </a:lnTo>
                <a:lnTo>
                  <a:pt x="6909816" y="199643"/>
                </a:lnTo>
                <a:lnTo>
                  <a:pt x="6706743" y="0"/>
                </a:lnTo>
                <a:close/>
              </a:path>
            </a:pathLst>
          </a:custGeom>
          <a:solidFill>
            <a:srgbClr val="00548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prstClr val="black"/>
              </a:solidFill>
              <a:effectLst/>
              <a:uLnTx/>
              <a:uFillTx/>
            </a:endParaRPr>
          </a:p>
        </p:txBody>
      </p:sp>
      <p:sp>
        <p:nvSpPr>
          <p:cNvPr id="28" name="object 11"/>
          <p:cNvSpPr/>
          <p:nvPr/>
        </p:nvSpPr>
        <p:spPr>
          <a:xfrm>
            <a:off x="2769955" y="1890779"/>
            <a:ext cx="4963795" cy="204470"/>
          </a:xfrm>
          <a:custGeom>
            <a:avLst/>
            <a:gdLst/>
            <a:ahLst/>
            <a:cxnLst/>
            <a:rect l="l" t="t" r="r" b="b"/>
            <a:pathLst>
              <a:path w="4963795" h="204469">
                <a:moveTo>
                  <a:pt x="4963668" y="0"/>
                </a:moveTo>
                <a:lnTo>
                  <a:pt x="195453" y="0"/>
                </a:lnTo>
                <a:lnTo>
                  <a:pt x="0" y="204215"/>
                </a:lnTo>
                <a:lnTo>
                  <a:pt x="4768215" y="204215"/>
                </a:lnTo>
                <a:lnTo>
                  <a:pt x="4963668" y="0"/>
                </a:lnTo>
                <a:close/>
              </a:path>
            </a:pathLst>
          </a:custGeom>
          <a:solidFill>
            <a:srgbClr val="00548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prstClr val="black"/>
              </a:solidFill>
              <a:effectLst/>
              <a:uLnTx/>
              <a:uFillTx/>
            </a:endParaRPr>
          </a:p>
        </p:txBody>
      </p:sp>
      <p:sp>
        <p:nvSpPr>
          <p:cNvPr id="29" name="object 12"/>
          <p:cNvSpPr txBox="1"/>
          <p:nvPr/>
        </p:nvSpPr>
        <p:spPr>
          <a:xfrm>
            <a:off x="4013031" y="1704724"/>
            <a:ext cx="2474595" cy="361950"/>
          </a:xfrm>
          <a:prstGeom prst="rect">
            <a:avLst/>
          </a:prstGeom>
        </p:spPr>
        <p:txBody>
          <a:bodyPr vert="horz" wrap="square" lIns="0" tIns="0" rIns="0" bIns="0" rtlCol="0">
            <a:spAutoFit/>
          </a:bodyPr>
          <a:lstStyle/>
          <a:p>
            <a:pPr marL="1995170"/>
            <a:r>
              <a:rPr sz="800" b="1" dirty="0">
                <a:solidFill>
                  <a:srgbClr val="FFFFFF"/>
                </a:solidFill>
                <a:cs typeface="Verdana"/>
              </a:rPr>
              <a:t>ADAPT</a:t>
            </a:r>
            <a:endParaRPr sz="800" dirty="0">
              <a:solidFill>
                <a:prstClr val="black"/>
              </a:solidFill>
              <a:cs typeface="Verdana"/>
            </a:endParaRPr>
          </a:p>
          <a:p>
            <a:pPr marL="12700">
              <a:spcBef>
                <a:spcPts val="819"/>
              </a:spcBef>
            </a:pPr>
            <a:r>
              <a:rPr sz="800" b="1" spc="-5" dirty="0">
                <a:solidFill>
                  <a:srgbClr val="FFFFFF"/>
                </a:solidFill>
                <a:cs typeface="Verdana"/>
              </a:rPr>
              <a:t>ARCHITECT, </a:t>
            </a:r>
            <a:r>
              <a:rPr sz="800" b="1" dirty="0">
                <a:solidFill>
                  <a:srgbClr val="FFFFFF"/>
                </a:solidFill>
                <a:cs typeface="Verdana"/>
              </a:rPr>
              <a:t>CONFIGURE, AND</a:t>
            </a:r>
            <a:r>
              <a:rPr sz="800" b="1" spc="-95" dirty="0">
                <a:solidFill>
                  <a:srgbClr val="FFFFFF"/>
                </a:solidFill>
                <a:cs typeface="Verdana"/>
              </a:rPr>
              <a:t> </a:t>
            </a:r>
            <a:r>
              <a:rPr sz="800" b="1" dirty="0">
                <a:solidFill>
                  <a:srgbClr val="FFFFFF"/>
                </a:solidFill>
                <a:cs typeface="Verdana"/>
              </a:rPr>
              <a:t>PROTOTYPE</a:t>
            </a:r>
            <a:endParaRPr sz="800" dirty="0">
              <a:solidFill>
                <a:prstClr val="black"/>
              </a:solidFill>
              <a:cs typeface="Verdana"/>
            </a:endParaRPr>
          </a:p>
        </p:txBody>
      </p:sp>
      <p:sp>
        <p:nvSpPr>
          <p:cNvPr id="30" name="object 13"/>
          <p:cNvSpPr/>
          <p:nvPr/>
        </p:nvSpPr>
        <p:spPr>
          <a:xfrm>
            <a:off x="7654374" y="1890779"/>
            <a:ext cx="1984375" cy="196850"/>
          </a:xfrm>
          <a:custGeom>
            <a:avLst/>
            <a:gdLst/>
            <a:ahLst/>
            <a:cxnLst/>
            <a:rect l="l" t="t" r="r" b="b"/>
            <a:pathLst>
              <a:path w="1984375" h="196850">
                <a:moveTo>
                  <a:pt x="1984248" y="0"/>
                </a:moveTo>
                <a:lnTo>
                  <a:pt x="188087" y="0"/>
                </a:lnTo>
                <a:lnTo>
                  <a:pt x="0" y="196596"/>
                </a:lnTo>
                <a:lnTo>
                  <a:pt x="1796161" y="196596"/>
                </a:lnTo>
                <a:lnTo>
                  <a:pt x="1984248" y="0"/>
                </a:lnTo>
                <a:close/>
              </a:path>
            </a:pathLst>
          </a:custGeom>
          <a:solidFill>
            <a:srgbClr val="00548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prstClr val="black"/>
              </a:solidFill>
              <a:effectLst/>
              <a:uLnTx/>
              <a:uFillTx/>
            </a:endParaRPr>
          </a:p>
        </p:txBody>
      </p:sp>
      <p:sp>
        <p:nvSpPr>
          <p:cNvPr id="31" name="object 14"/>
          <p:cNvSpPr txBox="1"/>
          <p:nvPr/>
        </p:nvSpPr>
        <p:spPr>
          <a:xfrm>
            <a:off x="8492321" y="1927229"/>
            <a:ext cx="308610" cy="123111"/>
          </a:xfrm>
          <a:prstGeom prst="rect">
            <a:avLst/>
          </a:prstGeom>
        </p:spPr>
        <p:txBody>
          <a:bodyPr vert="horz" wrap="square" lIns="0" tIns="0" rIns="0" bIns="0" rtlCol="0">
            <a:spAutoFit/>
          </a:bodyPr>
          <a:lstStyle/>
          <a:p>
            <a:pPr marL="12700"/>
            <a:r>
              <a:rPr sz="800" b="1" dirty="0">
                <a:solidFill>
                  <a:srgbClr val="FFFFFF"/>
                </a:solidFill>
                <a:cs typeface="Verdana"/>
              </a:rPr>
              <a:t>TEST</a:t>
            </a:r>
            <a:endParaRPr sz="800" dirty="0">
              <a:solidFill>
                <a:prstClr val="black"/>
              </a:solidFill>
              <a:cs typeface="Verdana"/>
            </a:endParaRPr>
          </a:p>
        </p:txBody>
      </p:sp>
      <p:sp>
        <p:nvSpPr>
          <p:cNvPr id="32" name="object 15"/>
          <p:cNvSpPr/>
          <p:nvPr/>
        </p:nvSpPr>
        <p:spPr>
          <a:xfrm>
            <a:off x="10365571" y="1666751"/>
            <a:ext cx="1298575" cy="403860"/>
          </a:xfrm>
          <a:custGeom>
            <a:avLst/>
            <a:gdLst/>
            <a:ahLst/>
            <a:cxnLst/>
            <a:rect l="l" t="t" r="r" b="b"/>
            <a:pathLst>
              <a:path w="1298575" h="403860">
                <a:moveTo>
                  <a:pt x="1096518" y="0"/>
                </a:moveTo>
                <a:lnTo>
                  <a:pt x="0" y="0"/>
                </a:lnTo>
                <a:lnTo>
                  <a:pt x="201929" y="201929"/>
                </a:lnTo>
                <a:lnTo>
                  <a:pt x="0" y="403860"/>
                </a:lnTo>
                <a:lnTo>
                  <a:pt x="1096518" y="403860"/>
                </a:lnTo>
                <a:lnTo>
                  <a:pt x="1298448" y="201929"/>
                </a:lnTo>
                <a:lnTo>
                  <a:pt x="1096518" y="0"/>
                </a:lnTo>
                <a:close/>
              </a:path>
            </a:pathLst>
          </a:custGeom>
          <a:solidFill>
            <a:srgbClr val="00A2D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prstClr val="black"/>
              </a:solidFill>
              <a:effectLst/>
              <a:uLnTx/>
              <a:uFillTx/>
            </a:endParaRPr>
          </a:p>
        </p:txBody>
      </p:sp>
      <p:sp>
        <p:nvSpPr>
          <p:cNvPr id="33" name="object 16"/>
          <p:cNvSpPr txBox="1"/>
          <p:nvPr/>
        </p:nvSpPr>
        <p:spPr>
          <a:xfrm>
            <a:off x="10732347" y="1806832"/>
            <a:ext cx="566420" cy="123111"/>
          </a:xfrm>
          <a:prstGeom prst="rect">
            <a:avLst/>
          </a:prstGeom>
        </p:spPr>
        <p:txBody>
          <a:bodyPr vert="horz" wrap="square" lIns="0" tIns="0" rIns="0" bIns="0" rtlCol="0">
            <a:spAutoFit/>
          </a:bodyPr>
          <a:lstStyle/>
          <a:p>
            <a:pPr marL="12700"/>
            <a:r>
              <a:rPr sz="800" b="1" dirty="0">
                <a:solidFill>
                  <a:srgbClr val="FFFFFF"/>
                </a:solidFill>
                <a:cs typeface="Verdana"/>
              </a:rPr>
              <a:t>S</a:t>
            </a:r>
            <a:r>
              <a:rPr sz="800" b="1" spc="-5" dirty="0">
                <a:solidFill>
                  <a:srgbClr val="FFFFFF"/>
                </a:solidFill>
                <a:cs typeface="Verdana"/>
              </a:rPr>
              <a:t>U</a:t>
            </a:r>
            <a:r>
              <a:rPr sz="800" b="1" dirty="0">
                <a:solidFill>
                  <a:srgbClr val="FFFFFF"/>
                </a:solidFill>
                <a:cs typeface="Verdana"/>
              </a:rPr>
              <a:t>P</a:t>
            </a:r>
            <a:r>
              <a:rPr sz="800" b="1" spc="-5" dirty="0">
                <a:solidFill>
                  <a:srgbClr val="FFFFFF"/>
                </a:solidFill>
                <a:cs typeface="Verdana"/>
              </a:rPr>
              <a:t>P</a:t>
            </a:r>
            <a:r>
              <a:rPr sz="800" b="1" dirty="0">
                <a:solidFill>
                  <a:srgbClr val="FFFFFF"/>
                </a:solidFill>
                <a:cs typeface="Verdana"/>
              </a:rPr>
              <a:t>O</a:t>
            </a:r>
            <a:r>
              <a:rPr sz="800" b="1" spc="-5" dirty="0">
                <a:solidFill>
                  <a:srgbClr val="FFFFFF"/>
                </a:solidFill>
                <a:cs typeface="Verdana"/>
              </a:rPr>
              <a:t>R</a:t>
            </a:r>
            <a:r>
              <a:rPr sz="800" b="1" dirty="0">
                <a:solidFill>
                  <a:srgbClr val="FFFFFF"/>
                </a:solidFill>
                <a:cs typeface="Verdana"/>
              </a:rPr>
              <a:t>T</a:t>
            </a:r>
            <a:endParaRPr sz="800" dirty="0">
              <a:solidFill>
                <a:prstClr val="black"/>
              </a:solidFill>
              <a:cs typeface="Verdana"/>
            </a:endParaRPr>
          </a:p>
        </p:txBody>
      </p:sp>
      <p:sp>
        <p:nvSpPr>
          <p:cNvPr id="34" name="object 17"/>
          <p:cNvSpPr txBox="1"/>
          <p:nvPr/>
        </p:nvSpPr>
        <p:spPr>
          <a:xfrm>
            <a:off x="3154384" y="2241808"/>
            <a:ext cx="2809240" cy="123111"/>
          </a:xfrm>
          <a:prstGeom prst="rect">
            <a:avLst/>
          </a:prstGeom>
        </p:spPr>
        <p:txBody>
          <a:bodyPr vert="horz" wrap="square" lIns="0" tIns="0" rIns="0" bIns="0" rtlCol="0">
            <a:spAutoFit/>
          </a:bodyPr>
          <a:lstStyle/>
          <a:p>
            <a:pPr marL="12700"/>
            <a:r>
              <a:rPr sz="800" b="1" dirty="0">
                <a:solidFill>
                  <a:prstClr val="black"/>
                </a:solidFill>
                <a:cs typeface="Verdana"/>
              </a:rPr>
              <a:t>Common Design: Design &amp; Build</a:t>
            </a:r>
            <a:r>
              <a:rPr sz="800" b="1" spc="-80" dirty="0">
                <a:solidFill>
                  <a:prstClr val="black"/>
                </a:solidFill>
                <a:cs typeface="Verdana"/>
              </a:rPr>
              <a:t> </a:t>
            </a:r>
            <a:r>
              <a:rPr sz="800" b="1" dirty="0">
                <a:solidFill>
                  <a:prstClr val="black"/>
                </a:solidFill>
                <a:cs typeface="Verdana"/>
              </a:rPr>
              <a:t>Cycles</a:t>
            </a:r>
            <a:endParaRPr sz="800" dirty="0">
              <a:solidFill>
                <a:prstClr val="black"/>
              </a:solidFill>
              <a:cs typeface="Verdana"/>
            </a:endParaRPr>
          </a:p>
        </p:txBody>
      </p:sp>
      <p:sp>
        <p:nvSpPr>
          <p:cNvPr id="35" name="object 18"/>
          <p:cNvSpPr txBox="1"/>
          <p:nvPr/>
        </p:nvSpPr>
        <p:spPr>
          <a:xfrm>
            <a:off x="9551248" y="2343789"/>
            <a:ext cx="719455" cy="123111"/>
          </a:xfrm>
          <a:prstGeom prst="rect">
            <a:avLst/>
          </a:prstGeom>
        </p:spPr>
        <p:txBody>
          <a:bodyPr vert="horz" wrap="square" lIns="0" tIns="0" rIns="0" bIns="0" rtlCol="0">
            <a:spAutoFit/>
          </a:bodyPr>
          <a:lstStyle/>
          <a:p>
            <a:pPr marL="12700"/>
            <a:r>
              <a:rPr sz="800" b="1" dirty="0">
                <a:solidFill>
                  <a:prstClr val="black"/>
                </a:solidFill>
                <a:cs typeface="Verdana"/>
              </a:rPr>
              <a:t>Deployment</a:t>
            </a:r>
            <a:endParaRPr sz="800" dirty="0">
              <a:solidFill>
                <a:prstClr val="black"/>
              </a:solidFill>
              <a:cs typeface="Verdana"/>
            </a:endParaRPr>
          </a:p>
        </p:txBody>
      </p:sp>
      <p:sp>
        <p:nvSpPr>
          <p:cNvPr id="36" name="object 19"/>
          <p:cNvSpPr txBox="1"/>
          <p:nvPr/>
        </p:nvSpPr>
        <p:spPr>
          <a:xfrm>
            <a:off x="701659" y="2270764"/>
            <a:ext cx="657225" cy="123111"/>
          </a:xfrm>
          <a:prstGeom prst="rect">
            <a:avLst/>
          </a:prstGeom>
        </p:spPr>
        <p:txBody>
          <a:bodyPr vert="horz" wrap="square" lIns="0" tIns="0" rIns="0" bIns="0" rtlCol="0">
            <a:spAutoFit/>
          </a:bodyPr>
          <a:lstStyle/>
          <a:p>
            <a:pPr marL="12700"/>
            <a:r>
              <a:rPr sz="800" b="1" dirty="0">
                <a:solidFill>
                  <a:prstClr val="black"/>
                </a:solidFill>
                <a:cs typeface="Verdana"/>
              </a:rPr>
              <a:t>Proj.</a:t>
            </a:r>
            <a:r>
              <a:rPr sz="800" b="1" spc="-90" dirty="0">
                <a:solidFill>
                  <a:prstClr val="black"/>
                </a:solidFill>
                <a:cs typeface="Verdana"/>
              </a:rPr>
              <a:t> </a:t>
            </a:r>
            <a:r>
              <a:rPr sz="800" b="1" dirty="0">
                <a:solidFill>
                  <a:prstClr val="black"/>
                </a:solidFill>
                <a:cs typeface="Verdana"/>
              </a:rPr>
              <a:t>Mgmt</a:t>
            </a:r>
            <a:endParaRPr sz="800" dirty="0">
              <a:solidFill>
                <a:prstClr val="black"/>
              </a:solidFill>
              <a:cs typeface="Verdana"/>
            </a:endParaRPr>
          </a:p>
        </p:txBody>
      </p:sp>
      <p:sp>
        <p:nvSpPr>
          <p:cNvPr id="37" name="object 20"/>
          <p:cNvSpPr txBox="1"/>
          <p:nvPr/>
        </p:nvSpPr>
        <p:spPr>
          <a:xfrm>
            <a:off x="7897326" y="2298958"/>
            <a:ext cx="1143000" cy="123111"/>
          </a:xfrm>
          <a:prstGeom prst="rect">
            <a:avLst/>
          </a:prstGeom>
        </p:spPr>
        <p:txBody>
          <a:bodyPr vert="horz" wrap="square" lIns="0" tIns="0" rIns="0" bIns="0" rtlCol="0">
            <a:spAutoFit/>
          </a:bodyPr>
          <a:lstStyle/>
          <a:p>
            <a:pPr marL="12700" algn="ctr"/>
            <a:r>
              <a:rPr sz="800" b="1" dirty="0">
                <a:solidFill>
                  <a:prstClr val="black"/>
                </a:solidFill>
                <a:cs typeface="Verdana"/>
              </a:rPr>
              <a:t>Testing</a:t>
            </a:r>
            <a:endParaRPr sz="800" dirty="0">
              <a:solidFill>
                <a:prstClr val="black"/>
              </a:solidFill>
              <a:cs typeface="Verdana"/>
            </a:endParaRPr>
          </a:p>
        </p:txBody>
      </p:sp>
      <p:sp>
        <p:nvSpPr>
          <p:cNvPr id="38" name="object 21"/>
          <p:cNvSpPr txBox="1"/>
          <p:nvPr/>
        </p:nvSpPr>
        <p:spPr>
          <a:xfrm>
            <a:off x="10617159" y="2348360"/>
            <a:ext cx="733425" cy="123111"/>
          </a:xfrm>
          <a:prstGeom prst="rect">
            <a:avLst/>
          </a:prstGeom>
        </p:spPr>
        <p:txBody>
          <a:bodyPr vert="horz" wrap="square" lIns="0" tIns="0" rIns="0" bIns="0" rtlCol="0">
            <a:spAutoFit/>
          </a:bodyPr>
          <a:lstStyle/>
          <a:p>
            <a:pPr marL="12700"/>
            <a:r>
              <a:rPr sz="800" b="1" dirty="0">
                <a:solidFill>
                  <a:prstClr val="black"/>
                </a:solidFill>
                <a:cs typeface="Verdana"/>
              </a:rPr>
              <a:t>Post Go</a:t>
            </a:r>
            <a:r>
              <a:rPr sz="800" b="1" spc="-90" dirty="0">
                <a:solidFill>
                  <a:prstClr val="black"/>
                </a:solidFill>
                <a:cs typeface="Verdana"/>
              </a:rPr>
              <a:t> </a:t>
            </a:r>
            <a:r>
              <a:rPr sz="800" b="1" dirty="0">
                <a:solidFill>
                  <a:prstClr val="black"/>
                </a:solidFill>
                <a:cs typeface="Verdana"/>
              </a:rPr>
              <a:t>Live</a:t>
            </a:r>
            <a:endParaRPr sz="800" dirty="0">
              <a:solidFill>
                <a:prstClr val="black"/>
              </a:solidFill>
              <a:cs typeface="Verdana"/>
            </a:endParaRPr>
          </a:p>
        </p:txBody>
      </p:sp>
      <p:sp>
        <p:nvSpPr>
          <p:cNvPr id="39" name="object 22"/>
          <p:cNvSpPr txBox="1"/>
          <p:nvPr/>
        </p:nvSpPr>
        <p:spPr>
          <a:xfrm>
            <a:off x="1605112" y="2218313"/>
            <a:ext cx="671195" cy="258532"/>
          </a:xfrm>
          <a:prstGeom prst="rect">
            <a:avLst/>
          </a:prstGeom>
        </p:spPr>
        <p:txBody>
          <a:bodyPr vert="horz" wrap="square" lIns="0" tIns="0" rIns="0" bIns="0" rtlCol="0">
            <a:spAutoFit/>
          </a:bodyPr>
          <a:lstStyle/>
          <a:p>
            <a:pPr marL="12700" marR="5080" indent="38100">
              <a:lnSpc>
                <a:spcPct val="105000"/>
              </a:lnSpc>
            </a:pPr>
            <a:r>
              <a:rPr sz="800" b="1" dirty="0">
                <a:solidFill>
                  <a:prstClr val="black"/>
                </a:solidFill>
                <a:cs typeface="Verdana"/>
              </a:rPr>
              <a:t>Process &amp;  </a:t>
            </a:r>
            <a:r>
              <a:rPr sz="800" b="1" spc="-5" dirty="0">
                <a:solidFill>
                  <a:prstClr val="black"/>
                </a:solidFill>
                <a:cs typeface="Verdana"/>
              </a:rPr>
              <a:t>Ap</a:t>
            </a:r>
            <a:r>
              <a:rPr sz="800" b="1" dirty="0">
                <a:solidFill>
                  <a:prstClr val="black"/>
                </a:solidFill>
                <a:cs typeface="Verdana"/>
              </a:rPr>
              <a:t>pli</a:t>
            </a:r>
            <a:r>
              <a:rPr sz="800" b="1" spc="-5" dirty="0">
                <a:solidFill>
                  <a:prstClr val="black"/>
                </a:solidFill>
                <a:cs typeface="Verdana"/>
              </a:rPr>
              <a:t>c</a:t>
            </a:r>
            <a:r>
              <a:rPr sz="800" b="1" dirty="0">
                <a:solidFill>
                  <a:prstClr val="black"/>
                </a:solidFill>
                <a:cs typeface="Verdana"/>
              </a:rPr>
              <a:t>a</a:t>
            </a:r>
            <a:r>
              <a:rPr sz="800" b="1" spc="5" dirty="0">
                <a:solidFill>
                  <a:prstClr val="black"/>
                </a:solidFill>
                <a:cs typeface="Verdana"/>
              </a:rPr>
              <a:t>t</a:t>
            </a:r>
            <a:r>
              <a:rPr sz="800" b="1" dirty="0">
                <a:solidFill>
                  <a:prstClr val="black"/>
                </a:solidFill>
                <a:cs typeface="Verdana"/>
              </a:rPr>
              <a:t>ion</a:t>
            </a:r>
            <a:endParaRPr sz="800" dirty="0">
              <a:solidFill>
                <a:prstClr val="black"/>
              </a:solidFill>
              <a:cs typeface="Verdana"/>
            </a:endParaRPr>
          </a:p>
        </p:txBody>
      </p:sp>
      <p:sp>
        <p:nvSpPr>
          <p:cNvPr id="41" name="object 24"/>
          <p:cNvSpPr txBox="1"/>
          <p:nvPr/>
        </p:nvSpPr>
        <p:spPr>
          <a:xfrm>
            <a:off x="485556" y="2548004"/>
            <a:ext cx="2211070" cy="1615827"/>
          </a:xfrm>
          <a:prstGeom prst="rect">
            <a:avLst/>
          </a:prstGeom>
        </p:spPr>
        <p:txBody>
          <a:bodyPr vert="horz" wrap="square" lIns="0" tIns="0" rIns="0" bIns="0" rtlCol="0">
            <a:spAutoFit/>
          </a:bodyPr>
          <a:lstStyle/>
          <a:p>
            <a:pPr marL="184785" marR="119380" indent="-172085">
              <a:buSzPct val="75000"/>
              <a:buFont typeface="Arial"/>
              <a:buChar char="•"/>
              <a:tabLst>
                <a:tab pos="184785" algn="l"/>
                <a:tab pos="185420" algn="l"/>
              </a:tabLst>
            </a:pPr>
            <a:r>
              <a:rPr lang="en-US" sz="1000" spc="-5" dirty="0">
                <a:solidFill>
                  <a:prstClr val="black"/>
                </a:solidFill>
                <a:cs typeface="Verdana"/>
              </a:rPr>
              <a:t>Leverage phase 1 test scripts for RPA automation work</a:t>
            </a:r>
          </a:p>
          <a:p>
            <a:pPr marL="184785" marR="119380" indent="-172085">
              <a:buSzPct val="75000"/>
              <a:buFont typeface="Arial"/>
              <a:buChar char="•"/>
              <a:tabLst>
                <a:tab pos="184785" algn="l"/>
                <a:tab pos="185420" algn="l"/>
              </a:tabLst>
            </a:pPr>
            <a:endParaRPr lang="en-US" sz="1000" spc="-5" dirty="0">
              <a:solidFill>
                <a:prstClr val="black"/>
              </a:solidFill>
              <a:cs typeface="Verdana"/>
            </a:endParaRPr>
          </a:p>
          <a:p>
            <a:pPr marL="184785" marR="119380" indent="-172085">
              <a:buSzPct val="75000"/>
              <a:buFont typeface="Arial"/>
              <a:buChar char="•"/>
              <a:tabLst>
                <a:tab pos="184785" algn="l"/>
                <a:tab pos="185420" algn="l"/>
              </a:tabLst>
            </a:pPr>
            <a:r>
              <a:rPr sz="1000" spc="-5" dirty="0">
                <a:solidFill>
                  <a:prstClr val="black"/>
                </a:solidFill>
                <a:cs typeface="Verdana"/>
              </a:rPr>
              <a:t>Confirm environment, data and  other infrastructure </a:t>
            </a:r>
            <a:r>
              <a:rPr sz="1000" spc="-10" dirty="0">
                <a:solidFill>
                  <a:prstClr val="black"/>
                </a:solidFill>
                <a:cs typeface="Verdana"/>
              </a:rPr>
              <a:t>needs </a:t>
            </a:r>
            <a:r>
              <a:rPr sz="1000" spc="-5" dirty="0">
                <a:solidFill>
                  <a:prstClr val="black"/>
                </a:solidFill>
                <a:cs typeface="Verdana"/>
              </a:rPr>
              <a:t>to  </a:t>
            </a:r>
            <a:r>
              <a:rPr lang="en-US" sz="1000" spc="-10" dirty="0">
                <a:solidFill>
                  <a:prstClr val="black"/>
                </a:solidFill>
                <a:cs typeface="Verdana"/>
              </a:rPr>
              <a:t>specific</a:t>
            </a:r>
            <a:r>
              <a:rPr sz="1000" spc="-10" dirty="0">
                <a:solidFill>
                  <a:prstClr val="black"/>
                </a:solidFill>
                <a:cs typeface="Verdana"/>
              </a:rPr>
              <a:t> </a:t>
            </a:r>
            <a:r>
              <a:rPr sz="1000" dirty="0">
                <a:solidFill>
                  <a:prstClr val="black"/>
                </a:solidFill>
                <a:cs typeface="Verdana"/>
              </a:rPr>
              <a:t>client </a:t>
            </a:r>
            <a:r>
              <a:rPr sz="1000" spc="-5" dirty="0">
                <a:solidFill>
                  <a:prstClr val="black"/>
                </a:solidFill>
                <a:cs typeface="Verdana"/>
              </a:rPr>
              <a:t>stake holders </a:t>
            </a:r>
            <a:r>
              <a:rPr sz="1000" spc="-10" dirty="0">
                <a:solidFill>
                  <a:prstClr val="black"/>
                </a:solidFill>
                <a:cs typeface="Verdana"/>
              </a:rPr>
              <a:t>for  </a:t>
            </a:r>
            <a:r>
              <a:rPr lang="en-US" sz="1000" spc="-5" dirty="0">
                <a:solidFill>
                  <a:prstClr val="black"/>
                </a:solidFill>
                <a:cs typeface="Verdana"/>
              </a:rPr>
              <a:t>building</a:t>
            </a:r>
            <a:r>
              <a:rPr sz="1000" spc="-5" dirty="0">
                <a:solidFill>
                  <a:prstClr val="black"/>
                </a:solidFill>
                <a:cs typeface="Verdana"/>
              </a:rPr>
              <a:t> automation </a:t>
            </a:r>
            <a:r>
              <a:rPr lang="en-US" sz="1000" spc="-5" dirty="0">
                <a:solidFill>
                  <a:prstClr val="black"/>
                </a:solidFill>
                <a:cs typeface="Verdana"/>
              </a:rPr>
              <a:t>scripts</a:t>
            </a:r>
            <a:endParaRPr sz="1000" dirty="0">
              <a:solidFill>
                <a:prstClr val="black"/>
              </a:solidFill>
              <a:cs typeface="Verdana"/>
            </a:endParaRPr>
          </a:p>
          <a:p>
            <a:pPr marL="184785" marR="150495" indent="-172085">
              <a:spcBef>
                <a:spcPts val="600"/>
              </a:spcBef>
              <a:buSzPct val="75000"/>
              <a:buFont typeface="Arial"/>
              <a:buChar char="•"/>
              <a:tabLst>
                <a:tab pos="184785" algn="l"/>
                <a:tab pos="185420" algn="l"/>
              </a:tabLst>
            </a:pPr>
            <a:r>
              <a:rPr lang="en-US" sz="1000" dirty="0"/>
              <a:t>Identify all iterative E2E scenarios where RPA Automated scripts can be leveraged for automation testing</a:t>
            </a:r>
          </a:p>
        </p:txBody>
      </p:sp>
      <p:sp>
        <p:nvSpPr>
          <p:cNvPr id="42" name="object 25"/>
          <p:cNvSpPr txBox="1"/>
          <p:nvPr/>
        </p:nvSpPr>
        <p:spPr>
          <a:xfrm>
            <a:off x="2866095" y="2509904"/>
            <a:ext cx="3417570" cy="2308324"/>
          </a:xfrm>
          <a:prstGeom prst="rect">
            <a:avLst/>
          </a:prstGeom>
        </p:spPr>
        <p:txBody>
          <a:bodyPr vert="horz" wrap="square" lIns="0" tIns="0" rIns="0" bIns="0" rtlCol="0">
            <a:spAutoFit/>
          </a:bodyPr>
          <a:lstStyle/>
          <a:p>
            <a:pPr marL="184785" marR="88265" indent="-172085">
              <a:buSzPct val="75000"/>
              <a:buFont typeface="Arial"/>
              <a:buChar char="•"/>
              <a:tabLst>
                <a:tab pos="184785" algn="l"/>
                <a:tab pos="185420" algn="l"/>
              </a:tabLst>
            </a:pPr>
            <a:r>
              <a:rPr lang="en-US" sz="1000" spc="-5" dirty="0">
                <a:solidFill>
                  <a:prstClr val="black"/>
                </a:solidFill>
                <a:cs typeface="Verdana"/>
              </a:rPr>
              <a:t>Deloitte Consulting</a:t>
            </a:r>
            <a:r>
              <a:rPr sz="1000" spc="-5" dirty="0">
                <a:solidFill>
                  <a:prstClr val="black"/>
                </a:solidFill>
                <a:cs typeface="Verdana"/>
              </a:rPr>
              <a:t> automation lead and </a:t>
            </a:r>
            <a:r>
              <a:rPr lang="en-US" sz="1000" spc="-10" dirty="0">
                <a:solidFill>
                  <a:prstClr val="black"/>
                </a:solidFill>
                <a:cs typeface="Verdana"/>
              </a:rPr>
              <a:t>specific</a:t>
            </a:r>
            <a:r>
              <a:rPr sz="1000" spc="-10" dirty="0">
                <a:solidFill>
                  <a:prstClr val="black"/>
                </a:solidFill>
                <a:cs typeface="Verdana"/>
              </a:rPr>
              <a:t> developers </a:t>
            </a:r>
            <a:r>
              <a:rPr sz="1000" dirty="0">
                <a:solidFill>
                  <a:prstClr val="black"/>
                </a:solidFill>
                <a:cs typeface="Verdana"/>
              </a:rPr>
              <a:t>on- </a:t>
            </a:r>
            <a:r>
              <a:rPr sz="1000" spc="-10" dirty="0">
                <a:solidFill>
                  <a:prstClr val="black"/>
                </a:solidFill>
                <a:cs typeface="Verdana"/>
              </a:rPr>
              <a:t>boarded</a:t>
            </a:r>
            <a:endParaRPr sz="1000" dirty="0">
              <a:solidFill>
                <a:prstClr val="black"/>
              </a:solidFill>
              <a:cs typeface="Verdana"/>
            </a:endParaRPr>
          </a:p>
          <a:p>
            <a:pPr marL="184785" marR="373380" indent="-172085">
              <a:spcBef>
                <a:spcPts val="600"/>
              </a:spcBef>
              <a:buSzPct val="75000"/>
              <a:buFont typeface="Arial"/>
              <a:buChar char="•"/>
              <a:tabLst>
                <a:tab pos="184785" algn="l"/>
                <a:tab pos="185420" algn="l"/>
              </a:tabLst>
            </a:pPr>
            <a:r>
              <a:rPr lang="en-US" sz="1000" spc="-5" dirty="0">
                <a:solidFill>
                  <a:prstClr val="black"/>
                </a:solidFill>
                <a:cs typeface="Verdana"/>
              </a:rPr>
              <a:t>Deloitte Consulting</a:t>
            </a:r>
            <a:r>
              <a:rPr sz="1000" spc="-5" dirty="0">
                <a:solidFill>
                  <a:prstClr val="black"/>
                </a:solidFill>
                <a:cs typeface="Verdana"/>
              </a:rPr>
              <a:t> </a:t>
            </a:r>
            <a:r>
              <a:rPr sz="1000" spc="-10" dirty="0">
                <a:solidFill>
                  <a:prstClr val="black"/>
                </a:solidFill>
                <a:cs typeface="Verdana"/>
              </a:rPr>
              <a:t>Test </a:t>
            </a:r>
            <a:r>
              <a:rPr sz="1000" spc="-5" dirty="0">
                <a:solidFill>
                  <a:prstClr val="black"/>
                </a:solidFill>
                <a:cs typeface="Verdana"/>
              </a:rPr>
              <a:t>Automation baseline solution  deployed </a:t>
            </a:r>
            <a:r>
              <a:rPr sz="1000" dirty="0">
                <a:solidFill>
                  <a:prstClr val="black"/>
                </a:solidFill>
                <a:cs typeface="Verdana"/>
              </a:rPr>
              <a:t>in client </a:t>
            </a:r>
            <a:r>
              <a:rPr sz="1000" spc="-5" dirty="0">
                <a:solidFill>
                  <a:prstClr val="black"/>
                </a:solidFill>
                <a:cs typeface="Verdana"/>
              </a:rPr>
              <a:t>development</a:t>
            </a:r>
            <a:r>
              <a:rPr sz="1000" spc="40" dirty="0">
                <a:solidFill>
                  <a:prstClr val="black"/>
                </a:solidFill>
                <a:cs typeface="Verdana"/>
              </a:rPr>
              <a:t> </a:t>
            </a:r>
            <a:r>
              <a:rPr sz="1000" spc="-5" dirty="0">
                <a:solidFill>
                  <a:prstClr val="black"/>
                </a:solidFill>
                <a:cs typeface="Verdana"/>
              </a:rPr>
              <a:t>environment</a:t>
            </a:r>
            <a:endParaRPr sz="1000" dirty="0">
              <a:solidFill>
                <a:prstClr val="black"/>
              </a:solidFill>
              <a:cs typeface="Verdana"/>
            </a:endParaRPr>
          </a:p>
          <a:p>
            <a:pPr marL="184785" marR="214629" indent="-172085">
              <a:spcBef>
                <a:spcPts val="595"/>
              </a:spcBef>
              <a:buSzPct val="75000"/>
              <a:buFont typeface="Arial"/>
              <a:buChar char="•"/>
              <a:tabLst>
                <a:tab pos="184785" algn="l"/>
                <a:tab pos="185420" algn="l"/>
              </a:tabLst>
            </a:pPr>
            <a:r>
              <a:rPr sz="1000" dirty="0">
                <a:solidFill>
                  <a:prstClr val="black"/>
                </a:solidFill>
                <a:cs typeface="Verdana"/>
              </a:rPr>
              <a:t>Finalized </a:t>
            </a:r>
            <a:r>
              <a:rPr sz="1000" spc="-5" dirty="0">
                <a:solidFill>
                  <a:prstClr val="black"/>
                </a:solidFill>
                <a:cs typeface="Verdana"/>
              </a:rPr>
              <a:t>Client test scripts, validated test data  and test environment shared with automation  development</a:t>
            </a:r>
            <a:r>
              <a:rPr sz="1000" spc="-40" dirty="0">
                <a:solidFill>
                  <a:prstClr val="black"/>
                </a:solidFill>
                <a:cs typeface="Verdana"/>
              </a:rPr>
              <a:t> </a:t>
            </a:r>
            <a:r>
              <a:rPr sz="1000" spc="-5" dirty="0">
                <a:solidFill>
                  <a:prstClr val="black"/>
                </a:solidFill>
                <a:cs typeface="Verdana"/>
              </a:rPr>
              <a:t>team</a:t>
            </a:r>
            <a:endParaRPr sz="1000" dirty="0">
              <a:solidFill>
                <a:prstClr val="black"/>
              </a:solidFill>
              <a:cs typeface="Verdana"/>
            </a:endParaRPr>
          </a:p>
          <a:p>
            <a:pPr marL="184785" marR="56515" indent="-172085">
              <a:spcBef>
                <a:spcPts val="595"/>
              </a:spcBef>
              <a:buSzPct val="75000"/>
              <a:buFont typeface="Arial"/>
              <a:buChar char="•"/>
              <a:tabLst>
                <a:tab pos="184785" algn="l"/>
                <a:tab pos="185420" algn="l"/>
              </a:tabLst>
            </a:pPr>
            <a:r>
              <a:rPr sz="1000" spc="-5" dirty="0">
                <a:solidFill>
                  <a:prstClr val="black"/>
                </a:solidFill>
                <a:cs typeface="Verdana"/>
              </a:rPr>
              <a:t>Automation developer iteratively </a:t>
            </a:r>
            <a:r>
              <a:rPr sz="1000" dirty="0">
                <a:solidFill>
                  <a:prstClr val="black"/>
                </a:solidFill>
                <a:cs typeface="Verdana"/>
              </a:rPr>
              <a:t>builds  </a:t>
            </a:r>
            <a:r>
              <a:rPr sz="1000" spc="-5" dirty="0">
                <a:solidFill>
                  <a:prstClr val="black"/>
                </a:solidFill>
                <a:cs typeface="Verdana"/>
              </a:rPr>
              <a:t>enhancements to </a:t>
            </a:r>
            <a:r>
              <a:rPr sz="1000" dirty="0">
                <a:solidFill>
                  <a:prstClr val="black"/>
                </a:solidFill>
                <a:cs typeface="Verdana"/>
              </a:rPr>
              <a:t>existing </a:t>
            </a:r>
            <a:r>
              <a:rPr sz="1000" spc="-5" dirty="0">
                <a:solidFill>
                  <a:prstClr val="black"/>
                </a:solidFill>
                <a:cs typeface="Verdana"/>
              </a:rPr>
              <a:t>automation scripts and  new development </a:t>
            </a:r>
            <a:r>
              <a:rPr sz="1000" spc="-10" dirty="0">
                <a:solidFill>
                  <a:prstClr val="black"/>
                </a:solidFill>
                <a:cs typeface="Verdana"/>
              </a:rPr>
              <a:t>for </a:t>
            </a:r>
            <a:r>
              <a:rPr sz="1000" spc="-5" dirty="0">
                <a:solidFill>
                  <a:prstClr val="black"/>
                </a:solidFill>
                <a:cs typeface="Verdana"/>
              </a:rPr>
              <a:t>the identified </a:t>
            </a:r>
            <a:r>
              <a:rPr sz="1000" spc="-10" dirty="0">
                <a:solidFill>
                  <a:prstClr val="black"/>
                </a:solidFill>
                <a:cs typeface="Verdana"/>
              </a:rPr>
              <a:t>scope </a:t>
            </a:r>
            <a:r>
              <a:rPr sz="1000" dirty="0">
                <a:solidFill>
                  <a:prstClr val="black"/>
                </a:solidFill>
                <a:cs typeface="Verdana"/>
              </a:rPr>
              <a:t>while  </a:t>
            </a:r>
            <a:r>
              <a:rPr sz="1000" spc="-5" dirty="0">
                <a:solidFill>
                  <a:prstClr val="black"/>
                </a:solidFill>
                <a:cs typeface="Verdana"/>
              </a:rPr>
              <a:t>working closely with  Functional/Automation</a:t>
            </a:r>
            <a:r>
              <a:rPr sz="1000" spc="70" dirty="0">
                <a:solidFill>
                  <a:prstClr val="black"/>
                </a:solidFill>
                <a:cs typeface="Verdana"/>
              </a:rPr>
              <a:t> </a:t>
            </a:r>
            <a:r>
              <a:rPr sz="1000" spc="-5" dirty="0">
                <a:solidFill>
                  <a:prstClr val="black"/>
                </a:solidFill>
                <a:cs typeface="Verdana"/>
              </a:rPr>
              <a:t>Leads</a:t>
            </a:r>
            <a:endParaRPr sz="1000" dirty="0">
              <a:solidFill>
                <a:prstClr val="black"/>
              </a:solidFill>
              <a:cs typeface="Verdana"/>
            </a:endParaRPr>
          </a:p>
          <a:p>
            <a:pPr marL="184785" marR="5080" indent="-172085">
              <a:spcBef>
                <a:spcPts val="595"/>
              </a:spcBef>
              <a:buSzPct val="75000"/>
              <a:buFont typeface="Arial"/>
              <a:buChar char="•"/>
              <a:tabLst>
                <a:tab pos="184785" algn="l"/>
                <a:tab pos="185420" algn="l"/>
              </a:tabLst>
            </a:pPr>
            <a:r>
              <a:rPr sz="1000" spc="-5" dirty="0">
                <a:solidFill>
                  <a:prstClr val="black"/>
                </a:solidFill>
                <a:cs typeface="Verdana"/>
              </a:rPr>
              <a:t>Developer </a:t>
            </a:r>
            <a:r>
              <a:rPr sz="1000" spc="-10" dirty="0">
                <a:solidFill>
                  <a:prstClr val="black"/>
                </a:solidFill>
                <a:cs typeface="Verdana"/>
              </a:rPr>
              <a:t>performs </a:t>
            </a:r>
            <a:r>
              <a:rPr sz="1000" dirty="0">
                <a:solidFill>
                  <a:prstClr val="black"/>
                </a:solidFill>
                <a:cs typeface="Verdana"/>
              </a:rPr>
              <a:t>unit </a:t>
            </a:r>
            <a:r>
              <a:rPr sz="1000" spc="-5" dirty="0">
                <a:solidFill>
                  <a:prstClr val="black"/>
                </a:solidFill>
                <a:cs typeface="Verdana"/>
              </a:rPr>
              <a:t>testing of scripts </a:t>
            </a:r>
            <a:r>
              <a:rPr sz="1000" dirty="0">
                <a:solidFill>
                  <a:prstClr val="black"/>
                </a:solidFill>
                <a:cs typeface="Verdana"/>
              </a:rPr>
              <a:t>in  </a:t>
            </a:r>
            <a:r>
              <a:rPr lang="en-US" sz="1000" dirty="0">
                <a:solidFill>
                  <a:prstClr val="black"/>
                </a:solidFill>
                <a:cs typeface="Verdana"/>
              </a:rPr>
              <a:t>non production</a:t>
            </a:r>
            <a:r>
              <a:rPr sz="1000" dirty="0">
                <a:solidFill>
                  <a:prstClr val="black"/>
                </a:solidFill>
                <a:cs typeface="Verdana"/>
              </a:rPr>
              <a:t> </a:t>
            </a:r>
            <a:r>
              <a:rPr sz="1000" spc="-5" dirty="0">
                <a:solidFill>
                  <a:prstClr val="black"/>
                </a:solidFill>
                <a:cs typeface="Verdana"/>
              </a:rPr>
              <a:t>environment </a:t>
            </a:r>
            <a:r>
              <a:rPr lang="en-US" sz="1000" spc="-5" dirty="0">
                <a:solidFill>
                  <a:prstClr val="black"/>
                </a:solidFill>
                <a:cs typeface="Verdana"/>
              </a:rPr>
              <a:t>and release them for functional testing to Functional team on the project</a:t>
            </a:r>
            <a:endParaRPr sz="1000" dirty="0">
              <a:solidFill>
                <a:prstClr val="black"/>
              </a:solidFill>
              <a:cs typeface="Verdana"/>
            </a:endParaRPr>
          </a:p>
        </p:txBody>
      </p:sp>
      <p:grpSp>
        <p:nvGrpSpPr>
          <p:cNvPr id="2" name="Group 1">
            <a:extLst>
              <a:ext uri="{FF2B5EF4-FFF2-40B4-BE49-F238E27FC236}">
                <a16:creationId xmlns:a16="http://schemas.microsoft.com/office/drawing/2014/main" id="{619C3985-7B25-41D7-91FB-E92174278122}"/>
              </a:ext>
            </a:extLst>
          </p:cNvPr>
          <p:cNvGrpSpPr/>
          <p:nvPr/>
        </p:nvGrpSpPr>
        <p:grpSpPr>
          <a:xfrm>
            <a:off x="6336497" y="2567054"/>
            <a:ext cx="3013710" cy="1388212"/>
            <a:chOff x="6336497" y="2567054"/>
            <a:chExt cx="3013710" cy="1388212"/>
          </a:xfrm>
        </p:grpSpPr>
        <p:sp>
          <p:nvSpPr>
            <p:cNvPr id="43" name="object 26"/>
            <p:cNvSpPr txBox="1"/>
            <p:nvPr/>
          </p:nvSpPr>
          <p:spPr>
            <a:xfrm>
              <a:off x="6336497" y="2567054"/>
              <a:ext cx="3013710" cy="461665"/>
            </a:xfrm>
            <a:prstGeom prst="rect">
              <a:avLst/>
            </a:prstGeom>
          </p:spPr>
          <p:txBody>
            <a:bodyPr vert="horz" wrap="square" lIns="0" tIns="0" rIns="0" bIns="0" rtlCol="0">
              <a:spAutoFit/>
            </a:bodyPr>
            <a:lstStyle/>
            <a:p>
              <a:pPr marL="184785" marR="5080" indent="-172085">
                <a:buSzPct val="75000"/>
                <a:buFont typeface="Arial"/>
                <a:buChar char="•"/>
                <a:tabLst>
                  <a:tab pos="184785" algn="l"/>
                  <a:tab pos="185420" algn="l"/>
                </a:tabLst>
              </a:pPr>
              <a:r>
                <a:rPr lang="en-US" sz="1000" spc="-5" dirty="0">
                  <a:solidFill>
                    <a:prstClr val="black"/>
                  </a:solidFill>
                  <a:cs typeface="Verdana"/>
                </a:rPr>
                <a:t>Deloitte Consulting Functional team will</a:t>
              </a:r>
              <a:r>
                <a:rPr sz="1000" spc="-10" dirty="0">
                  <a:solidFill>
                    <a:prstClr val="black"/>
                  </a:solidFill>
                  <a:cs typeface="Verdana"/>
                </a:rPr>
                <a:t> perform  </a:t>
              </a:r>
              <a:r>
                <a:rPr sz="1000" spc="-5" dirty="0">
                  <a:solidFill>
                    <a:prstClr val="black"/>
                  </a:solidFill>
                  <a:cs typeface="Verdana"/>
                </a:rPr>
                <a:t>testing of automation </a:t>
              </a:r>
              <a:r>
                <a:rPr lang="en-US" sz="1000" spc="-5" dirty="0">
                  <a:solidFill>
                    <a:prstClr val="black"/>
                  </a:solidFill>
                  <a:cs typeface="Verdana"/>
                </a:rPr>
                <a:t>scripts</a:t>
              </a:r>
              <a:r>
                <a:rPr sz="1000" spc="-5" dirty="0">
                  <a:solidFill>
                    <a:prstClr val="black"/>
                  </a:solidFill>
                  <a:cs typeface="Verdana"/>
                </a:rPr>
                <a:t>, </a:t>
              </a:r>
              <a:r>
                <a:rPr sz="1000" spc="-10" dirty="0">
                  <a:solidFill>
                    <a:prstClr val="black"/>
                  </a:solidFill>
                  <a:cs typeface="Verdana"/>
                </a:rPr>
                <a:t>recommend </a:t>
              </a:r>
              <a:r>
                <a:rPr sz="1000" spc="-5" dirty="0">
                  <a:solidFill>
                    <a:prstClr val="black"/>
                  </a:solidFill>
                  <a:cs typeface="Verdana"/>
                </a:rPr>
                <a:t>improvement</a:t>
              </a:r>
              <a:endParaRPr sz="1000" dirty="0">
                <a:solidFill>
                  <a:prstClr val="black"/>
                </a:solidFill>
                <a:cs typeface="Verdana"/>
              </a:endParaRPr>
            </a:p>
          </p:txBody>
        </p:sp>
        <p:sp>
          <p:nvSpPr>
            <p:cNvPr id="45" name="object 28"/>
            <p:cNvSpPr txBox="1"/>
            <p:nvPr/>
          </p:nvSpPr>
          <p:spPr>
            <a:xfrm>
              <a:off x="6336497" y="3636496"/>
              <a:ext cx="2689225" cy="318770"/>
            </a:xfrm>
            <a:prstGeom prst="rect">
              <a:avLst/>
            </a:prstGeom>
          </p:spPr>
          <p:txBody>
            <a:bodyPr vert="horz" wrap="square" lIns="0" tIns="0" rIns="0" bIns="0" rtlCol="0">
              <a:spAutoFit/>
            </a:bodyPr>
            <a:lstStyle/>
            <a:p>
              <a:pPr marL="184785" marR="5080" indent="-172085">
                <a:buSzPct val="75000"/>
                <a:buFont typeface="Arial"/>
                <a:buChar char="•"/>
                <a:tabLst>
                  <a:tab pos="184785" algn="l"/>
                  <a:tab pos="185420" algn="l"/>
                </a:tabLst>
              </a:pPr>
              <a:r>
                <a:rPr sz="1000" spc="-5" dirty="0">
                  <a:solidFill>
                    <a:prstClr val="black"/>
                  </a:solidFill>
                  <a:cs typeface="Verdana"/>
                </a:rPr>
                <a:t>Automation team develops </a:t>
              </a:r>
              <a:r>
                <a:rPr lang="en-US" sz="1000" spc="-5" dirty="0">
                  <a:solidFill>
                    <a:prstClr val="black"/>
                  </a:solidFill>
                  <a:cs typeface="Verdana"/>
                </a:rPr>
                <a:t>generic automation</a:t>
              </a:r>
              <a:r>
                <a:rPr sz="1000" spc="-5" dirty="0">
                  <a:solidFill>
                    <a:prstClr val="black"/>
                  </a:solidFill>
                  <a:cs typeface="Verdana"/>
                </a:rPr>
                <a:t>  playbook </a:t>
              </a:r>
              <a:r>
                <a:rPr sz="1000" spc="-10" dirty="0">
                  <a:solidFill>
                    <a:prstClr val="black"/>
                  </a:solidFill>
                  <a:cs typeface="Verdana"/>
                </a:rPr>
                <a:t>for </a:t>
              </a:r>
              <a:r>
                <a:rPr lang="en-US" sz="1000" spc="-10" dirty="0">
                  <a:solidFill>
                    <a:prstClr val="black"/>
                  </a:solidFill>
                  <a:cs typeface="Verdana"/>
                </a:rPr>
                <a:t>running RPA automation scripts.</a:t>
              </a:r>
              <a:endParaRPr sz="1000" dirty="0">
                <a:solidFill>
                  <a:prstClr val="black"/>
                </a:solidFill>
                <a:cs typeface="Verdana"/>
              </a:endParaRPr>
            </a:p>
          </p:txBody>
        </p:sp>
        <p:sp>
          <p:nvSpPr>
            <p:cNvPr id="46" name="object 29"/>
            <p:cNvSpPr txBox="1"/>
            <p:nvPr/>
          </p:nvSpPr>
          <p:spPr>
            <a:xfrm>
              <a:off x="6336497" y="3173704"/>
              <a:ext cx="2826385" cy="307777"/>
            </a:xfrm>
            <a:prstGeom prst="rect">
              <a:avLst/>
            </a:prstGeom>
          </p:spPr>
          <p:txBody>
            <a:bodyPr vert="horz" wrap="square" lIns="0" tIns="0" rIns="0" bIns="0" rtlCol="0">
              <a:spAutoFit/>
            </a:bodyPr>
            <a:lstStyle/>
            <a:p>
              <a:pPr marL="184785" marR="5080" indent="-172085">
                <a:buSzPct val="75000"/>
                <a:buFont typeface="Arial"/>
                <a:buChar char="•"/>
                <a:tabLst>
                  <a:tab pos="184785" algn="l"/>
                  <a:tab pos="185420" algn="l"/>
                </a:tabLst>
              </a:pPr>
              <a:r>
                <a:rPr sz="1000" spc="-5" dirty="0">
                  <a:solidFill>
                    <a:prstClr val="black"/>
                  </a:solidFill>
                  <a:cs typeface="Verdana"/>
                </a:rPr>
                <a:t>Automation </a:t>
              </a:r>
              <a:r>
                <a:rPr lang="en-US" sz="1000" spc="-5" dirty="0">
                  <a:solidFill>
                    <a:prstClr val="black"/>
                  </a:solidFill>
                  <a:cs typeface="Verdana"/>
                </a:rPr>
                <a:t>team will apply the recommended improvement on automated test script</a:t>
              </a:r>
              <a:endParaRPr sz="1000" dirty="0">
                <a:solidFill>
                  <a:prstClr val="black"/>
                </a:solidFill>
                <a:cs typeface="Verdana"/>
              </a:endParaRPr>
            </a:p>
          </p:txBody>
        </p:sp>
      </p:grpSp>
      <p:sp>
        <p:nvSpPr>
          <p:cNvPr id="47" name="object 30"/>
          <p:cNvSpPr txBox="1"/>
          <p:nvPr/>
        </p:nvSpPr>
        <p:spPr>
          <a:xfrm>
            <a:off x="9419295" y="2614679"/>
            <a:ext cx="923925" cy="1231106"/>
          </a:xfrm>
          <a:prstGeom prst="rect">
            <a:avLst/>
          </a:prstGeom>
        </p:spPr>
        <p:txBody>
          <a:bodyPr vert="horz" wrap="square" lIns="0" tIns="0" rIns="0" bIns="0" rtlCol="0">
            <a:spAutoFit/>
          </a:bodyPr>
          <a:lstStyle/>
          <a:p>
            <a:pPr marL="184785" marR="5080" indent="-172085">
              <a:buSzPct val="60000"/>
              <a:buFont typeface="Arial"/>
              <a:buChar char="•"/>
              <a:tabLst>
                <a:tab pos="184785" algn="l"/>
                <a:tab pos="185420" algn="l"/>
              </a:tabLst>
            </a:pPr>
            <a:r>
              <a:rPr sz="1000" dirty="0">
                <a:solidFill>
                  <a:prstClr val="black"/>
                </a:solidFill>
                <a:cs typeface="Verdana"/>
              </a:rPr>
              <a:t>Finalized  </a:t>
            </a:r>
            <a:r>
              <a:rPr sz="1000" spc="-5" dirty="0">
                <a:solidFill>
                  <a:prstClr val="black"/>
                </a:solidFill>
                <a:cs typeface="Verdana"/>
              </a:rPr>
              <a:t>approved  a</a:t>
            </a:r>
            <a:r>
              <a:rPr sz="1000" dirty="0">
                <a:solidFill>
                  <a:prstClr val="black"/>
                </a:solidFill>
                <a:cs typeface="Verdana"/>
              </a:rPr>
              <a:t>u</a:t>
            </a:r>
            <a:r>
              <a:rPr sz="1000" spc="-5" dirty="0">
                <a:solidFill>
                  <a:prstClr val="black"/>
                </a:solidFill>
                <a:cs typeface="Verdana"/>
              </a:rPr>
              <a:t>t</a:t>
            </a:r>
            <a:r>
              <a:rPr sz="1000" spc="-10" dirty="0">
                <a:solidFill>
                  <a:prstClr val="black"/>
                </a:solidFill>
                <a:cs typeface="Verdana"/>
              </a:rPr>
              <a:t>o</a:t>
            </a:r>
            <a:r>
              <a:rPr sz="1000" spc="-5" dirty="0">
                <a:solidFill>
                  <a:prstClr val="black"/>
                </a:solidFill>
                <a:cs typeface="Verdana"/>
              </a:rPr>
              <a:t>mat</a:t>
            </a:r>
            <a:r>
              <a:rPr sz="1000" dirty="0">
                <a:solidFill>
                  <a:prstClr val="black"/>
                </a:solidFill>
                <a:cs typeface="Verdana"/>
              </a:rPr>
              <a:t>i</a:t>
            </a:r>
            <a:r>
              <a:rPr sz="1000" spc="-10" dirty="0">
                <a:solidFill>
                  <a:prstClr val="black"/>
                </a:solidFill>
                <a:cs typeface="Verdana"/>
              </a:rPr>
              <a:t>o</a:t>
            </a:r>
            <a:r>
              <a:rPr sz="1000" spc="-5" dirty="0">
                <a:solidFill>
                  <a:prstClr val="black"/>
                </a:solidFill>
                <a:cs typeface="Verdana"/>
              </a:rPr>
              <a:t>n  scripts are  </a:t>
            </a:r>
            <a:r>
              <a:rPr sz="1000" spc="-10" dirty="0">
                <a:solidFill>
                  <a:prstClr val="black"/>
                </a:solidFill>
                <a:cs typeface="Verdana"/>
              </a:rPr>
              <a:t>moved </a:t>
            </a:r>
            <a:r>
              <a:rPr sz="1000" spc="-5" dirty="0">
                <a:solidFill>
                  <a:prstClr val="black"/>
                </a:solidFill>
                <a:cs typeface="Verdana"/>
              </a:rPr>
              <a:t>to  non-prod  cloud</a:t>
            </a:r>
            <a:r>
              <a:rPr lang="en-US" sz="1000" spc="-5" dirty="0">
                <a:solidFill>
                  <a:prstClr val="black"/>
                </a:solidFill>
                <a:cs typeface="Verdana"/>
              </a:rPr>
              <a:t> environments</a:t>
            </a:r>
            <a:endParaRPr sz="1000" dirty="0">
              <a:solidFill>
                <a:prstClr val="black"/>
              </a:solidFill>
              <a:cs typeface="Verdana"/>
            </a:endParaRPr>
          </a:p>
        </p:txBody>
      </p:sp>
      <p:sp>
        <p:nvSpPr>
          <p:cNvPr id="49" name="object 32"/>
          <p:cNvSpPr txBox="1"/>
          <p:nvPr/>
        </p:nvSpPr>
        <p:spPr>
          <a:xfrm>
            <a:off x="10411926" y="2605154"/>
            <a:ext cx="1252220" cy="615553"/>
          </a:xfrm>
          <a:prstGeom prst="rect">
            <a:avLst/>
          </a:prstGeom>
        </p:spPr>
        <p:txBody>
          <a:bodyPr vert="horz" wrap="square" lIns="0" tIns="0" rIns="0" bIns="0" rtlCol="0">
            <a:spAutoFit/>
          </a:bodyPr>
          <a:lstStyle/>
          <a:p>
            <a:pPr marL="184785" marR="24130" indent="-172085">
              <a:buSzPct val="60000"/>
              <a:buFont typeface="Arial"/>
              <a:buChar char="•"/>
              <a:tabLst>
                <a:tab pos="184785" algn="l"/>
                <a:tab pos="185420" algn="l"/>
              </a:tabLst>
            </a:pPr>
            <a:r>
              <a:rPr lang="en-US" sz="1000" spc="-5" dirty="0">
                <a:solidFill>
                  <a:prstClr val="black"/>
                </a:solidFill>
                <a:cs typeface="Verdana"/>
              </a:rPr>
              <a:t>Transition of automation scripts to AMS/Support Team </a:t>
            </a:r>
            <a:endParaRPr sz="1000" dirty="0">
              <a:solidFill>
                <a:prstClr val="black"/>
              </a:solidFill>
              <a:cs typeface="Verdana"/>
            </a:endParaRPr>
          </a:p>
        </p:txBody>
      </p:sp>
    </p:spTree>
    <p:extLst>
      <p:ext uri="{BB962C8B-B14F-4D97-AF65-F5344CB8AC3E}">
        <p14:creationId xmlns:p14="http://schemas.microsoft.com/office/powerpoint/2010/main" val="803736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31818" y="366779"/>
            <a:ext cx="10972800" cy="606426"/>
          </a:xfrm>
        </p:spPr>
        <p:txBody>
          <a:bodyPr>
            <a:noAutofit/>
          </a:bodyPr>
          <a:lstStyle/>
          <a:p>
            <a:r>
              <a:rPr lang="en-US" altLang="ja-JP" sz="3600" dirty="0"/>
              <a:t>Project Timelines and Key Milestones</a:t>
            </a:r>
            <a:endParaRPr lang="en-US" sz="3600" dirty="0"/>
          </a:p>
        </p:txBody>
      </p:sp>
      <p:sp>
        <p:nvSpPr>
          <p:cNvPr id="20" name="object 2"/>
          <p:cNvSpPr txBox="1"/>
          <p:nvPr/>
        </p:nvSpPr>
        <p:spPr>
          <a:xfrm>
            <a:off x="465768" y="6715205"/>
            <a:ext cx="2721610" cy="100027"/>
          </a:xfrm>
          <a:prstGeom prst="rect">
            <a:avLst/>
          </a:prstGeom>
        </p:spPr>
        <p:txBody>
          <a:bodyPr vert="horz" wrap="square" lIns="0" tIns="0" rIns="0" bIns="0" rtlCol="0">
            <a:spAutoFit/>
          </a:bodyPr>
          <a:lstStyle/>
          <a:p>
            <a:pPr marL="12700"/>
            <a:r>
              <a:rPr sz="650" spc="-5" dirty="0">
                <a:solidFill>
                  <a:prstClr val="black"/>
                </a:solidFill>
                <a:cs typeface="Verdana"/>
              </a:rPr>
              <a:t>Copyright © 2018 </a:t>
            </a:r>
            <a:r>
              <a:rPr lang="en-US" sz="650" spc="-5" dirty="0">
                <a:solidFill>
                  <a:prstClr val="black"/>
                </a:solidFill>
                <a:cs typeface="Verdana"/>
              </a:rPr>
              <a:t>Deloitte Consulting</a:t>
            </a:r>
            <a:r>
              <a:rPr sz="650" spc="-5" dirty="0">
                <a:solidFill>
                  <a:prstClr val="black"/>
                </a:solidFill>
                <a:cs typeface="Verdana"/>
              </a:rPr>
              <a:t> Development LLC. All rights</a:t>
            </a:r>
            <a:r>
              <a:rPr sz="650" spc="5" dirty="0">
                <a:solidFill>
                  <a:prstClr val="black"/>
                </a:solidFill>
                <a:cs typeface="Verdana"/>
              </a:rPr>
              <a:t> </a:t>
            </a:r>
            <a:r>
              <a:rPr sz="650" spc="-5" dirty="0">
                <a:solidFill>
                  <a:prstClr val="black"/>
                </a:solidFill>
                <a:cs typeface="Verdana"/>
              </a:rPr>
              <a:t>reserved.</a:t>
            </a:r>
            <a:endParaRPr sz="650" dirty="0">
              <a:solidFill>
                <a:prstClr val="black"/>
              </a:solidFill>
              <a:cs typeface="Verdana"/>
            </a:endParaRPr>
          </a:p>
        </p:txBody>
      </p:sp>
      <p:sp>
        <p:nvSpPr>
          <p:cNvPr id="21" name="object 3"/>
          <p:cNvSpPr txBox="1"/>
          <p:nvPr/>
        </p:nvSpPr>
        <p:spPr>
          <a:xfrm>
            <a:off x="11664399" y="6715205"/>
            <a:ext cx="78105" cy="100027"/>
          </a:xfrm>
          <a:prstGeom prst="rect">
            <a:avLst/>
          </a:prstGeom>
        </p:spPr>
        <p:txBody>
          <a:bodyPr vert="horz" wrap="square" lIns="0" tIns="0" rIns="0" bIns="0" rtlCol="0">
            <a:spAutoFit/>
          </a:bodyPr>
          <a:lstStyle/>
          <a:p>
            <a:pPr marL="12700"/>
            <a:r>
              <a:rPr sz="650" spc="-5" dirty="0">
                <a:solidFill>
                  <a:prstClr val="black"/>
                </a:solidFill>
                <a:cs typeface="Verdana"/>
              </a:rPr>
              <a:t>2</a:t>
            </a:r>
            <a:endParaRPr sz="650" dirty="0">
              <a:solidFill>
                <a:prstClr val="black"/>
              </a:solidFill>
              <a:cs typeface="Verdana"/>
            </a:endParaRPr>
          </a:p>
        </p:txBody>
      </p:sp>
      <p:graphicFrame>
        <p:nvGraphicFramePr>
          <p:cNvPr id="5" name="Object 4">
            <a:extLst>
              <a:ext uri="{FF2B5EF4-FFF2-40B4-BE49-F238E27FC236}">
                <a16:creationId xmlns:a16="http://schemas.microsoft.com/office/drawing/2014/main" id="{040090D4-8BAA-47DC-A640-FC06841C1755}"/>
              </a:ext>
            </a:extLst>
          </p:cNvPr>
          <p:cNvGraphicFramePr>
            <a:graphicFrameLocks noChangeAspect="1"/>
          </p:cNvGraphicFramePr>
          <p:nvPr>
            <p:extLst>
              <p:ext uri="{D42A27DB-BD31-4B8C-83A1-F6EECF244321}">
                <p14:modId xmlns:p14="http://schemas.microsoft.com/office/powerpoint/2010/main" val="1499316490"/>
              </p:ext>
            </p:extLst>
          </p:nvPr>
        </p:nvGraphicFramePr>
        <p:xfrm>
          <a:off x="465768" y="1533116"/>
          <a:ext cx="11144250" cy="2595563"/>
        </p:xfrm>
        <a:graphic>
          <a:graphicData uri="http://schemas.openxmlformats.org/presentationml/2006/ole">
            <mc:AlternateContent xmlns:mc="http://schemas.openxmlformats.org/markup-compatibility/2006">
              <mc:Choice xmlns:v="urn:schemas-microsoft-com:vml" Requires="v">
                <p:oleObj spid="_x0000_s29840" name="Worksheet" r:id="rId4" imgW="11144435" imgH="2595398" progId="Excel.Sheet.12">
                  <p:embed/>
                </p:oleObj>
              </mc:Choice>
              <mc:Fallback>
                <p:oleObj name="Worksheet" r:id="rId4" imgW="11144435" imgH="2595398" progId="Excel.Sheet.12">
                  <p:embed/>
                  <p:pic>
                    <p:nvPicPr>
                      <p:cNvPr id="0" name=""/>
                      <p:cNvPicPr/>
                      <p:nvPr/>
                    </p:nvPicPr>
                    <p:blipFill>
                      <a:blip r:embed="rId5"/>
                      <a:stretch>
                        <a:fillRect/>
                      </a:stretch>
                    </p:blipFill>
                    <p:spPr>
                      <a:xfrm>
                        <a:off x="465768" y="1533116"/>
                        <a:ext cx="11144250" cy="2595563"/>
                      </a:xfrm>
                      <a:prstGeom prst="rect">
                        <a:avLst/>
                      </a:prstGeom>
                    </p:spPr>
                  </p:pic>
                </p:oleObj>
              </mc:Fallback>
            </mc:AlternateContent>
          </a:graphicData>
        </a:graphic>
      </p:graphicFrame>
      <p:grpSp>
        <p:nvGrpSpPr>
          <p:cNvPr id="48" name="Group 61">
            <a:extLst>
              <a:ext uri="{FF2B5EF4-FFF2-40B4-BE49-F238E27FC236}">
                <a16:creationId xmlns:a16="http://schemas.microsoft.com/office/drawing/2014/main" id="{27FDFE08-D9BC-4377-875D-14AA9DC8BB6B}"/>
              </a:ext>
            </a:extLst>
          </p:cNvPr>
          <p:cNvGrpSpPr/>
          <p:nvPr/>
        </p:nvGrpSpPr>
        <p:grpSpPr>
          <a:xfrm>
            <a:off x="2158484" y="1395167"/>
            <a:ext cx="392720" cy="3026004"/>
            <a:chOff x="2261714" y="1645920"/>
            <a:chExt cx="136478" cy="4990407"/>
          </a:xfrm>
        </p:grpSpPr>
        <p:cxnSp>
          <p:nvCxnSpPr>
            <p:cNvPr id="50" name="Straight Connector 62">
              <a:extLst>
                <a:ext uri="{FF2B5EF4-FFF2-40B4-BE49-F238E27FC236}">
                  <a16:creationId xmlns:a16="http://schemas.microsoft.com/office/drawing/2014/main" id="{A8743888-84F3-4477-ACD0-3FFB2047101B}"/>
                </a:ext>
              </a:extLst>
            </p:cNvPr>
            <p:cNvCxnSpPr/>
            <p:nvPr/>
          </p:nvCxnSpPr>
          <p:spPr bwMode="auto">
            <a:xfrm flipV="1">
              <a:off x="2333381" y="1645920"/>
              <a:ext cx="92" cy="4754880"/>
            </a:xfrm>
            <a:prstGeom prst="line">
              <a:avLst/>
            </a:prstGeom>
            <a:solidFill>
              <a:schemeClr val="bg1"/>
            </a:solidFill>
            <a:ln w="38100" cap="flat" cmpd="sng" algn="ctr">
              <a:solidFill>
                <a:srgbClr val="FF0000"/>
              </a:solidFill>
              <a:prstDash val="solid"/>
              <a:round/>
              <a:headEnd type="none" w="med" len="med"/>
              <a:tailEnd type="none" w="med" len="med"/>
            </a:ln>
            <a:effectLst/>
          </p:spPr>
        </p:cxnSp>
        <p:sp>
          <p:nvSpPr>
            <p:cNvPr id="51" name="Isosceles Triangle 63">
              <a:extLst>
                <a:ext uri="{FF2B5EF4-FFF2-40B4-BE49-F238E27FC236}">
                  <a16:creationId xmlns:a16="http://schemas.microsoft.com/office/drawing/2014/main" id="{03D8B5D1-2F2B-4EFC-9652-15E3730EF68E}"/>
                </a:ext>
              </a:extLst>
            </p:cNvPr>
            <p:cNvSpPr/>
            <p:nvPr/>
          </p:nvSpPr>
          <p:spPr bwMode="auto">
            <a:xfrm>
              <a:off x="2261714" y="6445257"/>
              <a:ext cx="136478" cy="191070"/>
            </a:xfrm>
            <a:prstGeom prst="triangle">
              <a:avLst/>
            </a:prstGeom>
            <a:solidFill>
              <a:srgbClr val="FF0000"/>
            </a:solidFill>
            <a:ln w="38100" cap="flat" cmpd="sng" algn="ctr">
              <a:solidFill>
                <a:srgbClr val="FF0000"/>
              </a:solidFill>
              <a:prstDash val="solid"/>
              <a:round/>
              <a:headEnd type="none" w="med" len="med"/>
              <a:tailEnd type="none" w="med" len="med"/>
            </a:ln>
            <a:effectLst/>
          </p:spPr>
          <p:txBody>
            <a:bodyPr vert="horz" wrap="square" lIns="89933" tIns="89933" rIns="89933" bIns="89933" numCol="1" rtlCol="0" anchor="ctr" anchorCtr="0" compatLnSpc="1">
              <a:prstTxWarp prst="textNoShape">
                <a:avLst/>
              </a:prstTxWarp>
            </a:bodyPr>
            <a:lstStyle/>
            <a:p>
              <a:pPr marL="177691" indent="-177691" defTabSz="1211188" eaLnBrk="0" hangingPunct="0">
                <a:buFontTx/>
                <a:buChar char="•"/>
                <a:defRPr/>
              </a:pPr>
              <a:endParaRPr lang="en-GB" sz="800" dirty="0">
                <a:solidFill>
                  <a:srgbClr val="091D5D"/>
                </a:solidFill>
                <a:latin typeface="Calibri" pitchFamily="34" charset="0"/>
                <a:cs typeface="Calibri" pitchFamily="34" charset="0"/>
              </a:endParaRPr>
            </a:p>
          </p:txBody>
        </p:sp>
      </p:grpSp>
      <p:sp>
        <p:nvSpPr>
          <p:cNvPr id="2" name="TextBox 1">
            <a:extLst>
              <a:ext uri="{FF2B5EF4-FFF2-40B4-BE49-F238E27FC236}">
                <a16:creationId xmlns:a16="http://schemas.microsoft.com/office/drawing/2014/main" id="{AE212820-7231-4488-8750-5C2085EFFF5B}"/>
              </a:ext>
            </a:extLst>
          </p:cNvPr>
          <p:cNvSpPr txBox="1"/>
          <p:nvPr/>
        </p:nvSpPr>
        <p:spPr>
          <a:xfrm>
            <a:off x="465768" y="4675531"/>
            <a:ext cx="8649952" cy="1200329"/>
          </a:xfrm>
          <a:prstGeom prst="rect">
            <a:avLst/>
          </a:prstGeom>
          <a:noFill/>
        </p:spPr>
        <p:txBody>
          <a:bodyPr wrap="square" rtlCol="0">
            <a:spAutoFit/>
          </a:bodyPr>
          <a:lstStyle/>
          <a:p>
            <a:r>
              <a:rPr lang="en-US" i="1" dirty="0"/>
              <a:t>Development of test scripts will be prioritized as below:</a:t>
            </a:r>
          </a:p>
          <a:p>
            <a:pPr marL="285750" indent="-285750">
              <a:buFont typeface="Arial" panose="020B0604020202020204" pitchFamily="34" charset="0"/>
              <a:buChar char="•"/>
            </a:pPr>
            <a:r>
              <a:rPr lang="en-US" i="1" dirty="0"/>
              <a:t>End-to-End scenarios (Finance, HCM)</a:t>
            </a:r>
          </a:p>
          <a:p>
            <a:pPr marL="285750" indent="-285750">
              <a:buFont typeface="Arial" panose="020B0604020202020204" pitchFamily="34" charset="0"/>
              <a:buChar char="•"/>
            </a:pPr>
            <a:r>
              <a:rPr lang="en-US" i="1" dirty="0"/>
              <a:t>Integrations</a:t>
            </a:r>
          </a:p>
          <a:p>
            <a:pPr marL="285750" indent="-285750">
              <a:buFont typeface="Arial" panose="020B0604020202020204" pitchFamily="34" charset="0"/>
              <a:buChar char="•"/>
            </a:pPr>
            <a:r>
              <a:rPr lang="en-US" i="1" dirty="0"/>
              <a:t>Wall-to-Wall scenarios</a:t>
            </a:r>
          </a:p>
        </p:txBody>
      </p:sp>
    </p:spTree>
    <p:extLst>
      <p:ext uri="{BB962C8B-B14F-4D97-AF65-F5344CB8AC3E}">
        <p14:creationId xmlns:p14="http://schemas.microsoft.com/office/powerpoint/2010/main" val="3475350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695A5906-F1F6-4D43-89A4-89D9F91830D4}"/>
              </a:ext>
            </a:extLst>
          </p:cNvPr>
          <p:cNvSpPr txBox="1">
            <a:spLocks/>
          </p:cNvSpPr>
          <p:nvPr/>
        </p:nvSpPr>
        <p:spPr>
          <a:xfrm>
            <a:off x="469900" y="247489"/>
            <a:ext cx="11252200" cy="334102"/>
          </a:xfrm>
        </p:spPr>
        <p:txBody>
          <a:bodyPr>
            <a:noAutofit/>
          </a:bodyPr>
          <a:lstStyle>
            <a:lvl1pPr algn="l" defTabSz="1214962" rtl="0" eaLnBrk="1" latinLnBrk="0" hangingPunct="1">
              <a:lnSpc>
                <a:spcPct val="100000"/>
              </a:lnSpc>
              <a:spcBef>
                <a:spcPct val="0"/>
              </a:spcBef>
              <a:buNone/>
              <a:defRPr lang="en-US" sz="3208" b="0" kern="1200" dirty="0">
                <a:solidFill>
                  <a:schemeClr val="tx1"/>
                </a:solidFill>
                <a:latin typeface="+mj-lt"/>
                <a:ea typeface="+mj-ea"/>
                <a:cs typeface="Arial" panose="020B0604020202020204" pitchFamily="34" charset="0"/>
              </a:defRPr>
            </a:lvl1pPr>
          </a:lstStyle>
          <a:p>
            <a:pPr marL="0" marR="0" lvl="0" indent="0" algn="l" defTabSz="121496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ea typeface="+mj-ea"/>
                <a:cs typeface="Arial" panose="020B0604020202020204" pitchFamily="34" charset="0"/>
              </a:rPr>
              <a:t>Key Assumptions</a:t>
            </a:r>
          </a:p>
        </p:txBody>
      </p:sp>
      <p:sp>
        <p:nvSpPr>
          <p:cNvPr id="4" name="Text Placeholder 8">
            <a:extLst>
              <a:ext uri="{FF2B5EF4-FFF2-40B4-BE49-F238E27FC236}">
                <a16:creationId xmlns:a16="http://schemas.microsoft.com/office/drawing/2014/main" id="{342C7156-FA6A-492E-A7B1-FD02CED77778}"/>
              </a:ext>
            </a:extLst>
          </p:cNvPr>
          <p:cNvSpPr txBox="1">
            <a:spLocks/>
          </p:cNvSpPr>
          <p:nvPr/>
        </p:nvSpPr>
        <p:spPr>
          <a:xfrm>
            <a:off x="498181" y="859506"/>
            <a:ext cx="11107882" cy="5541294"/>
          </a:xfrm>
          <a:prstGeom prst="rect">
            <a:avLst/>
          </a:prstGeom>
        </p:spPr>
        <p:txBody>
          <a:bodyPr vert="horz" lIns="0" tIns="0" rIns="0" bIns="0" rtlCol="0">
            <a:noAutofit/>
          </a:bodyPr>
          <a:lstStyle>
            <a:lvl1pPr marL="0" indent="0" algn="l" defTabSz="1219170" rtl="0" eaLnBrk="1" latinLnBrk="0" hangingPunct="1">
              <a:spcBef>
                <a:spcPts val="0"/>
              </a:spcBef>
              <a:spcAft>
                <a:spcPts val="1000"/>
              </a:spcAft>
              <a:buSzPct val="100000"/>
              <a:buFontTx/>
              <a:buNone/>
              <a:defRPr sz="1400" b="0" kern="1200">
                <a:solidFill>
                  <a:srgbClr val="53565A"/>
                </a:solidFill>
                <a:latin typeface="+mn-lt"/>
                <a:ea typeface="+mn-ea"/>
                <a:cs typeface="+mn-cs"/>
              </a:defRPr>
            </a:lvl1pPr>
            <a:lvl2pPr marL="127000" indent="-127000" algn="l" defTabSz="1219170" rtl="0" eaLnBrk="1" latinLnBrk="0" hangingPunct="1">
              <a:spcBef>
                <a:spcPts val="0"/>
              </a:spcBef>
              <a:spcAft>
                <a:spcPts val="1000"/>
              </a:spcAft>
              <a:buClrTx/>
              <a:buSzPct val="100000"/>
              <a:buFont typeface="Arial" panose="020B0604020202020204" pitchFamily="34" charset="0"/>
              <a:buChar char="•"/>
              <a:defRPr lang="en-US" sz="1600" b="0" kern="1200" dirty="0" smtClean="0">
                <a:solidFill>
                  <a:srgbClr val="53565A"/>
                </a:solidFill>
                <a:latin typeface="+mn-lt"/>
                <a:ea typeface="+mn-ea"/>
                <a:cs typeface="+mn-cs"/>
              </a:defRPr>
            </a:lvl2pPr>
            <a:lvl3pPr marL="2794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dirty="0" smtClean="0">
                <a:solidFill>
                  <a:srgbClr val="53565A"/>
                </a:solidFill>
                <a:latin typeface="+mn-lt"/>
                <a:ea typeface="+mn-ea"/>
                <a:cs typeface="+mn-cs"/>
              </a:defRPr>
            </a:lvl3pPr>
            <a:lvl4pPr marL="4318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baseline="0" dirty="0" smtClean="0">
                <a:solidFill>
                  <a:srgbClr val="53565A"/>
                </a:solidFill>
                <a:latin typeface="+mn-lt"/>
                <a:ea typeface="+mn-ea"/>
                <a:cs typeface="+mn-cs"/>
              </a:defRPr>
            </a:lvl4pPr>
            <a:lvl5pPr marL="584200" indent="-127000" algn="l" defTabSz="1064657" rtl="0" eaLnBrk="1" latinLnBrk="0" hangingPunct="1">
              <a:spcBef>
                <a:spcPts val="0"/>
              </a:spcBef>
              <a:spcAft>
                <a:spcPts val="1000"/>
              </a:spcAft>
              <a:buClrTx/>
              <a:buSzPct val="100000"/>
              <a:buFont typeface="Arial" panose="020B0604020202020204" pitchFamily="34" charset="0"/>
              <a:buChar char="−"/>
              <a:tabLst/>
              <a:defRPr lang="en-US" sz="1600" kern="1200" baseline="0" dirty="0" smtClean="0">
                <a:solidFill>
                  <a:srgbClr val="53565A"/>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285750" lvl="0" indent="-285750">
              <a:buFont typeface="Arial" panose="020B0604020202020204" pitchFamily="34" charset="0"/>
              <a:buChar char="•"/>
            </a:pPr>
            <a:r>
              <a:rPr lang="en-US" dirty="0">
                <a:solidFill>
                  <a:schemeClr val="tx1"/>
                </a:solidFill>
                <a:latin typeface="Calibri"/>
              </a:rPr>
              <a:t>Automation team will not be testing changes applied to security roles and duties</a:t>
            </a:r>
          </a:p>
          <a:p>
            <a:pPr marL="285750" lvl="0" indent="-285750">
              <a:buFont typeface="Arial" panose="020B0604020202020204" pitchFamily="34" charset="0"/>
              <a:buChar char="•"/>
            </a:pPr>
            <a:r>
              <a:rPr lang="en-US" dirty="0">
                <a:solidFill>
                  <a:schemeClr val="tx1"/>
                </a:solidFill>
                <a:latin typeface="Calibri"/>
              </a:rPr>
              <a:t>EPM modules (ARCS, PBCS, FCCS, etc.) is out-of-scope</a:t>
            </a:r>
          </a:p>
          <a:p>
            <a:pPr marL="285750" lvl="0" indent="-285750">
              <a:buFont typeface="Arial" panose="020B0604020202020204" pitchFamily="34" charset="0"/>
              <a:buChar char="•"/>
            </a:pPr>
            <a:r>
              <a:rPr lang="en-US" dirty="0">
                <a:solidFill>
                  <a:schemeClr val="tx1"/>
                </a:solidFill>
                <a:latin typeface="Calibri"/>
              </a:rPr>
              <a:t>The tool identified for RPA automation script is Selenium Jenkins after confirming with HGV QA Team</a:t>
            </a:r>
          </a:p>
          <a:p>
            <a:pPr marL="285750" lvl="0" indent="-285750">
              <a:buFont typeface="Arial" panose="020B0604020202020204" pitchFamily="34" charset="0"/>
              <a:buChar char="•"/>
            </a:pPr>
            <a:r>
              <a:rPr lang="en-US" dirty="0">
                <a:solidFill>
                  <a:schemeClr val="tx1"/>
                </a:solidFill>
                <a:latin typeface="Calibri"/>
              </a:rPr>
              <a:t>Deloitte Consulting will use open source version of Selenium Jenkins therefore will not be responsible for software licensing and product issues arising in Selenium Jenkins libraries in future</a:t>
            </a:r>
          </a:p>
          <a:p>
            <a:pPr marL="285750" lvl="0" indent="-285750">
              <a:buFont typeface="Arial" panose="020B0604020202020204" pitchFamily="34" charset="0"/>
              <a:buChar char="•"/>
            </a:pPr>
            <a:r>
              <a:rPr lang="en-US" dirty="0">
                <a:solidFill>
                  <a:schemeClr val="tx1"/>
                </a:solidFill>
                <a:latin typeface="Calibri"/>
              </a:rPr>
              <a:t>Selenium Jenkins support attended bots</a:t>
            </a:r>
          </a:p>
          <a:p>
            <a:pPr marL="285750" lvl="0" indent="-285750">
              <a:buFont typeface="Arial" panose="020B0604020202020204" pitchFamily="34" charset="0"/>
              <a:buChar char="•"/>
            </a:pPr>
            <a:r>
              <a:rPr lang="en-US" dirty="0">
                <a:solidFill>
                  <a:schemeClr val="tx1"/>
                </a:solidFill>
                <a:latin typeface="Calibri"/>
              </a:rPr>
              <a:t>Selenium Jenkins only support web-based applications and therefore the automation bots will be only limited to Oracle ERP and HCM Cloud applications . </a:t>
            </a:r>
          </a:p>
          <a:p>
            <a:pPr marL="285750" lvl="0" indent="-285750">
              <a:buFont typeface="Arial" panose="020B0604020202020204" pitchFamily="34" charset="0"/>
              <a:buChar char="•"/>
            </a:pPr>
            <a:r>
              <a:rPr lang="en-US" dirty="0">
                <a:solidFill>
                  <a:schemeClr val="tx1"/>
                </a:solidFill>
                <a:latin typeface="Calibri"/>
              </a:rPr>
              <a:t>Any process identified for automation, if it undergoes any change after process assessment, need to be reconsidered for automation and has to be approved by the Client. Automation efforts required for such processes need to be revised. There may be budget or time constraints causing the process to be de-scoped from automation</a:t>
            </a:r>
          </a:p>
          <a:p>
            <a:pPr marL="285750" indent="-285750">
              <a:buFont typeface="Arial" panose="020B0604020202020204" pitchFamily="34" charset="0"/>
              <a:buChar char="•"/>
            </a:pPr>
            <a:r>
              <a:rPr lang="en-US" dirty="0">
                <a:solidFill>
                  <a:schemeClr val="tx1"/>
                </a:solidFill>
                <a:latin typeface="Calibri"/>
              </a:rPr>
              <a:t>The automation bots will have access to scrambled data in non-production environment. It is the responsibility of HGV to provide scrambled data for testing.   </a:t>
            </a:r>
          </a:p>
          <a:p>
            <a:pPr marL="285750" indent="-285750">
              <a:buFont typeface="Arial" panose="020B0604020202020204" pitchFamily="34" charset="0"/>
              <a:buChar char="•"/>
            </a:pPr>
            <a:r>
              <a:rPr lang="en-US" dirty="0">
                <a:solidFill>
                  <a:schemeClr val="tx1"/>
                </a:solidFill>
              </a:rPr>
              <a:t>In case of future enhancements to these bots, HGV will take a decision to either involve its internal IT team or sign a separate Change Order with Deloitte Consulting to assist in break – fix of scripts.</a:t>
            </a:r>
            <a:endParaRPr lang="en-US" dirty="0">
              <a:solidFill>
                <a:schemeClr val="tx1"/>
              </a:solidFill>
              <a:latin typeface="Calibri"/>
            </a:endParaRPr>
          </a:p>
          <a:p>
            <a:pPr marL="285750" lvl="0" indent="-285750">
              <a:buFont typeface="Arial" panose="020B0604020202020204" pitchFamily="34" charset="0"/>
              <a:buChar char="•"/>
              <a:defRPr/>
            </a:pPr>
            <a:r>
              <a:rPr lang="en-US" dirty="0">
                <a:solidFill>
                  <a:schemeClr val="tx1"/>
                </a:solidFill>
              </a:rPr>
              <a:t>990 hours for each release upgrade is split across execution of bots and creation/updating of ~35 scripts for Selenium. The hours for each of the release upgrade will </a:t>
            </a:r>
            <a:r>
              <a:rPr lang="en-US" b="1" dirty="0">
                <a:solidFill>
                  <a:schemeClr val="tx1"/>
                </a:solidFill>
              </a:rPr>
              <a:t>not</a:t>
            </a:r>
            <a:r>
              <a:rPr lang="en-US" dirty="0">
                <a:solidFill>
                  <a:schemeClr val="tx1"/>
                </a:solidFill>
              </a:rPr>
              <a:t> carry forward to the next quarter release over an year. </a:t>
            </a:r>
          </a:p>
          <a:p>
            <a:pPr marL="285750" lvl="0" indent="-285750">
              <a:buFont typeface="Arial" panose="020B0604020202020204" pitchFamily="34" charset="0"/>
              <a:buChar char="•"/>
              <a:defRPr/>
            </a:pPr>
            <a:r>
              <a:rPr lang="en-US" dirty="0">
                <a:solidFill>
                  <a:schemeClr val="tx1"/>
                </a:solidFill>
              </a:rPr>
              <a:t>Additional scripts over and above 35 for Selenium Jenkins will be charged as part of separate change order</a:t>
            </a:r>
          </a:p>
          <a:p>
            <a:pPr marL="285750" indent="-285750">
              <a:buFont typeface="Arial" panose="020B0604020202020204" pitchFamily="34" charset="0"/>
              <a:buChar char="•"/>
              <a:defRPr/>
            </a:pPr>
            <a:r>
              <a:rPr lang="en-US" dirty="0">
                <a:solidFill>
                  <a:schemeClr val="tx1"/>
                </a:solidFill>
              </a:rPr>
              <a:t>New Scripts will be analyzed in current Release and will be delivered in Release +1</a:t>
            </a:r>
          </a:p>
          <a:p>
            <a:pPr marL="285750" indent="-285750">
              <a:buFont typeface="Arial" panose="020B0604020202020204" pitchFamily="34" charset="0"/>
              <a:buChar char="•"/>
            </a:pPr>
            <a:endParaRPr lang="en-US" dirty="0">
              <a:solidFill>
                <a:schemeClr val="tx1"/>
              </a:solidFill>
              <a:latin typeface="Calibri"/>
            </a:endParaRPr>
          </a:p>
          <a:p>
            <a:pPr marL="285750" lvl="0" indent="-285750">
              <a:buFont typeface="Arial" panose="020B0604020202020204" pitchFamily="34" charset="0"/>
              <a:buChar char="•"/>
              <a:defRPr/>
            </a:pPr>
            <a:endParaRPr lang="en-US" dirty="0">
              <a:solidFill>
                <a:schemeClr val="tx1"/>
              </a:solidFill>
            </a:endParaRPr>
          </a:p>
          <a:p>
            <a:pPr marL="285750" lvl="0" indent="-285750">
              <a:buFont typeface="Arial" panose="020B0604020202020204" pitchFamily="34" charset="0"/>
              <a:buChar char="•"/>
              <a:defRPr/>
            </a:pPr>
            <a:endParaRPr kumimoji="0" lang="en-US" b="0" i="0" u="none" strike="noStrike" kern="1200" cap="none" spc="0" normalizeH="0" baseline="0" noProof="0" dirty="0">
              <a:ln>
                <a:noFill/>
              </a:ln>
              <a:solidFill>
                <a:schemeClr val="tx1"/>
              </a:solidFill>
              <a:effectLst/>
              <a:uLnTx/>
              <a:uFillTx/>
              <a:latin typeface="Calibri"/>
              <a:ea typeface="+mn-ea"/>
              <a:cs typeface="+mn-cs"/>
            </a:endParaRPr>
          </a:p>
          <a:p>
            <a:pPr marR="0" lvl="0" algn="l" defTabSz="1219170" rtl="0" eaLnBrk="1" fontAlgn="auto" latinLnBrk="0" hangingPunct="1">
              <a:lnSpc>
                <a:spcPct val="100000"/>
              </a:lnSpc>
              <a:spcBef>
                <a:spcPts val="0"/>
              </a:spcBef>
              <a:spcAft>
                <a:spcPts val="1000"/>
              </a:spcAft>
              <a:buClrTx/>
              <a:buSzPct val="100000"/>
              <a:tabLst/>
              <a:defRPr/>
            </a:pPr>
            <a:endParaRPr kumimoji="0" lang="en-US" b="0" i="0" u="none" strike="noStrike" kern="1200" cap="none" spc="0" normalizeH="0" baseline="0" noProof="0" dirty="0">
              <a:ln>
                <a:noFill/>
              </a:ln>
              <a:solidFill>
                <a:schemeClr val="tx1"/>
              </a:solidFill>
              <a:effectLst/>
              <a:uLnTx/>
              <a:uFillTx/>
              <a:latin typeface="Arial" panose="020B0604020202020204"/>
              <a:ea typeface="+mn-ea"/>
              <a:cs typeface="+mn-cs"/>
            </a:endParaRPr>
          </a:p>
        </p:txBody>
      </p:sp>
    </p:spTree>
    <p:extLst>
      <p:ext uri="{BB962C8B-B14F-4D97-AF65-F5344CB8AC3E}">
        <p14:creationId xmlns:p14="http://schemas.microsoft.com/office/powerpoint/2010/main" val="3383535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8712" y="2833474"/>
            <a:ext cx="11195637" cy="914400"/>
          </a:xfrm>
        </p:spPr>
        <p:txBody>
          <a:bodyPr/>
          <a:lstStyle/>
          <a:p>
            <a:pPr algn="ctr"/>
            <a:r>
              <a:rPr lang="en-US" altLang="ja-JP" dirty="0"/>
              <a:t>Project Management</a:t>
            </a:r>
            <a:endParaRPr lang="en-US" dirty="0"/>
          </a:p>
        </p:txBody>
      </p:sp>
      <p:sp>
        <p:nvSpPr>
          <p:cNvPr id="8" name="Title 1"/>
          <p:cNvSpPr txBox="1">
            <a:spLocks/>
          </p:cNvSpPr>
          <p:nvPr/>
        </p:nvSpPr>
        <p:spPr>
          <a:xfrm>
            <a:off x="698650" y="2871957"/>
            <a:ext cx="10960608" cy="753369"/>
          </a:xfrm>
          <a:prstGeom prst="rect">
            <a:avLst/>
          </a:prstGeom>
        </p:spPr>
        <p:txBody>
          <a:bodyPr/>
          <a:lstStyle>
            <a:lvl1pPr algn="l" defTabSz="914265" rtl="0" eaLnBrk="1" latinLnBrk="0" hangingPunct="1">
              <a:spcBef>
                <a:spcPct val="0"/>
              </a:spcBef>
              <a:buNone/>
              <a:defRPr sz="2000" b="1" kern="1200">
                <a:solidFill>
                  <a:srgbClr val="002060"/>
                </a:solidFill>
                <a:latin typeface="+mn-lt"/>
                <a:ea typeface="+mj-ea"/>
                <a:cs typeface="Arial"/>
              </a:defRPr>
            </a:lvl1pPr>
          </a:lstStyle>
          <a:p>
            <a:pPr algn="ctr"/>
            <a:endParaRPr lang="en-US" sz="4000" dirty="0"/>
          </a:p>
        </p:txBody>
      </p:sp>
    </p:spTree>
    <p:extLst>
      <p:ext uri="{BB962C8B-B14F-4D97-AF65-F5344CB8AC3E}">
        <p14:creationId xmlns:p14="http://schemas.microsoft.com/office/powerpoint/2010/main" val="1620067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Title 4"/>
          <p:cNvSpPr>
            <a:spLocks noGrp="1"/>
          </p:cNvSpPr>
          <p:nvPr>
            <p:ph type="title"/>
          </p:nvPr>
        </p:nvSpPr>
        <p:spPr>
          <a:xfrm>
            <a:off x="359661" y="237938"/>
            <a:ext cx="11071907" cy="1325563"/>
          </a:xfrm>
        </p:spPr>
        <p:txBody>
          <a:bodyPr/>
          <a:lstStyle/>
          <a:p>
            <a:r>
              <a:rPr lang="en-US" cap="none" dirty="0">
                <a:latin typeface="Calibri" panose="020F0502020204030204" pitchFamily="34" charset="0"/>
                <a:cs typeface="Calibri" panose="020F0502020204030204" pitchFamily="34" charset="0"/>
              </a:rPr>
              <a:t>Program Meeting Cadence</a:t>
            </a:r>
          </a:p>
        </p:txBody>
      </p:sp>
      <p:graphicFrame>
        <p:nvGraphicFramePr>
          <p:cNvPr id="5" name="Table 4">
            <a:extLst>
              <a:ext uri="{FF2B5EF4-FFF2-40B4-BE49-F238E27FC236}">
                <a16:creationId xmlns:a16="http://schemas.microsoft.com/office/drawing/2014/main" id="{E4CE0D4A-2599-4D09-BA15-C54B5EB4DE36}"/>
              </a:ext>
            </a:extLst>
          </p:cNvPr>
          <p:cNvGraphicFramePr>
            <a:graphicFrameLocks noGrp="1"/>
          </p:cNvGraphicFramePr>
          <p:nvPr>
            <p:extLst>
              <p:ext uri="{D42A27DB-BD31-4B8C-83A1-F6EECF244321}">
                <p14:modId xmlns:p14="http://schemas.microsoft.com/office/powerpoint/2010/main" val="1642395474"/>
              </p:ext>
            </p:extLst>
          </p:nvPr>
        </p:nvGraphicFramePr>
        <p:xfrm>
          <a:off x="412501" y="1517979"/>
          <a:ext cx="11361585" cy="1900044"/>
        </p:xfrm>
        <a:graphic>
          <a:graphicData uri="http://schemas.openxmlformats.org/drawingml/2006/table">
            <a:tbl>
              <a:tblPr firstRow="1">
                <a:tableStyleId>{35758FB7-9AC5-4552-8A53-C91805E547FA}</a:tableStyleId>
              </a:tblPr>
              <a:tblGrid>
                <a:gridCol w="2130499">
                  <a:extLst>
                    <a:ext uri="{9D8B030D-6E8A-4147-A177-3AD203B41FA5}">
                      <a16:colId xmlns:a16="http://schemas.microsoft.com/office/drawing/2014/main" val="513079418"/>
                    </a:ext>
                  </a:extLst>
                </a:gridCol>
                <a:gridCol w="1018985">
                  <a:extLst>
                    <a:ext uri="{9D8B030D-6E8A-4147-A177-3AD203B41FA5}">
                      <a16:colId xmlns:a16="http://schemas.microsoft.com/office/drawing/2014/main" val="3891784288"/>
                    </a:ext>
                  </a:extLst>
                </a:gridCol>
                <a:gridCol w="531044">
                  <a:extLst>
                    <a:ext uri="{9D8B030D-6E8A-4147-A177-3AD203B41FA5}">
                      <a16:colId xmlns:a16="http://schemas.microsoft.com/office/drawing/2014/main" val="2814874830"/>
                    </a:ext>
                  </a:extLst>
                </a:gridCol>
                <a:gridCol w="573314">
                  <a:extLst>
                    <a:ext uri="{9D8B030D-6E8A-4147-A177-3AD203B41FA5}">
                      <a16:colId xmlns:a16="http://schemas.microsoft.com/office/drawing/2014/main" val="3997241596"/>
                    </a:ext>
                  </a:extLst>
                </a:gridCol>
                <a:gridCol w="1001486">
                  <a:extLst>
                    <a:ext uri="{9D8B030D-6E8A-4147-A177-3AD203B41FA5}">
                      <a16:colId xmlns:a16="http://schemas.microsoft.com/office/drawing/2014/main" val="2838323913"/>
                    </a:ext>
                  </a:extLst>
                </a:gridCol>
                <a:gridCol w="667657">
                  <a:extLst>
                    <a:ext uri="{9D8B030D-6E8A-4147-A177-3AD203B41FA5}">
                      <a16:colId xmlns:a16="http://schemas.microsoft.com/office/drawing/2014/main" val="791956994"/>
                    </a:ext>
                  </a:extLst>
                </a:gridCol>
                <a:gridCol w="3796389">
                  <a:extLst>
                    <a:ext uri="{9D8B030D-6E8A-4147-A177-3AD203B41FA5}">
                      <a16:colId xmlns:a16="http://schemas.microsoft.com/office/drawing/2014/main" val="2324033220"/>
                    </a:ext>
                  </a:extLst>
                </a:gridCol>
                <a:gridCol w="1642211">
                  <a:extLst>
                    <a:ext uri="{9D8B030D-6E8A-4147-A177-3AD203B41FA5}">
                      <a16:colId xmlns:a16="http://schemas.microsoft.com/office/drawing/2014/main" val="878508730"/>
                    </a:ext>
                  </a:extLst>
                </a:gridCol>
              </a:tblGrid>
              <a:tr h="383416">
                <a:tc>
                  <a:txBody>
                    <a:bodyPr/>
                    <a:lstStyle/>
                    <a:p>
                      <a:pPr algn="ctr" rtl="0" fontAlgn="ctr"/>
                      <a:r>
                        <a:rPr lang="en-US" sz="1400" u="none" strike="noStrike" dirty="0">
                          <a:effectLst/>
                          <a:latin typeface="Calibri" panose="020F0502020204030204" pitchFamily="34" charset="0"/>
                          <a:cs typeface="Calibri" panose="020F0502020204030204" pitchFamily="34" charset="0"/>
                        </a:rPr>
                        <a:t>Meeting Title</a:t>
                      </a:r>
                      <a:endParaRPr lang="en-US" sz="1400" b="1" i="0" u="none" strike="noStrike" dirty="0">
                        <a:solidFill>
                          <a:srgbClr val="FFFFFF"/>
                        </a:solidFill>
                        <a:effectLst/>
                        <a:latin typeface="Calibri" panose="020F0502020204030204" pitchFamily="34" charset="0"/>
                        <a:cs typeface="Calibri" panose="020F0502020204030204" pitchFamily="34" charset="0"/>
                      </a:endParaRPr>
                    </a:p>
                  </a:txBody>
                  <a:tcPr marL="4460" marR="4460" marT="4460" marB="0" anchor="ctr">
                    <a:solidFill>
                      <a:schemeClr val="accent6"/>
                    </a:solidFill>
                  </a:tcPr>
                </a:tc>
                <a:tc>
                  <a:txBody>
                    <a:bodyPr/>
                    <a:lstStyle/>
                    <a:p>
                      <a:pPr algn="ctr" rtl="0" fontAlgn="ctr"/>
                      <a:r>
                        <a:rPr lang="en-US" sz="1400" u="none" strike="noStrike" dirty="0">
                          <a:effectLst/>
                          <a:latin typeface="Calibri" panose="020F0502020204030204" pitchFamily="34" charset="0"/>
                          <a:cs typeface="Calibri" panose="020F0502020204030204" pitchFamily="34" charset="0"/>
                        </a:rPr>
                        <a:t>Frequency</a:t>
                      </a:r>
                      <a:endParaRPr lang="en-US" sz="1400" b="1" i="0" u="none" strike="noStrike" dirty="0">
                        <a:solidFill>
                          <a:srgbClr val="FFFFFF"/>
                        </a:solidFill>
                        <a:effectLst/>
                        <a:latin typeface="Calibri" panose="020F0502020204030204" pitchFamily="34" charset="0"/>
                        <a:cs typeface="Calibri" panose="020F0502020204030204" pitchFamily="34" charset="0"/>
                      </a:endParaRPr>
                    </a:p>
                  </a:txBody>
                  <a:tcPr marL="4460" marR="4460" marT="4460" marB="0" anchor="ctr">
                    <a:solidFill>
                      <a:schemeClr val="accent6"/>
                    </a:solidFill>
                  </a:tcPr>
                </a:tc>
                <a:tc>
                  <a:txBody>
                    <a:bodyPr/>
                    <a:lstStyle/>
                    <a:p>
                      <a:pPr algn="ctr" rtl="0" fontAlgn="ctr"/>
                      <a:r>
                        <a:rPr lang="en-US" sz="1400" u="none" strike="noStrike" dirty="0">
                          <a:effectLst/>
                          <a:latin typeface="Calibri" panose="020F0502020204030204" pitchFamily="34" charset="0"/>
                          <a:cs typeface="Calibri" panose="020F0502020204030204" pitchFamily="34" charset="0"/>
                        </a:rPr>
                        <a:t>Day</a:t>
                      </a:r>
                      <a:endParaRPr lang="en-US" sz="1400" b="1" i="0" u="none" strike="noStrike" dirty="0">
                        <a:solidFill>
                          <a:srgbClr val="FFFFFF"/>
                        </a:solidFill>
                        <a:effectLst/>
                        <a:latin typeface="Calibri" panose="020F0502020204030204" pitchFamily="34" charset="0"/>
                        <a:cs typeface="Calibri" panose="020F0502020204030204" pitchFamily="34" charset="0"/>
                      </a:endParaRPr>
                    </a:p>
                  </a:txBody>
                  <a:tcPr marL="4460" marR="4460" marT="4460" marB="0" anchor="ctr">
                    <a:solidFill>
                      <a:schemeClr val="accent6"/>
                    </a:solidFill>
                  </a:tcPr>
                </a:tc>
                <a:tc>
                  <a:txBody>
                    <a:bodyPr/>
                    <a:lstStyle/>
                    <a:p>
                      <a:pPr algn="ctr" rtl="0" fontAlgn="ctr"/>
                      <a:r>
                        <a:rPr lang="en-US" sz="1400" u="none" strike="noStrike" dirty="0">
                          <a:effectLst/>
                          <a:latin typeface="Calibri" panose="020F0502020204030204" pitchFamily="34" charset="0"/>
                          <a:cs typeface="Calibri" panose="020F0502020204030204" pitchFamily="34" charset="0"/>
                        </a:rPr>
                        <a:t>Time</a:t>
                      </a:r>
                      <a:endParaRPr lang="en-US" sz="1400" b="1" i="0" u="none" strike="noStrike" dirty="0">
                        <a:solidFill>
                          <a:srgbClr val="FFFFFF"/>
                        </a:solidFill>
                        <a:effectLst/>
                        <a:latin typeface="Calibri" panose="020F0502020204030204" pitchFamily="34" charset="0"/>
                        <a:cs typeface="Calibri" panose="020F0502020204030204" pitchFamily="34" charset="0"/>
                      </a:endParaRPr>
                    </a:p>
                  </a:txBody>
                  <a:tcPr marL="4460" marR="4460" marT="4460" marB="0" anchor="ctr">
                    <a:solidFill>
                      <a:schemeClr val="accent6"/>
                    </a:solidFill>
                  </a:tcPr>
                </a:tc>
                <a:tc>
                  <a:txBody>
                    <a:bodyPr/>
                    <a:lstStyle/>
                    <a:p>
                      <a:pPr algn="ctr" rtl="0" fontAlgn="ctr"/>
                      <a:r>
                        <a:rPr lang="en-US" sz="1400" u="none" strike="noStrike" dirty="0">
                          <a:effectLst/>
                          <a:latin typeface="Calibri" panose="020F0502020204030204" pitchFamily="34" charset="0"/>
                          <a:cs typeface="Calibri" panose="020F0502020204030204" pitchFamily="34" charset="0"/>
                        </a:rPr>
                        <a:t>Location</a:t>
                      </a:r>
                      <a:endParaRPr lang="en-US" sz="1400" b="1" i="0" u="none" strike="noStrike" dirty="0">
                        <a:solidFill>
                          <a:srgbClr val="FFFFFF"/>
                        </a:solidFill>
                        <a:effectLst/>
                        <a:latin typeface="Calibri" panose="020F0502020204030204" pitchFamily="34" charset="0"/>
                        <a:cs typeface="Calibri" panose="020F0502020204030204" pitchFamily="34" charset="0"/>
                      </a:endParaRPr>
                    </a:p>
                  </a:txBody>
                  <a:tcPr marL="4460" marR="4460" marT="4460" marB="0" anchor="ctr">
                    <a:solidFill>
                      <a:schemeClr val="accent6"/>
                    </a:solidFill>
                  </a:tcPr>
                </a:tc>
                <a:tc>
                  <a:txBody>
                    <a:bodyPr/>
                    <a:lstStyle/>
                    <a:p>
                      <a:pPr algn="ctr" rtl="0" fontAlgn="ctr"/>
                      <a:r>
                        <a:rPr lang="en-US" sz="1400" u="none" strike="noStrike" dirty="0">
                          <a:effectLst/>
                          <a:latin typeface="Calibri" panose="020F0502020204030204" pitchFamily="34" charset="0"/>
                          <a:cs typeface="Calibri" panose="020F0502020204030204" pitchFamily="34" charset="0"/>
                        </a:rPr>
                        <a:t>Duration</a:t>
                      </a:r>
                      <a:endParaRPr lang="en-US" sz="1400" b="1" i="0" u="none" strike="noStrike" dirty="0">
                        <a:solidFill>
                          <a:srgbClr val="FFFFFF"/>
                        </a:solidFill>
                        <a:effectLst/>
                        <a:latin typeface="Calibri" panose="020F0502020204030204" pitchFamily="34" charset="0"/>
                        <a:cs typeface="Calibri" panose="020F0502020204030204" pitchFamily="34" charset="0"/>
                      </a:endParaRPr>
                    </a:p>
                  </a:txBody>
                  <a:tcPr marL="4460" marR="4460" marT="4460" marB="0" anchor="ctr">
                    <a:solidFill>
                      <a:schemeClr val="accent6"/>
                    </a:solidFill>
                  </a:tcPr>
                </a:tc>
                <a:tc>
                  <a:txBody>
                    <a:bodyPr/>
                    <a:lstStyle/>
                    <a:p>
                      <a:pPr algn="ctr" rtl="0" fontAlgn="ctr"/>
                      <a:r>
                        <a:rPr lang="en-US" sz="1400" u="none" strike="noStrike" dirty="0">
                          <a:effectLst/>
                          <a:latin typeface="Calibri" panose="020F0502020204030204" pitchFamily="34" charset="0"/>
                          <a:cs typeface="Calibri" panose="020F0502020204030204" pitchFamily="34" charset="0"/>
                        </a:rPr>
                        <a:t>Objectives and Expectations</a:t>
                      </a:r>
                      <a:endParaRPr lang="en-US" sz="1400" b="1" i="0" u="none" strike="noStrike" dirty="0">
                        <a:solidFill>
                          <a:srgbClr val="FFFFFF"/>
                        </a:solidFill>
                        <a:effectLst/>
                        <a:latin typeface="Calibri" panose="020F0502020204030204" pitchFamily="34" charset="0"/>
                        <a:cs typeface="Calibri" panose="020F0502020204030204" pitchFamily="34" charset="0"/>
                      </a:endParaRPr>
                    </a:p>
                  </a:txBody>
                  <a:tcPr marL="4460" marR="4460" marT="4460" marB="0" anchor="ctr">
                    <a:solidFill>
                      <a:schemeClr val="accent6"/>
                    </a:solidFill>
                  </a:tcPr>
                </a:tc>
                <a:tc>
                  <a:txBody>
                    <a:bodyPr/>
                    <a:lstStyle/>
                    <a:p>
                      <a:pPr algn="ctr" rtl="0" fontAlgn="ctr"/>
                      <a:r>
                        <a:rPr lang="en-US" sz="1400" u="none" strike="noStrike" dirty="0">
                          <a:effectLst/>
                          <a:latin typeface="Calibri" panose="020F0502020204030204" pitchFamily="34" charset="0"/>
                          <a:cs typeface="Calibri" panose="020F0502020204030204" pitchFamily="34" charset="0"/>
                        </a:rPr>
                        <a:t>Participant Groups</a:t>
                      </a:r>
                      <a:endParaRPr lang="en-US" sz="1400" b="1" i="0" u="none" strike="noStrike" dirty="0">
                        <a:solidFill>
                          <a:srgbClr val="FFFFFF"/>
                        </a:solidFill>
                        <a:effectLst/>
                        <a:latin typeface="Calibri" panose="020F0502020204030204" pitchFamily="34" charset="0"/>
                        <a:cs typeface="Calibri" panose="020F0502020204030204" pitchFamily="34" charset="0"/>
                      </a:endParaRPr>
                    </a:p>
                  </a:txBody>
                  <a:tcPr marL="4460" marR="4460" marT="4460" marB="0" anchor="ctr">
                    <a:solidFill>
                      <a:schemeClr val="accent6"/>
                    </a:solidFill>
                  </a:tcPr>
                </a:tc>
                <a:extLst>
                  <a:ext uri="{0D108BD9-81ED-4DB2-BD59-A6C34878D82A}">
                    <a16:rowId xmlns:a16="http://schemas.microsoft.com/office/drawing/2014/main" val="1914624154"/>
                  </a:ext>
                </a:extLst>
              </a:tr>
              <a:tr h="162444">
                <a:tc rowSpan="3">
                  <a:txBody>
                    <a:bodyPr/>
                    <a:lstStyle/>
                    <a:p>
                      <a:pPr algn="l" rtl="0" fontAlgn="ctr"/>
                      <a:r>
                        <a:rPr lang="en-US" sz="1200" u="none" strike="noStrike" dirty="0">
                          <a:solidFill>
                            <a:schemeClr val="accent1"/>
                          </a:solidFill>
                          <a:effectLst/>
                        </a:rPr>
                        <a:t>Weekly Workstream Leads Meeting (Existing)</a:t>
                      </a:r>
                      <a:endParaRPr lang="en-US" sz="1200" b="0" i="0" u="none" strike="noStrike" dirty="0">
                        <a:solidFill>
                          <a:schemeClr val="accent1"/>
                        </a:solidFill>
                        <a:effectLst/>
                        <a:latin typeface="Calibri" panose="020F0502020204030204" pitchFamily="34" charset="0"/>
                        <a:cs typeface="Calibri" panose="020F0502020204030204" pitchFamily="34" charset="0"/>
                      </a:endParaRPr>
                    </a:p>
                  </a:txBody>
                  <a:tcPr marL="4460" marR="4460" marT="4460" marB="0">
                    <a:solidFill>
                      <a:schemeClr val="bg1"/>
                    </a:solidFill>
                  </a:tcPr>
                </a:tc>
                <a:tc rowSpan="3">
                  <a:txBody>
                    <a:bodyPr/>
                    <a:lstStyle/>
                    <a:p>
                      <a:pPr algn="l" rtl="0" fontAlgn="ctr"/>
                      <a:r>
                        <a:rPr lang="en-US" sz="1200" u="none" strike="noStrike" dirty="0">
                          <a:solidFill>
                            <a:schemeClr val="accent1"/>
                          </a:solidFill>
                          <a:effectLst/>
                        </a:rPr>
                        <a:t>Weekly</a:t>
                      </a:r>
                      <a:endParaRPr lang="en-US" sz="1200" b="0" i="0" u="none" strike="noStrike" dirty="0">
                        <a:solidFill>
                          <a:schemeClr val="accent1"/>
                        </a:solidFill>
                        <a:effectLst/>
                        <a:latin typeface="Calibri" panose="020F0502020204030204" pitchFamily="34" charset="0"/>
                        <a:cs typeface="Calibri" panose="020F0502020204030204" pitchFamily="34" charset="0"/>
                      </a:endParaRPr>
                    </a:p>
                  </a:txBody>
                  <a:tcPr marL="4460" marR="4460" marT="4460" marB="0">
                    <a:solidFill>
                      <a:schemeClr val="bg1"/>
                    </a:solidFill>
                  </a:tcPr>
                </a:tc>
                <a:tc rowSpan="3">
                  <a:txBody>
                    <a:bodyPr/>
                    <a:lstStyle/>
                    <a:p>
                      <a:pPr algn="l" rtl="0" fontAlgn="ctr"/>
                      <a:r>
                        <a:rPr lang="en-US" sz="1200" u="none" strike="noStrike" dirty="0">
                          <a:solidFill>
                            <a:schemeClr val="accent1"/>
                          </a:solidFill>
                          <a:effectLst/>
                        </a:rPr>
                        <a:t>Wed</a:t>
                      </a:r>
                      <a:endParaRPr lang="en-US" sz="1200" b="0" i="0" u="none" strike="noStrike" dirty="0">
                        <a:solidFill>
                          <a:schemeClr val="accent1"/>
                        </a:solidFill>
                        <a:effectLst/>
                        <a:latin typeface="Calibri" panose="020F0502020204030204" pitchFamily="34" charset="0"/>
                        <a:cs typeface="Calibri" panose="020F0502020204030204" pitchFamily="34" charset="0"/>
                      </a:endParaRPr>
                    </a:p>
                  </a:txBody>
                  <a:tcPr marL="4460" marR="4460" marT="4460" marB="0">
                    <a:solidFill>
                      <a:schemeClr val="bg1"/>
                    </a:solidFill>
                  </a:tcPr>
                </a:tc>
                <a:tc rowSpan="3">
                  <a:txBody>
                    <a:bodyPr/>
                    <a:lstStyle/>
                    <a:p>
                      <a:pPr algn="l" rtl="0" fontAlgn="ctr"/>
                      <a:r>
                        <a:rPr lang="en-US" sz="1200" u="none" strike="noStrike" dirty="0">
                          <a:solidFill>
                            <a:schemeClr val="accent1"/>
                          </a:solidFill>
                          <a:effectLst/>
                        </a:rPr>
                        <a:t>4:00 PM</a:t>
                      </a:r>
                      <a:endParaRPr lang="en-US" sz="1200" b="0" i="0" u="none" strike="noStrike" dirty="0">
                        <a:solidFill>
                          <a:schemeClr val="accent1"/>
                        </a:solidFill>
                        <a:effectLst/>
                        <a:latin typeface="Calibri" panose="020F0502020204030204" pitchFamily="34" charset="0"/>
                        <a:cs typeface="Calibri" panose="020F0502020204030204" pitchFamily="34" charset="0"/>
                      </a:endParaRPr>
                    </a:p>
                  </a:txBody>
                  <a:tcPr marL="4460" marR="4460" marT="4460" marB="0">
                    <a:solidFill>
                      <a:schemeClr val="bg1"/>
                    </a:solidFill>
                  </a:tcPr>
                </a:tc>
                <a:tc rowSpan="3">
                  <a:txBody>
                    <a:bodyPr/>
                    <a:lstStyle/>
                    <a:p>
                      <a:pPr algn="l" rtl="0" fontAlgn="ctr"/>
                      <a:r>
                        <a:rPr lang="en-US" sz="1200" b="0" i="0" u="none" strike="noStrike" kern="1200" dirty="0">
                          <a:solidFill>
                            <a:schemeClr val="accent1"/>
                          </a:solidFill>
                          <a:effectLst/>
                          <a:latin typeface="Calibri" panose="020F0502020204030204" pitchFamily="34" charset="0"/>
                          <a:ea typeface="+mn-ea"/>
                          <a:cs typeface="Calibri" panose="020F0502020204030204" pitchFamily="34" charset="0"/>
                        </a:rPr>
                        <a:t>Orlando</a:t>
                      </a:r>
                    </a:p>
                  </a:txBody>
                  <a:tcPr marL="4460" marR="4460" marT="4460" marB="0">
                    <a:solidFill>
                      <a:schemeClr val="bg1"/>
                    </a:solidFill>
                  </a:tcPr>
                </a:tc>
                <a:tc rowSpan="3">
                  <a:txBody>
                    <a:bodyPr/>
                    <a:lstStyle/>
                    <a:p>
                      <a:pPr algn="l" rtl="0" fontAlgn="ctr"/>
                      <a:r>
                        <a:rPr lang="en-US" sz="1200" u="none" strike="noStrike" dirty="0">
                          <a:solidFill>
                            <a:schemeClr val="accent1"/>
                          </a:solidFill>
                          <a:effectLst/>
                        </a:rPr>
                        <a:t>30</a:t>
                      </a:r>
                      <a:r>
                        <a:rPr lang="en-US" sz="1200" u="none" strike="noStrike" baseline="0" dirty="0">
                          <a:solidFill>
                            <a:schemeClr val="accent1"/>
                          </a:solidFill>
                          <a:effectLst/>
                        </a:rPr>
                        <a:t> min</a:t>
                      </a:r>
                      <a:endParaRPr lang="en-US" sz="1200" b="0" i="0" u="none" strike="noStrike" dirty="0">
                        <a:solidFill>
                          <a:schemeClr val="accent1"/>
                        </a:solidFill>
                        <a:effectLst/>
                        <a:latin typeface="Calibri" panose="020F0502020204030204" pitchFamily="34" charset="0"/>
                        <a:cs typeface="Calibri" panose="020F0502020204030204" pitchFamily="34" charset="0"/>
                      </a:endParaRPr>
                    </a:p>
                  </a:txBody>
                  <a:tcPr marL="4460" marR="4460" marT="4460" marB="0">
                    <a:solidFill>
                      <a:schemeClr val="bg1"/>
                    </a:solidFill>
                  </a:tcPr>
                </a:tc>
                <a:tc rowSpan="3">
                  <a:txBody>
                    <a:bodyPr/>
                    <a:lstStyle/>
                    <a:p>
                      <a:pPr algn="l" rtl="0" fontAlgn="ctr"/>
                      <a:r>
                        <a:rPr lang="en-US" sz="1200" u="none" strike="noStrike" kern="1200" dirty="0">
                          <a:solidFill>
                            <a:schemeClr val="accent1"/>
                          </a:solidFill>
                          <a:effectLst/>
                        </a:rPr>
                        <a:t>Review team status report.</a:t>
                      </a:r>
                    </a:p>
                    <a:p>
                      <a:pPr algn="l" rtl="0" fontAlgn="ctr"/>
                      <a:r>
                        <a:rPr lang="en-US" sz="1200" u="none" strike="noStrike" kern="1200" dirty="0">
                          <a:solidFill>
                            <a:schemeClr val="accent1"/>
                          </a:solidFill>
                          <a:effectLst/>
                        </a:rPr>
                        <a:t>Discuss accomplishments, upcoming milestones, team issues/risks, deliverable and work plan status and agree on next steps and actions.</a:t>
                      </a:r>
                      <a:endParaRPr lang="en-US" sz="1200" b="0" i="0" u="none" strike="noStrike" dirty="0">
                        <a:solidFill>
                          <a:schemeClr val="accent1"/>
                        </a:solidFill>
                        <a:effectLst/>
                        <a:latin typeface="Calibri" panose="020F0502020204030204" pitchFamily="34" charset="0"/>
                        <a:cs typeface="Calibri" panose="020F0502020204030204" pitchFamily="34" charset="0"/>
                      </a:endParaRPr>
                    </a:p>
                  </a:txBody>
                  <a:tcPr marL="4460" marR="4460" marT="4460" marB="0">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u="none" strike="noStrike" kern="1200" dirty="0">
                          <a:solidFill>
                            <a:schemeClr val="accent1"/>
                          </a:solidFill>
                          <a:effectLst/>
                        </a:rPr>
                        <a:t>Project Managers</a:t>
                      </a:r>
                      <a:endParaRPr lang="en-US" sz="1200" b="0" i="0" u="none" strike="noStrike" kern="1200" dirty="0">
                        <a:solidFill>
                          <a:schemeClr val="accent1"/>
                        </a:solidFill>
                        <a:effectLst/>
                        <a:latin typeface="Calibri" panose="020F0502020204030204" pitchFamily="34" charset="0"/>
                        <a:ea typeface="+mn-ea"/>
                        <a:cs typeface="Calibri" panose="020F0502020204030204" pitchFamily="34" charset="0"/>
                      </a:endParaRPr>
                    </a:p>
                  </a:txBody>
                  <a:tcPr marL="4460" marR="4460" marT="4460" marB="0">
                    <a:solidFill>
                      <a:schemeClr val="bg1"/>
                    </a:solidFill>
                  </a:tcPr>
                </a:tc>
                <a:extLst>
                  <a:ext uri="{0D108BD9-81ED-4DB2-BD59-A6C34878D82A}">
                    <a16:rowId xmlns:a16="http://schemas.microsoft.com/office/drawing/2014/main" val="2101547949"/>
                  </a:ext>
                </a:extLst>
              </a:tr>
              <a:tr h="162444">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r>
                        <a:rPr lang="en-US" sz="1200" u="none" strike="noStrike" dirty="0">
                          <a:solidFill>
                            <a:schemeClr val="accent1"/>
                          </a:solidFill>
                          <a:effectLst/>
                        </a:rPr>
                        <a:t>Functional Leads</a:t>
                      </a:r>
                      <a:endParaRPr lang="en-US" sz="1200" b="0" i="0" u="none" strike="noStrike" dirty="0">
                        <a:solidFill>
                          <a:schemeClr val="accent1"/>
                        </a:solidFill>
                        <a:effectLst/>
                        <a:latin typeface="Calibri" panose="020F0502020204030204" pitchFamily="34" charset="0"/>
                        <a:cs typeface="Calibri" panose="020F0502020204030204" pitchFamily="34" charset="0"/>
                      </a:endParaRPr>
                    </a:p>
                  </a:txBody>
                  <a:tcPr marL="4460" marR="4460" marT="4460" marB="0">
                    <a:solidFill>
                      <a:schemeClr val="bg1"/>
                    </a:solidFill>
                  </a:tcPr>
                </a:tc>
                <a:extLst>
                  <a:ext uri="{0D108BD9-81ED-4DB2-BD59-A6C34878D82A}">
                    <a16:rowId xmlns:a16="http://schemas.microsoft.com/office/drawing/2014/main" val="2503826845"/>
                  </a:ext>
                </a:extLst>
              </a:tr>
              <a:tr h="162444">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r>
                        <a:rPr lang="en-US" sz="1200" u="none" strike="noStrike" dirty="0">
                          <a:solidFill>
                            <a:schemeClr val="accent1"/>
                          </a:solidFill>
                          <a:effectLst/>
                        </a:rPr>
                        <a:t>Business Subject Matter Experts (SME)</a:t>
                      </a:r>
                      <a:endParaRPr lang="en-US" sz="1200" b="0" i="0" u="none" strike="noStrike" dirty="0">
                        <a:solidFill>
                          <a:schemeClr val="accent1"/>
                        </a:solidFill>
                        <a:effectLst/>
                        <a:latin typeface="Calibri" panose="020F0502020204030204" pitchFamily="34" charset="0"/>
                        <a:cs typeface="Calibri" panose="020F0502020204030204" pitchFamily="34" charset="0"/>
                      </a:endParaRPr>
                    </a:p>
                  </a:txBody>
                  <a:tcPr marL="4460" marR="4460" marT="4460" marB="0">
                    <a:solidFill>
                      <a:schemeClr val="bg1"/>
                    </a:solidFill>
                  </a:tcPr>
                </a:tc>
                <a:extLst>
                  <a:ext uri="{0D108BD9-81ED-4DB2-BD59-A6C34878D82A}">
                    <a16:rowId xmlns:a16="http://schemas.microsoft.com/office/drawing/2014/main" val="19574132"/>
                  </a:ext>
                </a:extLst>
              </a:tr>
              <a:tr h="162444">
                <a:tc rowSpan="3">
                  <a:txBody>
                    <a:bodyPr/>
                    <a:lstStyle/>
                    <a:p>
                      <a:pPr algn="l" rtl="0" fontAlgn="ctr"/>
                      <a:r>
                        <a:rPr lang="en-US" sz="1200" u="none" strike="noStrike" dirty="0">
                          <a:solidFill>
                            <a:schemeClr val="accent1"/>
                          </a:solidFill>
                          <a:effectLst/>
                        </a:rPr>
                        <a:t>Touchbase</a:t>
                      </a:r>
                      <a:r>
                        <a:rPr lang="en-US" sz="1200" u="none" strike="noStrike" baseline="0" dirty="0">
                          <a:solidFill>
                            <a:schemeClr val="accent1"/>
                          </a:solidFill>
                          <a:effectLst/>
                        </a:rPr>
                        <a:t> with HGV Stakeholders</a:t>
                      </a:r>
                      <a:endParaRPr lang="en-US" sz="1200" b="0" i="0" u="none" strike="noStrike" dirty="0">
                        <a:solidFill>
                          <a:schemeClr val="accent1"/>
                        </a:solidFill>
                        <a:effectLst/>
                        <a:latin typeface="Calibri" panose="020F0502020204030204" pitchFamily="34" charset="0"/>
                        <a:cs typeface="Calibri" panose="020F0502020204030204" pitchFamily="34" charset="0"/>
                      </a:endParaRPr>
                    </a:p>
                  </a:txBody>
                  <a:tcPr marL="4460" marR="4460" marT="4460" marB="0">
                    <a:solidFill>
                      <a:schemeClr val="bg1"/>
                    </a:solidFill>
                  </a:tcPr>
                </a:tc>
                <a:tc rowSpan="3">
                  <a:txBody>
                    <a:bodyPr/>
                    <a:lstStyle/>
                    <a:p>
                      <a:pPr algn="l" rtl="0" fontAlgn="ctr"/>
                      <a:r>
                        <a:rPr lang="en-US" sz="1200" u="none" strike="noStrike" dirty="0">
                          <a:solidFill>
                            <a:schemeClr val="accent1"/>
                          </a:solidFill>
                          <a:effectLst/>
                        </a:rPr>
                        <a:t>Weekly</a:t>
                      </a:r>
                      <a:endParaRPr lang="en-US" sz="1200" b="0" i="0" u="none" strike="noStrike" dirty="0">
                        <a:solidFill>
                          <a:schemeClr val="accent1"/>
                        </a:solidFill>
                        <a:effectLst/>
                        <a:latin typeface="Calibri" panose="020F0502020204030204" pitchFamily="34" charset="0"/>
                        <a:cs typeface="Calibri" panose="020F0502020204030204" pitchFamily="34" charset="0"/>
                      </a:endParaRPr>
                    </a:p>
                  </a:txBody>
                  <a:tcPr marL="4460" marR="4460" marT="4460" marB="0">
                    <a:solidFill>
                      <a:schemeClr val="bg1"/>
                    </a:solidFill>
                  </a:tcPr>
                </a:tc>
                <a:tc rowSpan="3">
                  <a:txBody>
                    <a:bodyPr/>
                    <a:lstStyle/>
                    <a:p>
                      <a:pPr algn="l" rtl="0" fontAlgn="ctr"/>
                      <a:r>
                        <a:rPr lang="en-US" sz="1200" u="none" strike="noStrike" dirty="0">
                          <a:solidFill>
                            <a:schemeClr val="accent1"/>
                          </a:solidFill>
                          <a:effectLst/>
                        </a:rPr>
                        <a:t>Friday</a:t>
                      </a:r>
                      <a:endParaRPr lang="en-US" sz="1200" b="0" i="0" u="none" strike="noStrike" dirty="0">
                        <a:solidFill>
                          <a:schemeClr val="accent1"/>
                        </a:solidFill>
                        <a:effectLst/>
                        <a:latin typeface="Calibri" panose="020F0502020204030204" pitchFamily="34" charset="0"/>
                        <a:cs typeface="Calibri" panose="020F0502020204030204" pitchFamily="34" charset="0"/>
                      </a:endParaRPr>
                    </a:p>
                  </a:txBody>
                  <a:tcPr marL="4460" marR="4460" marT="4460" marB="0">
                    <a:solidFill>
                      <a:schemeClr val="bg1"/>
                    </a:solidFill>
                  </a:tcPr>
                </a:tc>
                <a:tc rowSpan="3">
                  <a:txBody>
                    <a:bodyPr/>
                    <a:lstStyle/>
                    <a:p>
                      <a:pPr algn="l" rtl="0" fontAlgn="ctr"/>
                      <a:r>
                        <a:rPr lang="en-US" sz="1200" u="none" strike="noStrike" kern="1200" dirty="0">
                          <a:solidFill>
                            <a:schemeClr val="accent1"/>
                          </a:solidFill>
                          <a:effectLst/>
                        </a:rPr>
                        <a:t>9:00 AM</a:t>
                      </a:r>
                      <a:endParaRPr lang="en-US" sz="1200" b="0" i="0" u="none" strike="noStrike" dirty="0">
                        <a:solidFill>
                          <a:schemeClr val="accent1"/>
                        </a:solidFill>
                        <a:effectLst/>
                        <a:latin typeface="Calibri" panose="020F0502020204030204" pitchFamily="34" charset="0"/>
                        <a:cs typeface="Calibri" panose="020F0502020204030204" pitchFamily="34" charset="0"/>
                      </a:endParaRPr>
                    </a:p>
                  </a:txBody>
                  <a:tcPr marL="4460" marR="4460" marT="4460" marB="0">
                    <a:solidFill>
                      <a:schemeClr val="bg1"/>
                    </a:solidFill>
                  </a:tcPr>
                </a:tc>
                <a:tc rowSpan="3">
                  <a:txBody>
                    <a:bodyPr/>
                    <a:lstStyle/>
                    <a:p>
                      <a:pPr algn="l" rtl="0" fontAlgn="ctr"/>
                      <a:r>
                        <a:rPr lang="en-US" sz="1200" u="none" strike="noStrike" kern="1200" dirty="0">
                          <a:solidFill>
                            <a:schemeClr val="accent1"/>
                          </a:solidFill>
                          <a:effectLst/>
                        </a:rPr>
                        <a:t>Orlando</a:t>
                      </a:r>
                      <a:endParaRPr lang="en-US" sz="1200" b="0" i="0" u="none" strike="noStrike" kern="1200" dirty="0">
                        <a:solidFill>
                          <a:schemeClr val="accent1"/>
                        </a:solidFill>
                        <a:effectLst/>
                        <a:latin typeface="Calibri" panose="020F0502020204030204" pitchFamily="34" charset="0"/>
                        <a:ea typeface="+mn-ea"/>
                        <a:cs typeface="Calibri" panose="020F0502020204030204" pitchFamily="34" charset="0"/>
                      </a:endParaRPr>
                    </a:p>
                  </a:txBody>
                  <a:tcPr marL="4460" marR="4460" marT="4460" marB="0">
                    <a:solidFill>
                      <a:schemeClr val="bg1"/>
                    </a:solidFill>
                  </a:tcPr>
                </a:tc>
                <a:tc rowSpan="3">
                  <a:txBody>
                    <a:bodyPr/>
                    <a:lstStyle/>
                    <a:p>
                      <a:pPr algn="l" rtl="0" fontAlgn="ctr"/>
                      <a:r>
                        <a:rPr lang="en-US" sz="1200" u="none" strike="noStrike" dirty="0">
                          <a:solidFill>
                            <a:schemeClr val="accent1"/>
                          </a:solidFill>
                          <a:effectLst/>
                        </a:rPr>
                        <a:t>30</a:t>
                      </a:r>
                      <a:r>
                        <a:rPr lang="en-US" sz="1200" u="none" strike="noStrike" baseline="0" dirty="0">
                          <a:solidFill>
                            <a:schemeClr val="accent1"/>
                          </a:solidFill>
                          <a:effectLst/>
                        </a:rPr>
                        <a:t> min</a:t>
                      </a:r>
                      <a:endParaRPr lang="en-US" sz="1200" b="0" i="0" u="none" strike="noStrike" dirty="0">
                        <a:solidFill>
                          <a:schemeClr val="accent1"/>
                        </a:solidFill>
                        <a:effectLst/>
                        <a:latin typeface="Calibri" panose="020F0502020204030204" pitchFamily="34" charset="0"/>
                        <a:cs typeface="Calibri" panose="020F0502020204030204" pitchFamily="34" charset="0"/>
                      </a:endParaRPr>
                    </a:p>
                  </a:txBody>
                  <a:tcPr marL="4460" marR="4460" marT="4460" marB="0">
                    <a:solidFill>
                      <a:schemeClr val="bg1"/>
                    </a:solidFill>
                  </a:tcPr>
                </a:tc>
                <a:tc rowSpan="3">
                  <a:txBody>
                    <a:bodyPr/>
                    <a:lstStyle/>
                    <a:p>
                      <a:pPr algn="l" rtl="0" fontAlgn="ctr"/>
                      <a:r>
                        <a:rPr lang="en-US" sz="1200" u="none" strike="noStrike" kern="1200" dirty="0">
                          <a:solidFill>
                            <a:schemeClr val="accent1"/>
                          </a:solidFill>
                          <a:effectLst/>
                        </a:rPr>
                        <a:t>Discuss</a:t>
                      </a:r>
                      <a:r>
                        <a:rPr lang="en-US" sz="1200" u="none" strike="noStrike" kern="1200" baseline="0" dirty="0">
                          <a:solidFill>
                            <a:schemeClr val="accent1"/>
                          </a:solidFill>
                          <a:effectLst/>
                        </a:rPr>
                        <a:t> </a:t>
                      </a:r>
                      <a:r>
                        <a:rPr lang="en-US" sz="1200" u="none" strike="noStrike" kern="1200" dirty="0">
                          <a:solidFill>
                            <a:schemeClr val="accent1"/>
                          </a:solidFill>
                          <a:effectLst/>
                        </a:rPr>
                        <a:t>project status</a:t>
                      </a:r>
                    </a:p>
                    <a:p>
                      <a:pPr algn="l" rtl="0" fontAlgn="ctr"/>
                      <a:r>
                        <a:rPr lang="en-US" sz="1200" u="none" strike="noStrike" kern="1200" dirty="0">
                          <a:solidFill>
                            <a:schemeClr val="accent1"/>
                          </a:solidFill>
                          <a:effectLst/>
                        </a:rPr>
                        <a:t>Provide</a:t>
                      </a:r>
                      <a:r>
                        <a:rPr lang="en-US" sz="1200" u="none" strike="noStrike" kern="1200" baseline="0" dirty="0">
                          <a:solidFill>
                            <a:schemeClr val="accent1"/>
                          </a:solidFill>
                          <a:effectLst/>
                        </a:rPr>
                        <a:t> debrief on  activities completed, issues and risks</a:t>
                      </a:r>
                      <a:endParaRPr lang="en-US" sz="1200" b="0" i="0" u="none" strike="noStrike" kern="1200" dirty="0">
                        <a:solidFill>
                          <a:schemeClr val="accent1"/>
                        </a:solidFill>
                        <a:effectLst/>
                        <a:latin typeface="Calibri" panose="020F0502020204030204" pitchFamily="34" charset="0"/>
                        <a:ea typeface="+mn-ea"/>
                        <a:cs typeface="Calibri" panose="020F0502020204030204" pitchFamily="34" charset="0"/>
                      </a:endParaRPr>
                    </a:p>
                  </a:txBody>
                  <a:tcPr marL="4460" marR="4460" marT="4460" marB="0">
                    <a:solidFill>
                      <a:schemeClr val="bg1"/>
                    </a:solidFill>
                  </a:tcPr>
                </a:tc>
                <a:tc>
                  <a:txBody>
                    <a:bodyPr/>
                    <a:lstStyle/>
                    <a:p>
                      <a:pPr algn="l" rtl="0" fontAlgn="ctr"/>
                      <a:r>
                        <a:rPr lang="en-US" sz="1200" u="none" strike="noStrike" dirty="0">
                          <a:solidFill>
                            <a:schemeClr val="accent1"/>
                          </a:solidFill>
                          <a:effectLst/>
                        </a:rPr>
                        <a:t>RPA Deloitte Lead</a:t>
                      </a:r>
                      <a:endParaRPr lang="en-US" sz="1200" b="0" i="0" u="none" strike="noStrike" kern="1200" dirty="0">
                        <a:solidFill>
                          <a:schemeClr val="accent1"/>
                        </a:solidFill>
                        <a:effectLst/>
                        <a:latin typeface="Calibri" panose="020F0502020204030204" pitchFamily="34" charset="0"/>
                        <a:ea typeface="+mn-ea"/>
                        <a:cs typeface="Calibri" panose="020F0502020204030204" pitchFamily="34" charset="0"/>
                      </a:endParaRPr>
                    </a:p>
                  </a:txBody>
                  <a:tcPr marL="4460" marR="4460" marT="4460" marB="0">
                    <a:solidFill>
                      <a:schemeClr val="bg1"/>
                    </a:solidFill>
                  </a:tcPr>
                </a:tc>
                <a:extLst>
                  <a:ext uri="{0D108BD9-81ED-4DB2-BD59-A6C34878D82A}">
                    <a16:rowId xmlns:a16="http://schemas.microsoft.com/office/drawing/2014/main" val="536798169"/>
                  </a:ext>
                </a:extLst>
              </a:tr>
              <a:tr h="21416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r>
                        <a:rPr lang="en-US" sz="1200" b="0" i="0" u="none" strike="noStrike" dirty="0">
                          <a:solidFill>
                            <a:schemeClr val="accent1"/>
                          </a:solidFill>
                          <a:effectLst/>
                          <a:latin typeface="Calibri" panose="020F0502020204030204" pitchFamily="34" charset="0"/>
                          <a:cs typeface="Calibri" panose="020F0502020204030204" pitchFamily="34" charset="0"/>
                        </a:rPr>
                        <a:t>HGV Lead</a:t>
                      </a:r>
                    </a:p>
                  </a:txBody>
                  <a:tcPr marL="4460" marR="4460" marT="4460" marB="0">
                    <a:solidFill>
                      <a:schemeClr val="bg1"/>
                    </a:solidFill>
                  </a:tcPr>
                </a:tc>
                <a:extLst>
                  <a:ext uri="{0D108BD9-81ED-4DB2-BD59-A6C34878D82A}">
                    <a16:rowId xmlns:a16="http://schemas.microsoft.com/office/drawing/2014/main" val="489852343"/>
                  </a:ext>
                </a:extLst>
              </a:tr>
              <a:tr h="162444">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r>
                        <a:rPr lang="en-US" sz="1200" u="none" strike="noStrike" dirty="0">
                          <a:solidFill>
                            <a:schemeClr val="accent1"/>
                          </a:solidFill>
                          <a:effectLst/>
                        </a:rPr>
                        <a:t>Project Managers (Optional)</a:t>
                      </a:r>
                      <a:endParaRPr lang="en-US" sz="1200" b="0" i="0" u="none" strike="noStrike" dirty="0">
                        <a:solidFill>
                          <a:schemeClr val="accent1"/>
                        </a:solidFill>
                        <a:effectLst/>
                        <a:latin typeface="Calibri" panose="020F0502020204030204" pitchFamily="34" charset="0"/>
                        <a:cs typeface="Calibri" panose="020F0502020204030204" pitchFamily="34" charset="0"/>
                      </a:endParaRPr>
                    </a:p>
                  </a:txBody>
                  <a:tcPr marL="4460" marR="4460" marT="4460" marB="0">
                    <a:solidFill>
                      <a:schemeClr val="bg1"/>
                    </a:solidFill>
                  </a:tcPr>
                </a:tc>
                <a:extLst>
                  <a:ext uri="{0D108BD9-81ED-4DB2-BD59-A6C34878D82A}">
                    <a16:rowId xmlns:a16="http://schemas.microsoft.com/office/drawing/2014/main" val="1569556651"/>
                  </a:ext>
                </a:extLst>
              </a:tr>
            </a:tbl>
          </a:graphicData>
        </a:graphic>
      </p:graphicFrame>
      <p:sp>
        <p:nvSpPr>
          <p:cNvPr id="2" name="TextBox 1">
            <a:extLst>
              <a:ext uri="{FF2B5EF4-FFF2-40B4-BE49-F238E27FC236}">
                <a16:creationId xmlns:a16="http://schemas.microsoft.com/office/drawing/2014/main" id="{B2D2A180-6698-4EED-BF68-4008E1D98FA0}"/>
              </a:ext>
            </a:extLst>
          </p:cNvPr>
          <p:cNvSpPr txBox="1"/>
          <p:nvPr/>
        </p:nvSpPr>
        <p:spPr>
          <a:xfrm>
            <a:off x="412501" y="3912124"/>
            <a:ext cx="11361585" cy="646331"/>
          </a:xfrm>
          <a:prstGeom prst="rect">
            <a:avLst/>
          </a:prstGeom>
          <a:noFill/>
        </p:spPr>
        <p:txBody>
          <a:bodyPr wrap="square" rtlCol="0">
            <a:spAutoFit/>
          </a:bodyPr>
          <a:lstStyle/>
          <a:p>
            <a:pPr marL="285750" indent="-285750">
              <a:buFont typeface="Arial" panose="020B0604020202020204" pitchFamily="34" charset="0"/>
              <a:buChar char="•"/>
            </a:pPr>
            <a:r>
              <a:rPr lang="en-US" dirty="0"/>
              <a:t>RPA Scripts tracker will be maintained with delivery schedule</a:t>
            </a:r>
          </a:p>
          <a:p>
            <a:pPr marL="285750" indent="-285750">
              <a:buFont typeface="Arial" panose="020B0604020202020204" pitchFamily="34" charset="0"/>
              <a:buChar char="•"/>
            </a:pPr>
            <a:r>
              <a:rPr lang="en-US" dirty="0"/>
              <a:t>Publish daily dashboard on development of scripts</a:t>
            </a:r>
          </a:p>
        </p:txBody>
      </p:sp>
    </p:spTree>
    <p:extLst>
      <p:ext uri="{BB962C8B-B14F-4D97-AF65-F5344CB8AC3E}">
        <p14:creationId xmlns:p14="http://schemas.microsoft.com/office/powerpoint/2010/main" val="1322531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itle 3"/>
          <p:cNvSpPr txBox="1">
            <a:spLocks/>
          </p:cNvSpPr>
          <p:nvPr/>
        </p:nvSpPr>
        <p:spPr>
          <a:xfrm>
            <a:off x="505725" y="247459"/>
            <a:ext cx="11071907" cy="1176550"/>
          </a:xfrm>
          <a:prstGeom prst="rect">
            <a:avLst/>
          </a:prstGeom>
        </p:spPr>
        <p:txBody>
          <a:bodyPr vert="horz" lIns="91440" tIns="45720" rIns="91440" bIns="45720" rtlCol="0" anchor="ctr">
            <a:noAutofit/>
          </a:bodyPr>
          <a:lstStyle>
            <a:lvl1pPr>
              <a:lnSpc>
                <a:spcPct val="90000"/>
              </a:lnSpc>
              <a:spcBef>
                <a:spcPct val="0"/>
              </a:spcBef>
              <a:buNone/>
              <a:defRPr sz="6000" cap="all" spc="50" baseline="0">
                <a:solidFill>
                  <a:schemeClr val="accent1"/>
                </a:solidFill>
                <a:latin typeface="+mj-lt"/>
                <a:ea typeface="+mj-ea"/>
                <a:cs typeface="+mj-cs"/>
              </a:defRPr>
            </a:lvl1pPr>
          </a:lstStyle>
          <a:p>
            <a:r>
              <a:rPr lang="en-US" cap="none" dirty="0"/>
              <a:t>Document Repository</a:t>
            </a:r>
          </a:p>
        </p:txBody>
      </p:sp>
      <p:sp>
        <p:nvSpPr>
          <p:cNvPr id="3" name="Text Placeholder 2">
            <a:extLst>
              <a:ext uri="{FF2B5EF4-FFF2-40B4-BE49-F238E27FC236}">
                <a16:creationId xmlns:a16="http://schemas.microsoft.com/office/drawing/2014/main" id="{CA16AD2D-F04F-49BE-B7AD-B7746354BCA1}"/>
              </a:ext>
            </a:extLst>
          </p:cNvPr>
          <p:cNvSpPr txBox="1">
            <a:spLocks/>
          </p:cNvSpPr>
          <p:nvPr/>
        </p:nvSpPr>
        <p:spPr bwMode="gray">
          <a:xfrm>
            <a:off x="495748" y="1354741"/>
            <a:ext cx="11696252" cy="2257061"/>
          </a:xfrm>
          <a:prstGeom prst="rect">
            <a:avLst/>
          </a:prstGeom>
        </p:spPr>
        <p:txBody>
          <a:bodyPr vert="horz" lIns="0" tIns="0" rIns="0" bIns="0" rtlCol="0">
            <a:noAutofit/>
          </a:bodyPr>
          <a:lstStyle>
            <a:lvl1pPr marL="0" indent="0" algn="l" defTabSz="914400" rtl="0" eaLnBrk="1" latinLnBrk="0" hangingPunct="1">
              <a:spcBef>
                <a:spcPts val="1200"/>
              </a:spcBef>
              <a:buSzPct val="25000"/>
              <a:buFont typeface="Arial" panose="020B0604020202020204" pitchFamily="34" charset="0"/>
              <a:buChar char="‏"/>
              <a:defRPr sz="1800" b="0" kern="1200">
                <a:solidFill>
                  <a:schemeClr val="tx2"/>
                </a:solidFill>
                <a:latin typeface="+mn-lt"/>
                <a:ea typeface="+mn-ea"/>
                <a:cs typeface="+mn-cs"/>
              </a:defRPr>
            </a:lvl1pPr>
            <a:lvl2pPr marL="203200" indent="-203200" algn="l" defTabSz="914400" rtl="0" eaLnBrk="1" latinLnBrk="0" hangingPunct="1">
              <a:spcBef>
                <a:spcPts val="600"/>
              </a:spcBef>
              <a:buClrTx/>
              <a:buSzPct val="100000"/>
              <a:buFont typeface="Arial"/>
              <a:buChar char="•"/>
              <a:defRPr lang="en-US" sz="1800" kern="1200" dirty="0" smtClean="0">
                <a:solidFill>
                  <a:schemeClr val="tx2"/>
                </a:solidFill>
                <a:latin typeface="+mn-lt"/>
                <a:ea typeface="+mn-ea"/>
                <a:cs typeface="+mn-cs"/>
              </a:defRPr>
            </a:lvl2pPr>
            <a:lvl3pPr marL="431800" indent="-203200" algn="l" defTabSz="914400" rtl="0" eaLnBrk="1" latinLnBrk="0" hangingPunct="1">
              <a:spcBef>
                <a:spcPts val="600"/>
              </a:spcBef>
              <a:buClrTx/>
              <a:buSzPct val="100000"/>
              <a:buFont typeface="Arial"/>
              <a:buChar char="−"/>
              <a:defRPr lang="en-US" sz="1800" kern="1200" dirty="0" smtClean="0">
                <a:solidFill>
                  <a:schemeClr val="tx2"/>
                </a:solidFill>
                <a:latin typeface="+mn-lt"/>
                <a:ea typeface="+mn-ea"/>
                <a:cs typeface="+mn-cs"/>
              </a:defRPr>
            </a:lvl3pPr>
            <a:lvl4pPr marL="660400" indent="-203200" algn="l" defTabSz="914400" rtl="0" eaLnBrk="1" latinLnBrk="0" hangingPunct="1">
              <a:spcBef>
                <a:spcPts val="600"/>
              </a:spcBef>
              <a:buClrTx/>
              <a:buSzPct val="100000"/>
              <a:buFont typeface="Arial"/>
              <a:buChar char="◦"/>
              <a:defRPr lang="en-US" sz="1600" kern="1200" baseline="0" dirty="0" smtClean="0">
                <a:solidFill>
                  <a:schemeClr val="tx2"/>
                </a:solidFill>
                <a:latin typeface="+mn-lt"/>
                <a:ea typeface="+mn-ea"/>
                <a:cs typeface="+mn-cs"/>
              </a:defRPr>
            </a:lvl4pPr>
            <a:lvl5pPr marL="889000" indent="-203200" algn="l" defTabSz="798513" rtl="0" eaLnBrk="1" latinLnBrk="0" hangingPunct="1">
              <a:spcBef>
                <a:spcPts val="600"/>
              </a:spcBef>
              <a:buClrTx/>
              <a:buSzPct val="100000"/>
              <a:buFont typeface="Arial"/>
              <a:buChar char="−"/>
              <a:tabLst/>
              <a:defRPr lang="en-US" sz="1600" kern="1200" baseline="0" dirty="0" smtClean="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marR="0" lvl="0" indent="-230188" algn="l" defTabSz="914400" rtl="0" eaLnBrk="1" fontAlgn="auto" latinLnBrk="0" hangingPunct="1">
              <a:lnSpc>
                <a:spcPct val="100000"/>
              </a:lnSpc>
              <a:spcBef>
                <a:spcPts val="1200"/>
              </a:spcBef>
              <a:spcAft>
                <a:spcPts val="0"/>
              </a:spcAft>
              <a:buClrTx/>
              <a:buSzPct val="50000"/>
              <a:buFont typeface="Wingdings" panose="05000000000000000000" pitchFamily="2" charset="2"/>
              <a:buChar char="§"/>
              <a:tabLst/>
              <a:defRPr/>
            </a:pPr>
            <a:r>
              <a:rPr lang="en-US" dirty="0">
                <a:solidFill>
                  <a:srgbClr val="313131"/>
                </a:solidFill>
                <a:latin typeface="Calibri" panose="020F0502020204030204" pitchFamily="34" charset="0"/>
                <a:cs typeface="Calibri" panose="020F0502020204030204" pitchFamily="34" charset="0"/>
              </a:rPr>
              <a:t>Deloitte </a:t>
            </a:r>
            <a:r>
              <a:rPr kumimoji="0" lang="en-US" b="0" i="0" u="none" strike="noStrike" kern="1200" cap="none" spc="0" normalizeH="0" baseline="0" noProof="0" dirty="0">
                <a:ln>
                  <a:noFill/>
                </a:ln>
                <a:solidFill>
                  <a:srgbClr val="313131"/>
                </a:solidFill>
                <a:effectLst/>
                <a:uLnTx/>
                <a:uFillTx/>
                <a:latin typeface="Calibri" panose="020F0502020204030204" pitchFamily="34" charset="0"/>
                <a:cs typeface="Calibri" panose="020F0502020204030204" pitchFamily="34" charset="0"/>
              </a:rPr>
              <a:t>SharePoint will be used to store all project documentation and deliverables</a:t>
            </a:r>
          </a:p>
          <a:p>
            <a:pPr marL="285750" marR="0" lvl="0" indent="-230188" algn="l" defTabSz="914400" rtl="0" eaLnBrk="1" fontAlgn="auto" latinLnBrk="0" hangingPunct="1">
              <a:lnSpc>
                <a:spcPct val="100000"/>
              </a:lnSpc>
              <a:spcBef>
                <a:spcPts val="1200"/>
              </a:spcBef>
              <a:spcAft>
                <a:spcPts val="0"/>
              </a:spcAft>
              <a:buClrTx/>
              <a:buSzPct val="50000"/>
              <a:buFont typeface="Wingdings" panose="05000000000000000000" pitchFamily="2" charset="2"/>
              <a:buChar char="§"/>
              <a:tabLst/>
              <a:defRPr/>
            </a:pPr>
            <a:r>
              <a:rPr kumimoji="0" lang="en-US" b="0" i="0" u="none" strike="noStrike" kern="1200" cap="none" spc="0" normalizeH="0" baseline="0" noProof="0" dirty="0">
                <a:ln>
                  <a:noFill/>
                </a:ln>
                <a:solidFill>
                  <a:srgbClr val="313131"/>
                </a:solidFill>
                <a:effectLst/>
                <a:uLnTx/>
                <a:uFillTx/>
                <a:latin typeface="Calibri" panose="020F0502020204030204" pitchFamily="34" charset="0"/>
                <a:cs typeface="Calibri" panose="020F0502020204030204" pitchFamily="34" charset="0"/>
              </a:rPr>
              <a:t>Folder structures will be created for each project phase</a:t>
            </a:r>
          </a:p>
          <a:p>
            <a:pPr marL="285750" marR="0" lvl="0" indent="-230188" algn="l" defTabSz="914400" rtl="0" eaLnBrk="1" fontAlgn="auto" latinLnBrk="0" hangingPunct="1">
              <a:lnSpc>
                <a:spcPct val="100000"/>
              </a:lnSpc>
              <a:spcBef>
                <a:spcPts val="1200"/>
              </a:spcBef>
              <a:spcAft>
                <a:spcPts val="0"/>
              </a:spcAft>
              <a:buClrTx/>
              <a:buSzPct val="50000"/>
              <a:buFont typeface="Wingdings" panose="05000000000000000000" pitchFamily="2" charset="2"/>
              <a:buChar char="§"/>
              <a:tabLst/>
              <a:defRPr/>
            </a:pPr>
            <a:r>
              <a:rPr kumimoji="0" lang="en-US" b="0" i="0" u="none" strike="noStrike" kern="1200" cap="none" spc="0" normalizeH="0" baseline="0" noProof="0" dirty="0">
                <a:ln>
                  <a:noFill/>
                </a:ln>
                <a:solidFill>
                  <a:srgbClr val="313131"/>
                </a:solidFill>
                <a:effectLst/>
                <a:uLnTx/>
                <a:uFillTx/>
                <a:latin typeface="Calibri" panose="020F0502020204030204" pitchFamily="34" charset="0"/>
                <a:cs typeface="Calibri" panose="020F0502020204030204" pitchFamily="34" charset="0"/>
              </a:rPr>
              <a:t>Deliverable Templates, team contact lists, and vacation calendars will be maintained</a:t>
            </a:r>
            <a:r>
              <a:rPr kumimoji="0" lang="en-US" b="0" i="0" u="none" strike="noStrike" kern="1200" cap="none" spc="0" normalizeH="0" noProof="0" dirty="0">
                <a:ln>
                  <a:noFill/>
                </a:ln>
                <a:solidFill>
                  <a:srgbClr val="313131"/>
                </a:solidFill>
                <a:effectLst/>
                <a:uLnTx/>
                <a:uFillTx/>
                <a:latin typeface="Calibri" panose="020F0502020204030204" pitchFamily="34" charset="0"/>
                <a:cs typeface="Calibri" panose="020F0502020204030204" pitchFamily="34" charset="0"/>
              </a:rPr>
              <a:t> on SharePoint</a:t>
            </a:r>
            <a:endParaRPr kumimoji="0" lang="en-US" b="0" i="0" u="none" strike="noStrike" kern="1200" cap="none" spc="0" normalizeH="0" baseline="0" noProof="0" dirty="0">
              <a:ln>
                <a:noFill/>
              </a:ln>
              <a:solidFill>
                <a:srgbClr val="313131"/>
              </a:solidFill>
              <a:effectLst/>
              <a:uLnTx/>
              <a:uFillTx/>
              <a:latin typeface="Calibri" panose="020F0502020204030204" pitchFamily="34" charset="0"/>
              <a:cs typeface="Calibri" panose="020F0502020204030204" pitchFamily="34" charset="0"/>
            </a:endParaRPr>
          </a:p>
          <a:p>
            <a:pPr marL="285750" marR="0" lvl="0" indent="-230188" algn="l" defTabSz="914400" rtl="0" eaLnBrk="1" fontAlgn="auto" latinLnBrk="0" hangingPunct="1">
              <a:lnSpc>
                <a:spcPct val="100000"/>
              </a:lnSpc>
              <a:spcBef>
                <a:spcPts val="1200"/>
              </a:spcBef>
              <a:spcAft>
                <a:spcPts val="0"/>
              </a:spcAft>
              <a:buClrTx/>
              <a:buSzPct val="50000"/>
              <a:buFont typeface="Wingdings" panose="05000000000000000000" pitchFamily="2" charset="2"/>
              <a:buChar char="§"/>
              <a:tabLst/>
              <a:defRPr/>
            </a:pPr>
            <a:r>
              <a:rPr kumimoji="0" lang="en-US" b="0" i="0" u="none" strike="noStrike" kern="1200" cap="none" spc="0" normalizeH="0" baseline="0" noProof="0" dirty="0">
                <a:ln>
                  <a:noFill/>
                </a:ln>
                <a:solidFill>
                  <a:srgbClr val="313131"/>
                </a:solidFill>
                <a:effectLst/>
                <a:uLnTx/>
                <a:uFillTx/>
                <a:latin typeface="Calibri" panose="020F0502020204030204" pitchFamily="34" charset="0"/>
                <a:cs typeface="Calibri" panose="020F0502020204030204" pitchFamily="34" charset="0"/>
              </a:rPr>
              <a:t>Any formal project communications / announcements will be shared on SharePoint</a:t>
            </a:r>
          </a:p>
          <a:p>
            <a:pPr marL="285750" marR="0" lvl="0" indent="-230188" algn="l" defTabSz="914400" rtl="0" eaLnBrk="1" fontAlgn="auto" latinLnBrk="0" hangingPunct="1">
              <a:lnSpc>
                <a:spcPct val="100000"/>
              </a:lnSpc>
              <a:spcBef>
                <a:spcPts val="1200"/>
              </a:spcBef>
              <a:spcAft>
                <a:spcPts val="0"/>
              </a:spcAft>
              <a:buClrTx/>
              <a:buSzPct val="50000"/>
              <a:buFont typeface="Wingdings" panose="05000000000000000000" pitchFamily="2" charset="2"/>
              <a:buChar char="§"/>
              <a:tabLst/>
              <a:defRPr/>
            </a:pPr>
            <a:endParaRPr lang="en-US" dirty="0">
              <a:solidFill>
                <a:srgbClr val="313131"/>
              </a:solidFill>
              <a:latin typeface="Calibri" panose="020F0502020204030204" pitchFamily="34" charset="0"/>
              <a:cs typeface="Calibri" panose="020F0502020204030204" pitchFamily="34" charset="0"/>
            </a:endParaRPr>
          </a:p>
          <a:p>
            <a:pPr marL="55562" lvl="0">
              <a:buSzPct val="50000"/>
              <a:buNone/>
              <a:defRPr/>
            </a:pPr>
            <a:r>
              <a:rPr lang="en-US" b="1" dirty="0">
                <a:solidFill>
                  <a:srgbClr val="313131"/>
                </a:solidFill>
                <a:latin typeface="Calibri" panose="020F0502020204030204" pitchFamily="34" charset="0"/>
                <a:cs typeface="Calibri" panose="020F0502020204030204" pitchFamily="34" charset="0"/>
              </a:rPr>
              <a:t>SharePoint URL: </a:t>
            </a:r>
            <a:r>
              <a:rPr lang="en-US" b="1" dirty="0">
                <a:solidFill>
                  <a:srgbClr val="313131"/>
                </a:solidFill>
                <a:latin typeface="Calibri" panose="020F0502020204030204" pitchFamily="34" charset="0"/>
                <a:cs typeface="Calibri" panose="020F0502020204030204" pitchFamily="34" charset="0"/>
                <a:hlinkClick r:id="rId3"/>
              </a:rPr>
              <a:t>https://consulting.global.deloitteonline.com/sites/cloudimplementation/SitePages/Home.aspx</a:t>
            </a:r>
            <a:endParaRPr lang="en-US" b="1" dirty="0">
              <a:solidFill>
                <a:srgbClr val="313131"/>
              </a:solidFill>
              <a:latin typeface="Calibri" panose="020F0502020204030204" pitchFamily="34" charset="0"/>
              <a:cs typeface="Calibri" panose="020F0502020204030204" pitchFamily="34" charset="0"/>
            </a:endParaRPr>
          </a:p>
          <a:p>
            <a:pPr marL="55562" lvl="0">
              <a:buSzPct val="50000"/>
              <a:buNone/>
              <a:defRPr/>
            </a:pPr>
            <a:r>
              <a:rPr lang="en-US" b="1" dirty="0">
                <a:solidFill>
                  <a:srgbClr val="313131"/>
                </a:solidFill>
                <a:latin typeface="Calibri" panose="020F0502020204030204" pitchFamily="34" charset="0"/>
                <a:cs typeface="Calibri" panose="020F0502020204030204" pitchFamily="34" charset="0"/>
              </a:rPr>
              <a:t> </a:t>
            </a:r>
            <a:endParaRPr kumimoji="0" lang="en-US" b="1" i="0" u="none" strike="noStrike" kern="1200" cap="none" spc="0" normalizeH="0" baseline="0" noProof="0" dirty="0">
              <a:ln>
                <a:noFill/>
              </a:ln>
              <a:solidFill>
                <a:srgbClr val="313131"/>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03064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ja-JP" dirty="0"/>
              <a:t>Appendix</a:t>
            </a:r>
            <a:endParaRPr lang="en-US" dirty="0"/>
          </a:p>
        </p:txBody>
      </p:sp>
      <p:sp>
        <p:nvSpPr>
          <p:cNvPr id="8" name="Title 1"/>
          <p:cNvSpPr txBox="1">
            <a:spLocks/>
          </p:cNvSpPr>
          <p:nvPr/>
        </p:nvSpPr>
        <p:spPr>
          <a:xfrm>
            <a:off x="698650" y="2871957"/>
            <a:ext cx="10960608" cy="753369"/>
          </a:xfrm>
          <a:prstGeom prst="rect">
            <a:avLst/>
          </a:prstGeom>
        </p:spPr>
        <p:txBody>
          <a:bodyPr/>
          <a:lstStyle>
            <a:lvl1pPr algn="l" defTabSz="914265" rtl="0" eaLnBrk="1" latinLnBrk="0" hangingPunct="1">
              <a:spcBef>
                <a:spcPct val="0"/>
              </a:spcBef>
              <a:buNone/>
              <a:defRPr sz="2000" b="1" kern="1200">
                <a:solidFill>
                  <a:srgbClr val="002060"/>
                </a:solidFill>
                <a:latin typeface="+mn-lt"/>
                <a:ea typeface="+mj-ea"/>
                <a:cs typeface="Arial"/>
              </a:defRPr>
            </a:lvl1pPr>
          </a:lstStyle>
          <a:p>
            <a:pPr algn="ctr"/>
            <a:endParaRPr lang="en-US" sz="4000" dirty="0"/>
          </a:p>
        </p:txBody>
      </p:sp>
    </p:spTree>
    <p:extLst>
      <p:ext uri="{BB962C8B-B14F-4D97-AF65-F5344CB8AC3E}">
        <p14:creationId xmlns:p14="http://schemas.microsoft.com/office/powerpoint/2010/main" val="1248575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itle 3"/>
          <p:cNvSpPr txBox="1">
            <a:spLocks/>
          </p:cNvSpPr>
          <p:nvPr/>
        </p:nvSpPr>
        <p:spPr>
          <a:xfrm>
            <a:off x="505725" y="247459"/>
            <a:ext cx="11071907" cy="1176550"/>
          </a:xfrm>
          <a:prstGeom prst="rect">
            <a:avLst/>
          </a:prstGeom>
        </p:spPr>
        <p:txBody>
          <a:bodyPr vert="horz" lIns="91440" tIns="45720" rIns="91440" bIns="45720" rtlCol="0" anchor="ctr">
            <a:noAutofit/>
          </a:bodyPr>
          <a:lstStyle>
            <a:lvl1pPr>
              <a:lnSpc>
                <a:spcPct val="90000"/>
              </a:lnSpc>
              <a:spcBef>
                <a:spcPct val="0"/>
              </a:spcBef>
              <a:buNone/>
              <a:defRPr sz="6000" cap="all" spc="50" baseline="0">
                <a:solidFill>
                  <a:schemeClr val="accent1"/>
                </a:solidFill>
                <a:latin typeface="+mj-lt"/>
                <a:ea typeface="+mj-ea"/>
                <a:cs typeface="+mj-cs"/>
              </a:defRPr>
            </a:lvl1pPr>
          </a:lstStyle>
          <a:p>
            <a:r>
              <a:rPr lang="en-US" cap="none" dirty="0"/>
              <a:t>Scenarios Listing</a:t>
            </a:r>
          </a:p>
        </p:txBody>
      </p:sp>
      <p:graphicFrame>
        <p:nvGraphicFramePr>
          <p:cNvPr id="2" name="Table 1">
            <a:extLst>
              <a:ext uri="{FF2B5EF4-FFF2-40B4-BE49-F238E27FC236}">
                <a16:creationId xmlns:a16="http://schemas.microsoft.com/office/drawing/2014/main" id="{B162DB6E-757A-43D1-9950-12E8E3F0AF97}"/>
              </a:ext>
            </a:extLst>
          </p:cNvPr>
          <p:cNvGraphicFramePr>
            <a:graphicFrameLocks noGrp="1"/>
          </p:cNvGraphicFramePr>
          <p:nvPr>
            <p:extLst>
              <p:ext uri="{D42A27DB-BD31-4B8C-83A1-F6EECF244321}">
                <p14:modId xmlns:p14="http://schemas.microsoft.com/office/powerpoint/2010/main" val="1933204108"/>
              </p:ext>
            </p:extLst>
          </p:nvPr>
        </p:nvGraphicFramePr>
        <p:xfrm>
          <a:off x="633485" y="1277444"/>
          <a:ext cx="5095107" cy="4722360"/>
        </p:xfrm>
        <a:graphic>
          <a:graphicData uri="http://schemas.openxmlformats.org/drawingml/2006/table">
            <a:tbl>
              <a:tblPr firstRow="1" firstCol="1" bandRow="1">
                <a:tableStyleId>{5C22544A-7EE6-4342-B048-85BDC9FD1C3A}</a:tableStyleId>
              </a:tblPr>
              <a:tblGrid>
                <a:gridCol w="364902">
                  <a:extLst>
                    <a:ext uri="{9D8B030D-6E8A-4147-A177-3AD203B41FA5}">
                      <a16:colId xmlns:a16="http://schemas.microsoft.com/office/drawing/2014/main" val="3736656531"/>
                    </a:ext>
                  </a:extLst>
                </a:gridCol>
                <a:gridCol w="476174">
                  <a:extLst>
                    <a:ext uri="{9D8B030D-6E8A-4147-A177-3AD203B41FA5}">
                      <a16:colId xmlns:a16="http://schemas.microsoft.com/office/drawing/2014/main" val="887662286"/>
                    </a:ext>
                  </a:extLst>
                </a:gridCol>
                <a:gridCol w="3402594">
                  <a:extLst>
                    <a:ext uri="{9D8B030D-6E8A-4147-A177-3AD203B41FA5}">
                      <a16:colId xmlns:a16="http://schemas.microsoft.com/office/drawing/2014/main" val="3356302251"/>
                    </a:ext>
                  </a:extLst>
                </a:gridCol>
                <a:gridCol w="469417">
                  <a:extLst>
                    <a:ext uri="{9D8B030D-6E8A-4147-A177-3AD203B41FA5}">
                      <a16:colId xmlns:a16="http://schemas.microsoft.com/office/drawing/2014/main" val="3072944544"/>
                    </a:ext>
                  </a:extLst>
                </a:gridCol>
                <a:gridCol w="382020">
                  <a:extLst>
                    <a:ext uri="{9D8B030D-6E8A-4147-A177-3AD203B41FA5}">
                      <a16:colId xmlns:a16="http://schemas.microsoft.com/office/drawing/2014/main" val="3833485587"/>
                    </a:ext>
                  </a:extLst>
                </a:gridCol>
              </a:tblGrid>
              <a:tr h="259486">
                <a:tc>
                  <a:txBody>
                    <a:bodyPr/>
                    <a:lstStyle/>
                    <a:p>
                      <a:pPr marL="0" marR="0" algn="ctr">
                        <a:spcBef>
                          <a:spcPts val="0"/>
                        </a:spcBef>
                        <a:spcAft>
                          <a:spcPts val="0"/>
                        </a:spcAft>
                      </a:pPr>
                      <a:r>
                        <a:rPr lang="en-US" sz="600" dirty="0">
                          <a:solidFill>
                            <a:schemeClr val="accent1"/>
                          </a:solidFill>
                          <a:effectLst/>
                        </a:rPr>
                        <a:t>#</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lgn="ctr">
                        <a:spcBef>
                          <a:spcPts val="0"/>
                        </a:spcBef>
                        <a:spcAft>
                          <a:spcPts val="0"/>
                        </a:spcAft>
                      </a:pPr>
                      <a:r>
                        <a:rPr lang="en-US" sz="600" dirty="0">
                          <a:solidFill>
                            <a:schemeClr val="accent1"/>
                          </a:solidFill>
                          <a:effectLst/>
                        </a:rPr>
                        <a:t>Module</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lgn="ctr">
                        <a:spcBef>
                          <a:spcPts val="0"/>
                        </a:spcBef>
                        <a:spcAft>
                          <a:spcPts val="0"/>
                        </a:spcAft>
                      </a:pPr>
                      <a:r>
                        <a:rPr lang="en-US" sz="600" dirty="0">
                          <a:solidFill>
                            <a:schemeClr val="accent1"/>
                          </a:solidFill>
                          <a:effectLst/>
                        </a:rPr>
                        <a:t>Test Script Description</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lgn="ctr">
                        <a:spcBef>
                          <a:spcPts val="0"/>
                        </a:spcBef>
                        <a:spcAft>
                          <a:spcPts val="0"/>
                        </a:spcAft>
                      </a:pPr>
                      <a:r>
                        <a:rPr lang="en-US" sz="600" dirty="0">
                          <a:solidFill>
                            <a:schemeClr val="accent1"/>
                          </a:solidFill>
                          <a:effectLst/>
                        </a:rPr>
                        <a:t>Complexity</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lgn="ctr">
                        <a:spcBef>
                          <a:spcPts val="0"/>
                        </a:spcBef>
                        <a:spcAft>
                          <a:spcPts val="0"/>
                        </a:spcAft>
                      </a:pPr>
                      <a:r>
                        <a:rPr lang="en-US" sz="600" dirty="0">
                          <a:solidFill>
                            <a:schemeClr val="accent1"/>
                          </a:solidFill>
                          <a:effectLst/>
                        </a:rPr>
                        <a:t>ETE Scenario ID</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3756498365"/>
                  </a:ext>
                </a:extLst>
              </a:tr>
              <a:tr h="131995">
                <a:tc>
                  <a:txBody>
                    <a:bodyPr/>
                    <a:lstStyle/>
                    <a:p>
                      <a:pPr marL="0" marR="0" algn="ctr">
                        <a:spcBef>
                          <a:spcPts val="0"/>
                        </a:spcBef>
                        <a:spcAft>
                          <a:spcPts val="0"/>
                        </a:spcAft>
                      </a:pPr>
                      <a:r>
                        <a:rPr lang="en-US" sz="600" dirty="0">
                          <a:solidFill>
                            <a:schemeClr val="accent1"/>
                          </a:solidFill>
                          <a:effectLst/>
                        </a:rPr>
                        <a:t>1</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AP</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AP-100 Create invoice using PO</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ERP.001</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3673230460"/>
                  </a:ext>
                </a:extLst>
              </a:tr>
              <a:tr h="131995">
                <a:tc>
                  <a:txBody>
                    <a:bodyPr/>
                    <a:lstStyle/>
                    <a:p>
                      <a:pPr marL="0" marR="0" algn="ctr">
                        <a:spcBef>
                          <a:spcPts val="0"/>
                        </a:spcBef>
                        <a:spcAft>
                          <a:spcPts val="0"/>
                        </a:spcAft>
                      </a:pPr>
                      <a:r>
                        <a:rPr lang="en-US" sz="600" dirty="0">
                          <a:solidFill>
                            <a:schemeClr val="accent1"/>
                          </a:solidFill>
                          <a:effectLst/>
                        </a:rPr>
                        <a:t>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AP</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AP-103 - Payables Create Accounting</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ERP.001</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3670473316"/>
                  </a:ext>
                </a:extLst>
              </a:tr>
              <a:tr h="131995">
                <a:tc>
                  <a:txBody>
                    <a:bodyPr/>
                    <a:lstStyle/>
                    <a:p>
                      <a:pPr marL="0" marR="0" algn="ctr">
                        <a:spcBef>
                          <a:spcPts val="0"/>
                        </a:spcBef>
                        <a:spcAft>
                          <a:spcPts val="0"/>
                        </a:spcAft>
                      </a:pPr>
                      <a:r>
                        <a:rPr lang="en-US" sz="600" dirty="0">
                          <a:solidFill>
                            <a:schemeClr val="accent1"/>
                          </a:solidFill>
                          <a:effectLst/>
                        </a:rPr>
                        <a:t>3</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AP</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AP-101 - Pay Invoice using manual payment (non-payment process request)</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1986232141"/>
                  </a:ext>
                </a:extLst>
              </a:tr>
              <a:tr h="131995">
                <a:tc>
                  <a:txBody>
                    <a:bodyPr/>
                    <a:lstStyle/>
                    <a:p>
                      <a:pPr marL="0" marR="0" algn="ctr">
                        <a:spcBef>
                          <a:spcPts val="0"/>
                        </a:spcBef>
                        <a:spcAft>
                          <a:spcPts val="0"/>
                        </a:spcAft>
                      </a:pPr>
                      <a:r>
                        <a:rPr lang="en-US" sz="600" dirty="0">
                          <a:solidFill>
                            <a:schemeClr val="accent1"/>
                          </a:solidFill>
                          <a:effectLst/>
                        </a:rPr>
                        <a:t>4</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FA</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FA-001 Prepare Source Lines for Assets coming in from other sources (Payables / Projects)</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2876951717"/>
                  </a:ext>
                </a:extLst>
              </a:tr>
              <a:tr h="131995">
                <a:tc>
                  <a:txBody>
                    <a:bodyPr/>
                    <a:lstStyle/>
                    <a:p>
                      <a:pPr marL="0" marR="0" algn="ctr">
                        <a:spcBef>
                          <a:spcPts val="0"/>
                        </a:spcBef>
                        <a:spcAft>
                          <a:spcPts val="0"/>
                        </a:spcAft>
                      </a:pPr>
                      <a:r>
                        <a:rPr lang="en-US" sz="600" dirty="0">
                          <a:solidFill>
                            <a:schemeClr val="accent1"/>
                          </a:solidFill>
                          <a:effectLst/>
                        </a:rPr>
                        <a:t>5</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FA</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FA-013 Create Asset Accounting</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3649185718"/>
                  </a:ext>
                </a:extLst>
              </a:tr>
              <a:tr h="131995">
                <a:tc>
                  <a:txBody>
                    <a:bodyPr/>
                    <a:lstStyle/>
                    <a:p>
                      <a:pPr marL="0" marR="0" algn="ctr">
                        <a:spcBef>
                          <a:spcPts val="0"/>
                        </a:spcBef>
                        <a:spcAft>
                          <a:spcPts val="0"/>
                        </a:spcAft>
                      </a:pPr>
                      <a:r>
                        <a:rPr lang="en-US" sz="600" dirty="0">
                          <a:solidFill>
                            <a:schemeClr val="accent1"/>
                          </a:solidFill>
                          <a:effectLst/>
                        </a:rPr>
                        <a:t>6</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FA</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FA-014 Review Asset Entries in GL</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2379671613"/>
                  </a:ext>
                </a:extLst>
              </a:tr>
              <a:tr h="131995">
                <a:tc>
                  <a:txBody>
                    <a:bodyPr/>
                    <a:lstStyle/>
                    <a:p>
                      <a:pPr marL="0" marR="0" algn="ctr">
                        <a:spcBef>
                          <a:spcPts val="0"/>
                        </a:spcBef>
                        <a:spcAft>
                          <a:spcPts val="0"/>
                        </a:spcAft>
                      </a:pPr>
                      <a:r>
                        <a:rPr lang="en-US" sz="600" dirty="0">
                          <a:solidFill>
                            <a:schemeClr val="accent1"/>
                          </a:solidFill>
                          <a:effectLst/>
                        </a:rPr>
                        <a:t>7</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PA-33 Assign asset on project</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3316261063"/>
                  </a:ext>
                </a:extLst>
              </a:tr>
              <a:tr h="131995">
                <a:tc>
                  <a:txBody>
                    <a:bodyPr/>
                    <a:lstStyle/>
                    <a:p>
                      <a:pPr marL="0" marR="0" algn="ctr">
                        <a:spcBef>
                          <a:spcPts val="0"/>
                        </a:spcBef>
                        <a:spcAft>
                          <a:spcPts val="0"/>
                        </a:spcAft>
                      </a:pPr>
                      <a:r>
                        <a:rPr lang="en-US" sz="600" dirty="0">
                          <a:solidFill>
                            <a:schemeClr val="accent1"/>
                          </a:solidFill>
                          <a:effectLst/>
                        </a:rPr>
                        <a:t>8</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PA-02 Create Fixed Asset projects</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Medium</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664135070"/>
                  </a:ext>
                </a:extLst>
              </a:tr>
              <a:tr h="131995">
                <a:tc>
                  <a:txBody>
                    <a:bodyPr/>
                    <a:lstStyle/>
                    <a:p>
                      <a:pPr marL="0" marR="0" algn="ctr">
                        <a:spcBef>
                          <a:spcPts val="0"/>
                        </a:spcBef>
                        <a:spcAft>
                          <a:spcPts val="0"/>
                        </a:spcAft>
                      </a:pPr>
                      <a:r>
                        <a:rPr lang="en-US" sz="600" dirty="0">
                          <a:solidFill>
                            <a:schemeClr val="accent1"/>
                          </a:solidFill>
                          <a:effectLst/>
                        </a:rPr>
                        <a:t>9</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PA-34 Generate asset lines</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Medium</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3502941958"/>
                  </a:ext>
                </a:extLst>
              </a:tr>
              <a:tr h="131995">
                <a:tc>
                  <a:txBody>
                    <a:bodyPr/>
                    <a:lstStyle/>
                    <a:p>
                      <a:pPr marL="0" marR="0" algn="ctr">
                        <a:spcBef>
                          <a:spcPts val="0"/>
                        </a:spcBef>
                        <a:spcAft>
                          <a:spcPts val="0"/>
                        </a:spcAft>
                      </a:pPr>
                      <a:r>
                        <a:rPr lang="en-US" sz="600" dirty="0">
                          <a:solidFill>
                            <a:schemeClr val="accent1"/>
                          </a:solidFill>
                          <a:effectLst/>
                        </a:rPr>
                        <a:t>10</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PA-35 Transfer to Fixed Assets</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Medium</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205076056"/>
                  </a:ext>
                </a:extLst>
              </a:tr>
              <a:tr h="131995">
                <a:tc>
                  <a:txBody>
                    <a:bodyPr/>
                    <a:lstStyle/>
                    <a:p>
                      <a:pPr marL="0" marR="0" algn="ctr">
                        <a:spcBef>
                          <a:spcPts val="0"/>
                        </a:spcBef>
                        <a:spcAft>
                          <a:spcPts val="0"/>
                        </a:spcAft>
                      </a:pPr>
                      <a:r>
                        <a:rPr lang="en-US" sz="600" dirty="0">
                          <a:solidFill>
                            <a:schemeClr val="accent1"/>
                          </a:solidFill>
                          <a:effectLst/>
                        </a:rPr>
                        <a:t>11</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PA-36 Track posted asset in projects</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Medium</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3568624342"/>
                  </a:ext>
                </a:extLst>
              </a:tr>
              <a:tr h="131995">
                <a:tc>
                  <a:txBody>
                    <a:bodyPr/>
                    <a:lstStyle/>
                    <a:p>
                      <a:pPr marL="0" marR="0" algn="ctr">
                        <a:spcBef>
                          <a:spcPts val="0"/>
                        </a:spcBef>
                        <a:spcAft>
                          <a:spcPts val="0"/>
                        </a:spcAft>
                      </a:pPr>
                      <a:r>
                        <a:rPr lang="en-US" sz="600" dirty="0">
                          <a:solidFill>
                            <a:schemeClr val="accent1"/>
                          </a:solidFill>
                          <a:effectLst/>
                        </a:rPr>
                        <a:t>12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PO</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SSP- 03-Submit Requisition</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2992574055"/>
                  </a:ext>
                </a:extLst>
              </a:tr>
              <a:tr h="131995">
                <a:tc>
                  <a:txBody>
                    <a:bodyPr/>
                    <a:lstStyle/>
                    <a:p>
                      <a:pPr marL="0" marR="0" algn="ctr">
                        <a:spcBef>
                          <a:spcPts val="0"/>
                        </a:spcBef>
                        <a:spcAft>
                          <a:spcPts val="0"/>
                        </a:spcAft>
                      </a:pPr>
                      <a:r>
                        <a:rPr lang="en-US" sz="600" dirty="0">
                          <a:solidFill>
                            <a:schemeClr val="accent1"/>
                          </a:solidFill>
                          <a:effectLst/>
                        </a:rPr>
                        <a:t>13</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PO</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PO-01 - Create standard PO as requisitions</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2146394071"/>
                  </a:ext>
                </a:extLst>
              </a:tr>
              <a:tr h="131995">
                <a:tc>
                  <a:txBody>
                    <a:bodyPr/>
                    <a:lstStyle/>
                    <a:p>
                      <a:pPr marL="0" marR="0" algn="ctr">
                        <a:spcBef>
                          <a:spcPts val="0"/>
                        </a:spcBef>
                        <a:spcAft>
                          <a:spcPts val="0"/>
                        </a:spcAft>
                      </a:pPr>
                      <a:r>
                        <a:rPr lang="en-US" sz="600" dirty="0">
                          <a:solidFill>
                            <a:schemeClr val="accent1"/>
                          </a:solidFill>
                          <a:effectLst/>
                        </a:rPr>
                        <a:t>14</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PO</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SSP-006 - Receive POs based on tolerance</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3665210610"/>
                  </a:ext>
                </a:extLst>
              </a:tr>
              <a:tr h="131995">
                <a:tc>
                  <a:txBody>
                    <a:bodyPr/>
                    <a:lstStyle/>
                    <a:p>
                      <a:pPr marL="0" marR="0" algn="ctr">
                        <a:spcBef>
                          <a:spcPts val="0"/>
                        </a:spcBef>
                        <a:spcAft>
                          <a:spcPts val="0"/>
                        </a:spcAft>
                      </a:pPr>
                      <a:r>
                        <a:rPr lang="en-US" sz="600" dirty="0">
                          <a:solidFill>
                            <a:schemeClr val="accent1"/>
                          </a:solidFill>
                          <a:effectLst/>
                        </a:rPr>
                        <a:t>15</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AR</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AR-004 Receipt Application.</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ERP.008</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407820357"/>
                  </a:ext>
                </a:extLst>
              </a:tr>
              <a:tr h="131995">
                <a:tc>
                  <a:txBody>
                    <a:bodyPr/>
                    <a:lstStyle/>
                    <a:p>
                      <a:pPr marL="0" marR="0" algn="ctr">
                        <a:spcBef>
                          <a:spcPts val="0"/>
                        </a:spcBef>
                        <a:spcAft>
                          <a:spcPts val="0"/>
                        </a:spcAft>
                      </a:pPr>
                      <a:r>
                        <a:rPr lang="en-US" sz="600" dirty="0">
                          <a:solidFill>
                            <a:schemeClr val="accent1"/>
                          </a:solidFill>
                          <a:effectLst/>
                        </a:rPr>
                        <a:t>16</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AR</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AR-016 Create Accounting</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ERP.008</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324571153"/>
                  </a:ext>
                </a:extLst>
              </a:tr>
              <a:tr h="131995">
                <a:tc>
                  <a:txBody>
                    <a:bodyPr/>
                    <a:lstStyle/>
                    <a:p>
                      <a:pPr marL="0" marR="0" algn="ctr">
                        <a:spcBef>
                          <a:spcPts val="0"/>
                        </a:spcBef>
                        <a:spcAft>
                          <a:spcPts val="0"/>
                        </a:spcAft>
                      </a:pPr>
                      <a:r>
                        <a:rPr lang="en-US" sz="600" dirty="0">
                          <a:solidFill>
                            <a:schemeClr val="accent1"/>
                          </a:solidFill>
                          <a:effectLst/>
                        </a:rPr>
                        <a:t>17</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AR</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AR-017 Review Receivables Entries in GL</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ERP.008</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2645312544"/>
                  </a:ext>
                </a:extLst>
              </a:tr>
              <a:tr h="131995">
                <a:tc>
                  <a:txBody>
                    <a:bodyPr/>
                    <a:lstStyle/>
                    <a:p>
                      <a:pPr marL="0" marR="0" algn="ctr">
                        <a:spcBef>
                          <a:spcPts val="0"/>
                        </a:spcBef>
                        <a:spcAft>
                          <a:spcPts val="0"/>
                        </a:spcAft>
                      </a:pPr>
                      <a:r>
                        <a:rPr lang="en-US" sz="600" dirty="0">
                          <a:solidFill>
                            <a:schemeClr val="accent1"/>
                          </a:solidFill>
                          <a:effectLst/>
                        </a:rPr>
                        <a:t>18</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PA-10 Create Budget at Lowest Task Level</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ERP.012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2968239057"/>
                  </a:ext>
                </a:extLst>
              </a:tr>
              <a:tr h="131995">
                <a:tc>
                  <a:txBody>
                    <a:bodyPr/>
                    <a:lstStyle/>
                    <a:p>
                      <a:pPr marL="0" marR="0" algn="ctr">
                        <a:spcBef>
                          <a:spcPts val="0"/>
                        </a:spcBef>
                        <a:spcAft>
                          <a:spcPts val="0"/>
                        </a:spcAft>
                      </a:pPr>
                      <a:r>
                        <a:rPr lang="en-US" sz="600" dirty="0">
                          <a:solidFill>
                            <a:schemeClr val="accent1"/>
                          </a:solidFill>
                          <a:effectLst/>
                        </a:rPr>
                        <a:t>19</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PA-11 Baseline budget</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ERP.012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762798732"/>
                  </a:ext>
                </a:extLst>
              </a:tr>
              <a:tr h="131995">
                <a:tc>
                  <a:txBody>
                    <a:bodyPr/>
                    <a:lstStyle/>
                    <a:p>
                      <a:pPr marL="0" marR="0" algn="ctr">
                        <a:spcBef>
                          <a:spcPts val="0"/>
                        </a:spcBef>
                        <a:spcAft>
                          <a:spcPts val="0"/>
                        </a:spcAft>
                      </a:pPr>
                      <a:r>
                        <a:rPr lang="en-US" sz="600" dirty="0">
                          <a:solidFill>
                            <a:schemeClr val="accent1"/>
                          </a:solidFill>
                          <a:effectLst/>
                        </a:rPr>
                        <a:t>20</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PA-02 Create Construction projects</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ERP.012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3903496152"/>
                  </a:ext>
                </a:extLst>
              </a:tr>
              <a:tr h="131995">
                <a:tc>
                  <a:txBody>
                    <a:bodyPr/>
                    <a:lstStyle/>
                    <a:p>
                      <a:pPr marL="0" marR="0" algn="ctr">
                        <a:spcBef>
                          <a:spcPts val="0"/>
                        </a:spcBef>
                        <a:spcAft>
                          <a:spcPts val="0"/>
                        </a:spcAft>
                      </a:pPr>
                      <a:r>
                        <a:rPr lang="en-US" sz="600" dirty="0">
                          <a:solidFill>
                            <a:schemeClr val="accent1"/>
                          </a:solidFill>
                          <a:effectLst/>
                        </a:rPr>
                        <a:t>21</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PA-18 Import supplier cost from Payables</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ERP.012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3950908933"/>
                  </a:ext>
                </a:extLst>
              </a:tr>
              <a:tr h="131995">
                <a:tc>
                  <a:txBody>
                    <a:bodyPr/>
                    <a:lstStyle/>
                    <a:p>
                      <a:pPr marL="0" marR="0" algn="ctr">
                        <a:spcBef>
                          <a:spcPts val="0"/>
                        </a:spcBef>
                        <a:spcAft>
                          <a:spcPts val="0"/>
                        </a:spcAft>
                      </a:pPr>
                      <a:r>
                        <a:rPr lang="en-US" sz="600" dirty="0">
                          <a:solidFill>
                            <a:schemeClr val="accent1"/>
                          </a:solidFill>
                          <a:effectLst/>
                        </a:rPr>
                        <a:t>22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PA-04 Project Approval</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ERP.012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1577611719"/>
                  </a:ext>
                </a:extLst>
              </a:tr>
              <a:tr h="131995">
                <a:tc>
                  <a:txBody>
                    <a:bodyPr/>
                    <a:lstStyle/>
                    <a:p>
                      <a:pPr marL="0" marR="0" algn="ctr">
                        <a:spcBef>
                          <a:spcPts val="0"/>
                        </a:spcBef>
                        <a:spcAft>
                          <a:spcPts val="0"/>
                        </a:spcAft>
                      </a:pPr>
                      <a:r>
                        <a:rPr lang="en-US" sz="600" dirty="0">
                          <a:solidFill>
                            <a:schemeClr val="accent1"/>
                          </a:solidFill>
                          <a:effectLst/>
                        </a:rPr>
                        <a:t>23</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AP</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W2W- Payroll Elements Testing</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ERP.056</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852247272"/>
                  </a:ext>
                </a:extLst>
              </a:tr>
              <a:tr h="131995">
                <a:tc>
                  <a:txBody>
                    <a:bodyPr/>
                    <a:lstStyle/>
                    <a:p>
                      <a:pPr marL="0" marR="0" algn="ctr">
                        <a:spcBef>
                          <a:spcPts val="0"/>
                        </a:spcBef>
                        <a:spcAft>
                          <a:spcPts val="0"/>
                        </a:spcAft>
                      </a:pPr>
                      <a:r>
                        <a:rPr lang="en-US" sz="600" dirty="0">
                          <a:solidFill>
                            <a:schemeClr val="accent1"/>
                          </a:solidFill>
                          <a:effectLst/>
                        </a:rPr>
                        <a:t>24</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AP</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W2W- Payroll to GL Testing</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ERP.056</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322626952"/>
                  </a:ext>
                </a:extLst>
              </a:tr>
              <a:tr h="131995">
                <a:tc>
                  <a:txBody>
                    <a:bodyPr/>
                    <a:lstStyle/>
                    <a:p>
                      <a:pPr marL="0" marR="0" algn="ctr">
                        <a:spcBef>
                          <a:spcPts val="0"/>
                        </a:spcBef>
                        <a:spcAft>
                          <a:spcPts val="0"/>
                        </a:spcAft>
                      </a:pPr>
                      <a:r>
                        <a:rPr lang="en-US" sz="600" dirty="0">
                          <a:solidFill>
                            <a:schemeClr val="accent1"/>
                          </a:solidFill>
                          <a:effectLst/>
                        </a:rPr>
                        <a:t>25</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HR</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HCM-002.015_Rehire Verification</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HCM.002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3634632816"/>
                  </a:ext>
                </a:extLst>
              </a:tr>
              <a:tr h="131995">
                <a:tc>
                  <a:txBody>
                    <a:bodyPr/>
                    <a:lstStyle/>
                    <a:p>
                      <a:pPr marL="0" marR="0" algn="ctr">
                        <a:spcBef>
                          <a:spcPts val="0"/>
                        </a:spcBef>
                        <a:spcAft>
                          <a:spcPts val="0"/>
                        </a:spcAft>
                      </a:pPr>
                      <a:r>
                        <a:rPr lang="en-US" sz="600" dirty="0">
                          <a:solidFill>
                            <a:schemeClr val="accent1"/>
                          </a:solidFill>
                          <a:effectLst/>
                        </a:rPr>
                        <a:t>26</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HR</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HCM-002.016_Recruiter completes Rehire Verification task</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HCM.002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3860703560"/>
                  </a:ext>
                </a:extLst>
              </a:tr>
              <a:tr h="131995">
                <a:tc>
                  <a:txBody>
                    <a:bodyPr/>
                    <a:lstStyle/>
                    <a:p>
                      <a:pPr marL="0" marR="0" algn="ctr">
                        <a:spcBef>
                          <a:spcPts val="0"/>
                        </a:spcBef>
                        <a:spcAft>
                          <a:spcPts val="0"/>
                        </a:spcAft>
                      </a:pPr>
                      <a:r>
                        <a:rPr lang="en-US" sz="600" dirty="0">
                          <a:solidFill>
                            <a:schemeClr val="accent1"/>
                          </a:solidFill>
                          <a:effectLst/>
                        </a:rPr>
                        <a:t>27</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HR</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HCM-002.017_First feed to HCM</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HCM.002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380444672"/>
                  </a:ext>
                </a:extLst>
              </a:tr>
              <a:tr h="131995">
                <a:tc>
                  <a:txBody>
                    <a:bodyPr/>
                    <a:lstStyle/>
                    <a:p>
                      <a:pPr marL="0" marR="0" algn="ctr">
                        <a:spcBef>
                          <a:spcPts val="0"/>
                        </a:spcBef>
                        <a:spcAft>
                          <a:spcPts val="0"/>
                        </a:spcAft>
                      </a:pPr>
                      <a:r>
                        <a:rPr lang="en-US" sz="600" dirty="0">
                          <a:solidFill>
                            <a:schemeClr val="accent1"/>
                          </a:solidFill>
                          <a:effectLst/>
                        </a:rPr>
                        <a:t>28</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HR</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HCM-002.020_Second feed to HCM</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Low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HCM.002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229361823"/>
                  </a:ext>
                </a:extLst>
              </a:tr>
              <a:tr h="131995">
                <a:tc>
                  <a:txBody>
                    <a:bodyPr/>
                    <a:lstStyle/>
                    <a:p>
                      <a:pPr marL="0" marR="0" algn="ctr">
                        <a:spcBef>
                          <a:spcPts val="0"/>
                        </a:spcBef>
                        <a:spcAft>
                          <a:spcPts val="0"/>
                        </a:spcAft>
                      </a:pPr>
                      <a:r>
                        <a:rPr lang="en-US" sz="600" dirty="0">
                          <a:solidFill>
                            <a:schemeClr val="accent1"/>
                          </a:solidFill>
                          <a:effectLst/>
                        </a:rPr>
                        <a:t>29</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HR</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HCM-002.005_Candidate searches for job</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Medium</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HCM.002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1029372574"/>
                  </a:ext>
                </a:extLst>
              </a:tr>
              <a:tr h="131995">
                <a:tc>
                  <a:txBody>
                    <a:bodyPr/>
                    <a:lstStyle/>
                    <a:p>
                      <a:pPr marL="0" marR="0" algn="ctr">
                        <a:spcBef>
                          <a:spcPts val="0"/>
                        </a:spcBef>
                        <a:spcAft>
                          <a:spcPts val="0"/>
                        </a:spcAft>
                      </a:pPr>
                      <a:r>
                        <a:rPr lang="en-US" sz="600" dirty="0">
                          <a:solidFill>
                            <a:schemeClr val="accent1"/>
                          </a:solidFill>
                          <a:effectLst/>
                        </a:rPr>
                        <a:t>30</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HR</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HCM-002.006_Recruiter views candidates</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Medium</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HCM.002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1922883757"/>
                  </a:ext>
                </a:extLst>
              </a:tr>
              <a:tr h="131995">
                <a:tc>
                  <a:txBody>
                    <a:bodyPr/>
                    <a:lstStyle/>
                    <a:p>
                      <a:pPr marL="0" marR="0" algn="ctr">
                        <a:spcBef>
                          <a:spcPts val="0"/>
                        </a:spcBef>
                        <a:spcAft>
                          <a:spcPts val="0"/>
                        </a:spcAft>
                      </a:pPr>
                      <a:r>
                        <a:rPr lang="en-US" sz="600" dirty="0">
                          <a:solidFill>
                            <a:schemeClr val="accent1"/>
                          </a:solidFill>
                          <a:effectLst/>
                        </a:rPr>
                        <a:t>31</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HR</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HCM-002.007_Recruiter moves candidate through CSW</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Medium</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tc>
                  <a:txBody>
                    <a:bodyPr/>
                    <a:lstStyle/>
                    <a:p>
                      <a:pPr marL="0" marR="0">
                        <a:spcBef>
                          <a:spcPts val="0"/>
                        </a:spcBef>
                        <a:spcAft>
                          <a:spcPts val="0"/>
                        </a:spcAft>
                      </a:pPr>
                      <a:r>
                        <a:rPr lang="en-US" sz="600" dirty="0">
                          <a:solidFill>
                            <a:schemeClr val="accent1"/>
                          </a:solidFill>
                          <a:effectLst/>
                        </a:rPr>
                        <a:t>HCM.002</a:t>
                      </a:r>
                      <a:endParaRPr lang="en-US" sz="8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48654" marR="48654" marT="0" marB="0" anchor="ctr"/>
                </a:tc>
                <a:extLst>
                  <a:ext uri="{0D108BD9-81ED-4DB2-BD59-A6C34878D82A}">
                    <a16:rowId xmlns:a16="http://schemas.microsoft.com/office/drawing/2014/main" val="2709258179"/>
                  </a:ext>
                </a:extLst>
              </a:tr>
            </a:tbl>
          </a:graphicData>
        </a:graphic>
      </p:graphicFrame>
      <p:graphicFrame>
        <p:nvGraphicFramePr>
          <p:cNvPr id="4" name="Table 3">
            <a:extLst>
              <a:ext uri="{FF2B5EF4-FFF2-40B4-BE49-F238E27FC236}">
                <a16:creationId xmlns:a16="http://schemas.microsoft.com/office/drawing/2014/main" id="{14082DAC-189D-4779-8F7A-A370EAB4C567}"/>
              </a:ext>
            </a:extLst>
          </p:cNvPr>
          <p:cNvGraphicFramePr>
            <a:graphicFrameLocks noGrp="1"/>
          </p:cNvGraphicFramePr>
          <p:nvPr>
            <p:extLst>
              <p:ext uri="{D42A27DB-BD31-4B8C-83A1-F6EECF244321}">
                <p14:modId xmlns:p14="http://schemas.microsoft.com/office/powerpoint/2010/main" val="33029739"/>
              </p:ext>
            </p:extLst>
          </p:nvPr>
        </p:nvGraphicFramePr>
        <p:xfrm>
          <a:off x="5933142" y="1277444"/>
          <a:ext cx="5322462" cy="4722356"/>
        </p:xfrm>
        <a:graphic>
          <a:graphicData uri="http://schemas.openxmlformats.org/drawingml/2006/table">
            <a:tbl>
              <a:tblPr firstRow="1" firstCol="1" bandRow="1">
                <a:tableStyleId>{5C22544A-7EE6-4342-B048-85BDC9FD1C3A}</a:tableStyleId>
              </a:tblPr>
              <a:tblGrid>
                <a:gridCol w="381184">
                  <a:extLst>
                    <a:ext uri="{9D8B030D-6E8A-4147-A177-3AD203B41FA5}">
                      <a16:colId xmlns:a16="http://schemas.microsoft.com/office/drawing/2014/main" val="2728202223"/>
                    </a:ext>
                  </a:extLst>
                </a:gridCol>
                <a:gridCol w="497423">
                  <a:extLst>
                    <a:ext uri="{9D8B030D-6E8A-4147-A177-3AD203B41FA5}">
                      <a16:colId xmlns:a16="http://schemas.microsoft.com/office/drawing/2014/main" val="3870916787"/>
                    </a:ext>
                  </a:extLst>
                </a:gridCol>
                <a:gridCol w="3554425">
                  <a:extLst>
                    <a:ext uri="{9D8B030D-6E8A-4147-A177-3AD203B41FA5}">
                      <a16:colId xmlns:a16="http://schemas.microsoft.com/office/drawing/2014/main" val="739904554"/>
                    </a:ext>
                  </a:extLst>
                </a:gridCol>
                <a:gridCol w="490363">
                  <a:extLst>
                    <a:ext uri="{9D8B030D-6E8A-4147-A177-3AD203B41FA5}">
                      <a16:colId xmlns:a16="http://schemas.microsoft.com/office/drawing/2014/main" val="4030292520"/>
                    </a:ext>
                  </a:extLst>
                </a:gridCol>
                <a:gridCol w="399067">
                  <a:extLst>
                    <a:ext uri="{9D8B030D-6E8A-4147-A177-3AD203B41FA5}">
                      <a16:colId xmlns:a16="http://schemas.microsoft.com/office/drawing/2014/main" val="876297162"/>
                    </a:ext>
                  </a:extLst>
                </a:gridCol>
              </a:tblGrid>
              <a:tr h="106574">
                <a:tc>
                  <a:txBody>
                    <a:bodyPr/>
                    <a:lstStyle/>
                    <a:p>
                      <a:pPr marL="0" marR="0" algn="ctr">
                        <a:spcBef>
                          <a:spcPts val="0"/>
                        </a:spcBef>
                        <a:spcAft>
                          <a:spcPts val="0"/>
                        </a:spcAft>
                      </a:pPr>
                      <a:r>
                        <a:rPr lang="en-US" sz="400" dirty="0">
                          <a:solidFill>
                            <a:schemeClr val="accent1"/>
                          </a:solidFill>
                          <a:effectLst/>
                        </a:rPr>
                        <a:t>32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HCM-002.008_Recruiter creates offer and requests approval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208355218"/>
                  </a:ext>
                </a:extLst>
              </a:tr>
              <a:tr h="106574">
                <a:tc>
                  <a:txBody>
                    <a:bodyPr/>
                    <a:lstStyle/>
                    <a:p>
                      <a:pPr marL="0" marR="0" algn="ctr">
                        <a:spcBef>
                          <a:spcPts val="0"/>
                        </a:spcBef>
                        <a:spcAft>
                          <a:spcPts val="0"/>
                        </a:spcAft>
                      </a:pPr>
                      <a:r>
                        <a:rPr lang="en-US" sz="400" dirty="0">
                          <a:solidFill>
                            <a:schemeClr val="accent1"/>
                          </a:solidFill>
                          <a:effectLst/>
                        </a:rPr>
                        <a:t>33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HCM-002.009_Hiring Manager reviews and approves offer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420668598"/>
                  </a:ext>
                </a:extLst>
              </a:tr>
              <a:tr h="106574">
                <a:tc>
                  <a:txBody>
                    <a:bodyPr/>
                    <a:lstStyle/>
                    <a:p>
                      <a:pPr marL="0" marR="0" algn="ctr">
                        <a:spcBef>
                          <a:spcPts val="0"/>
                        </a:spcBef>
                        <a:spcAft>
                          <a:spcPts val="0"/>
                        </a:spcAft>
                      </a:pPr>
                      <a:r>
                        <a:rPr lang="en-US" sz="400" dirty="0">
                          <a:solidFill>
                            <a:schemeClr val="accent1"/>
                          </a:solidFill>
                          <a:effectLst/>
                        </a:rPr>
                        <a:t>34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HCM-002.010_Recruiter extends e-offer to Candidate</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119548110"/>
                  </a:ext>
                </a:extLst>
              </a:tr>
              <a:tr h="106574">
                <a:tc>
                  <a:txBody>
                    <a:bodyPr/>
                    <a:lstStyle/>
                    <a:p>
                      <a:pPr marL="0" marR="0" algn="ctr">
                        <a:spcBef>
                          <a:spcPts val="0"/>
                        </a:spcBef>
                        <a:spcAft>
                          <a:spcPts val="0"/>
                        </a:spcAft>
                      </a:pPr>
                      <a:r>
                        <a:rPr lang="en-US" sz="400" dirty="0">
                          <a:solidFill>
                            <a:schemeClr val="accent1"/>
                          </a:solidFill>
                          <a:effectLst/>
                        </a:rPr>
                        <a:t>35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HCM-002.011_Candidate accepts e-offer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290719031"/>
                  </a:ext>
                </a:extLst>
              </a:tr>
              <a:tr h="106574">
                <a:tc>
                  <a:txBody>
                    <a:bodyPr/>
                    <a:lstStyle/>
                    <a:p>
                      <a:pPr marL="0" marR="0" algn="ctr">
                        <a:spcBef>
                          <a:spcPts val="0"/>
                        </a:spcBef>
                        <a:spcAft>
                          <a:spcPts val="0"/>
                        </a:spcAft>
                      </a:pPr>
                      <a:r>
                        <a:rPr lang="en-US" sz="400" dirty="0">
                          <a:solidFill>
                            <a:schemeClr val="accent1"/>
                          </a:solidFill>
                          <a:effectLst/>
                        </a:rPr>
                        <a:t>36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HCM-002.012_Recruiter Requisition Owner receives email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876978422"/>
                  </a:ext>
                </a:extLst>
              </a:tr>
              <a:tr h="106574">
                <a:tc>
                  <a:txBody>
                    <a:bodyPr/>
                    <a:lstStyle/>
                    <a:p>
                      <a:pPr marL="0" marR="0" algn="ctr">
                        <a:spcBef>
                          <a:spcPts val="0"/>
                        </a:spcBef>
                        <a:spcAft>
                          <a:spcPts val="0"/>
                        </a:spcAft>
                      </a:pPr>
                      <a:r>
                        <a:rPr lang="en-US" sz="400" dirty="0">
                          <a:solidFill>
                            <a:schemeClr val="accent1"/>
                          </a:solidFill>
                          <a:effectLst/>
                        </a:rPr>
                        <a:t>37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HCM-002.013_Candidate completes Personal Information form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89478935"/>
                  </a:ext>
                </a:extLst>
              </a:tr>
              <a:tr h="106574">
                <a:tc>
                  <a:txBody>
                    <a:bodyPr/>
                    <a:lstStyle/>
                    <a:p>
                      <a:pPr marL="0" marR="0" algn="ctr">
                        <a:spcBef>
                          <a:spcPts val="0"/>
                        </a:spcBef>
                        <a:spcAft>
                          <a:spcPts val="0"/>
                        </a:spcAft>
                      </a:pPr>
                      <a:r>
                        <a:rPr lang="en-US" sz="400" dirty="0">
                          <a:solidFill>
                            <a:schemeClr val="accent1"/>
                          </a:solidFill>
                          <a:effectLst/>
                        </a:rPr>
                        <a:t>38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HCM-002.014_Candidate completes remaining onboarding forms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898849510"/>
                  </a:ext>
                </a:extLst>
              </a:tr>
              <a:tr h="106574">
                <a:tc>
                  <a:txBody>
                    <a:bodyPr/>
                    <a:lstStyle/>
                    <a:p>
                      <a:pPr marL="0" marR="0" algn="ctr">
                        <a:spcBef>
                          <a:spcPts val="0"/>
                        </a:spcBef>
                        <a:spcAft>
                          <a:spcPts val="0"/>
                        </a:spcAft>
                      </a:pPr>
                      <a:r>
                        <a:rPr lang="en-US" sz="400" dirty="0">
                          <a:solidFill>
                            <a:schemeClr val="accent1"/>
                          </a:solidFill>
                          <a:effectLst/>
                        </a:rPr>
                        <a:t>39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HCM-002.018_Employee number will be updated in Taleo</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083637730"/>
                  </a:ext>
                </a:extLst>
              </a:tr>
              <a:tr h="106574">
                <a:tc>
                  <a:txBody>
                    <a:bodyPr/>
                    <a:lstStyle/>
                    <a:p>
                      <a:pPr marL="0" marR="0" algn="ctr">
                        <a:spcBef>
                          <a:spcPts val="0"/>
                        </a:spcBef>
                        <a:spcAft>
                          <a:spcPts val="0"/>
                        </a:spcAft>
                      </a:pPr>
                      <a:r>
                        <a:rPr lang="en-US" sz="400" dirty="0">
                          <a:solidFill>
                            <a:schemeClr val="accent1"/>
                          </a:solidFill>
                          <a:effectLst/>
                        </a:rPr>
                        <a:t>40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HCM-002.019_HR Assistant receives New Hire Transitions Checklist correspondence</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989331534"/>
                  </a:ext>
                </a:extLst>
              </a:tr>
              <a:tr h="106574">
                <a:tc>
                  <a:txBody>
                    <a:bodyPr/>
                    <a:lstStyle/>
                    <a:p>
                      <a:pPr marL="0" marR="0" algn="ctr">
                        <a:spcBef>
                          <a:spcPts val="0"/>
                        </a:spcBef>
                        <a:spcAft>
                          <a:spcPts val="0"/>
                        </a:spcAft>
                      </a:pPr>
                      <a:r>
                        <a:rPr lang="en-US" sz="400" dirty="0">
                          <a:solidFill>
                            <a:schemeClr val="accent1"/>
                          </a:solidFill>
                          <a:effectLst/>
                        </a:rPr>
                        <a:t>41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HCM-002.021_Update status to Hire-To be Hired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483196740"/>
                  </a:ext>
                </a:extLst>
              </a:tr>
              <a:tr h="106574">
                <a:tc>
                  <a:txBody>
                    <a:bodyPr/>
                    <a:lstStyle/>
                    <a:p>
                      <a:pPr marL="0" marR="0" algn="ctr">
                        <a:spcBef>
                          <a:spcPts val="0"/>
                        </a:spcBef>
                        <a:spcAft>
                          <a:spcPts val="0"/>
                        </a:spcAft>
                      </a:pPr>
                      <a:r>
                        <a:rPr lang="en-US" sz="400" dirty="0">
                          <a:solidFill>
                            <a:schemeClr val="accent1"/>
                          </a:solidFill>
                          <a:effectLst/>
                        </a:rPr>
                        <a:t>42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HCM-002.022_Candidate is marked as internal candidate</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685259938"/>
                  </a:ext>
                </a:extLst>
              </a:tr>
              <a:tr h="106574">
                <a:tc>
                  <a:txBody>
                    <a:bodyPr/>
                    <a:lstStyle/>
                    <a:p>
                      <a:pPr marL="0" marR="0" algn="ctr">
                        <a:spcBef>
                          <a:spcPts val="0"/>
                        </a:spcBef>
                        <a:spcAft>
                          <a:spcPts val="0"/>
                        </a:spcAft>
                      </a:pPr>
                      <a:r>
                        <a:rPr lang="en-US" sz="400" dirty="0">
                          <a:solidFill>
                            <a:schemeClr val="accent1"/>
                          </a:solidFill>
                          <a:effectLst/>
                        </a:rPr>
                        <a:t>43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HCM-002.023_System marks the candidate as Hire-Hired after 7 days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826782222"/>
                  </a:ext>
                </a:extLst>
              </a:tr>
              <a:tr h="139674">
                <a:tc>
                  <a:txBody>
                    <a:bodyPr/>
                    <a:lstStyle/>
                    <a:p>
                      <a:pPr marL="0" marR="0" algn="ctr">
                        <a:spcBef>
                          <a:spcPts val="0"/>
                        </a:spcBef>
                        <a:spcAft>
                          <a:spcPts val="0"/>
                        </a:spcAft>
                      </a:pPr>
                      <a:r>
                        <a:rPr lang="en-US" sz="400" dirty="0">
                          <a:solidFill>
                            <a:schemeClr val="accent1"/>
                          </a:solidFill>
                          <a:effectLst/>
                        </a:rPr>
                        <a:t>44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HCM-002.024_HR Specialist - Validate information for Newly Hired Employees and update as required (Cancel Hire; Visa; Assign Direct Reports)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582602997"/>
                  </a:ext>
                </a:extLst>
              </a:tr>
              <a:tr h="106574">
                <a:tc>
                  <a:txBody>
                    <a:bodyPr/>
                    <a:lstStyle/>
                    <a:p>
                      <a:pPr marL="0" marR="0" algn="ctr">
                        <a:spcBef>
                          <a:spcPts val="0"/>
                        </a:spcBef>
                        <a:spcAft>
                          <a:spcPts val="0"/>
                        </a:spcAft>
                      </a:pPr>
                      <a:r>
                        <a:rPr lang="en-US" sz="400" dirty="0">
                          <a:solidFill>
                            <a:schemeClr val="accent1"/>
                          </a:solidFill>
                          <a:effectLst/>
                        </a:rPr>
                        <a:t>45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HCM-002.047_Payroll Team runs first Pay Check</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123032124"/>
                  </a:ext>
                </a:extLst>
              </a:tr>
              <a:tr h="106574">
                <a:tc>
                  <a:txBody>
                    <a:bodyPr/>
                    <a:lstStyle/>
                    <a:p>
                      <a:pPr marL="0" marR="0" algn="ctr">
                        <a:spcBef>
                          <a:spcPts val="0"/>
                        </a:spcBef>
                        <a:spcAft>
                          <a:spcPts val="0"/>
                        </a:spcAft>
                      </a:pPr>
                      <a:r>
                        <a:rPr lang="en-US" sz="400" dirty="0">
                          <a:solidFill>
                            <a:schemeClr val="accent1"/>
                          </a:solidFill>
                          <a:effectLst/>
                        </a:rPr>
                        <a:t>46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HCM-002.048_View Pay Slip</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797702703"/>
                  </a:ext>
                </a:extLst>
              </a:tr>
              <a:tr h="106574">
                <a:tc>
                  <a:txBody>
                    <a:bodyPr/>
                    <a:lstStyle/>
                    <a:p>
                      <a:pPr marL="0" marR="0" algn="ctr">
                        <a:spcBef>
                          <a:spcPts val="0"/>
                        </a:spcBef>
                        <a:spcAft>
                          <a:spcPts val="0"/>
                        </a:spcAft>
                      </a:pPr>
                      <a:r>
                        <a:rPr lang="en-US" sz="400" dirty="0">
                          <a:solidFill>
                            <a:schemeClr val="accent1"/>
                          </a:solidFill>
                          <a:effectLst/>
                        </a:rPr>
                        <a:t>47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HCM-002.001_Hiring Manager creates Hourly Requisition</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062859161"/>
                  </a:ext>
                </a:extLst>
              </a:tr>
              <a:tr h="106574">
                <a:tc>
                  <a:txBody>
                    <a:bodyPr/>
                    <a:lstStyle/>
                    <a:p>
                      <a:pPr marL="0" marR="0" algn="ctr">
                        <a:spcBef>
                          <a:spcPts val="0"/>
                        </a:spcBef>
                        <a:spcAft>
                          <a:spcPts val="0"/>
                        </a:spcAft>
                      </a:pPr>
                      <a:r>
                        <a:rPr lang="en-US" sz="400" dirty="0">
                          <a:solidFill>
                            <a:schemeClr val="accent1"/>
                          </a:solidFill>
                          <a:effectLst/>
                        </a:rPr>
                        <a:t>48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HCM-002.002_Recruiter reviews, updates, and approves requisition</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085205326"/>
                  </a:ext>
                </a:extLst>
              </a:tr>
              <a:tr h="106574">
                <a:tc>
                  <a:txBody>
                    <a:bodyPr/>
                    <a:lstStyle/>
                    <a:p>
                      <a:pPr marL="0" marR="0" algn="ctr">
                        <a:spcBef>
                          <a:spcPts val="0"/>
                        </a:spcBef>
                        <a:spcAft>
                          <a:spcPts val="0"/>
                        </a:spcAft>
                      </a:pPr>
                      <a:r>
                        <a:rPr lang="en-US" sz="400" dirty="0">
                          <a:solidFill>
                            <a:schemeClr val="accent1"/>
                          </a:solidFill>
                          <a:effectLst/>
                        </a:rPr>
                        <a:t>49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HCM-002.003_Recruiter posts requisition</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144770788"/>
                  </a:ext>
                </a:extLst>
              </a:tr>
              <a:tr h="106574">
                <a:tc>
                  <a:txBody>
                    <a:bodyPr/>
                    <a:lstStyle/>
                    <a:p>
                      <a:pPr marL="0" marR="0" algn="ctr">
                        <a:spcBef>
                          <a:spcPts val="0"/>
                        </a:spcBef>
                        <a:spcAft>
                          <a:spcPts val="0"/>
                        </a:spcAft>
                      </a:pPr>
                      <a:r>
                        <a:rPr lang="en-US" sz="400" dirty="0">
                          <a:solidFill>
                            <a:schemeClr val="accent1"/>
                          </a:solidFill>
                          <a:effectLst/>
                        </a:rPr>
                        <a:t>50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HCM-003.010_System marks the candidate as Hire-Hired after 7 days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4181018575"/>
                  </a:ext>
                </a:extLst>
              </a:tr>
              <a:tr h="106574">
                <a:tc>
                  <a:txBody>
                    <a:bodyPr/>
                    <a:lstStyle/>
                    <a:p>
                      <a:pPr marL="0" marR="0" algn="ctr">
                        <a:spcBef>
                          <a:spcPts val="0"/>
                        </a:spcBef>
                        <a:spcAft>
                          <a:spcPts val="0"/>
                        </a:spcAft>
                      </a:pPr>
                      <a:r>
                        <a:rPr lang="en-US" sz="400" dirty="0">
                          <a:solidFill>
                            <a:schemeClr val="accent1"/>
                          </a:solidFill>
                          <a:effectLst/>
                        </a:rPr>
                        <a:t>51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HCM-003.001_Recruiter is notified of promotion</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15114680"/>
                  </a:ext>
                </a:extLst>
              </a:tr>
              <a:tr h="106574">
                <a:tc>
                  <a:txBody>
                    <a:bodyPr/>
                    <a:lstStyle/>
                    <a:p>
                      <a:pPr marL="0" marR="0" algn="ctr">
                        <a:spcBef>
                          <a:spcPts val="0"/>
                        </a:spcBef>
                        <a:spcAft>
                          <a:spcPts val="0"/>
                        </a:spcAft>
                      </a:pPr>
                      <a:r>
                        <a:rPr lang="en-US" sz="400" dirty="0">
                          <a:solidFill>
                            <a:schemeClr val="accent1"/>
                          </a:solidFill>
                          <a:effectLst/>
                        </a:rPr>
                        <a:t>52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HCM-003.002_Recruiter moves candidate through CSW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247781600"/>
                  </a:ext>
                </a:extLst>
              </a:tr>
              <a:tr h="106574">
                <a:tc>
                  <a:txBody>
                    <a:bodyPr/>
                    <a:lstStyle/>
                    <a:p>
                      <a:pPr marL="0" marR="0" algn="ctr">
                        <a:spcBef>
                          <a:spcPts val="0"/>
                        </a:spcBef>
                        <a:spcAft>
                          <a:spcPts val="0"/>
                        </a:spcAft>
                      </a:pPr>
                      <a:r>
                        <a:rPr lang="en-US" sz="400" dirty="0">
                          <a:solidFill>
                            <a:schemeClr val="accent1"/>
                          </a:solidFill>
                          <a:effectLst/>
                        </a:rPr>
                        <a:t>53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HCM-003.003_Recruiter creates offer and requests approval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4089502719"/>
                  </a:ext>
                </a:extLst>
              </a:tr>
              <a:tr h="106574">
                <a:tc>
                  <a:txBody>
                    <a:bodyPr/>
                    <a:lstStyle/>
                    <a:p>
                      <a:pPr marL="0" marR="0" algn="ctr">
                        <a:spcBef>
                          <a:spcPts val="0"/>
                        </a:spcBef>
                        <a:spcAft>
                          <a:spcPts val="0"/>
                        </a:spcAft>
                      </a:pPr>
                      <a:r>
                        <a:rPr lang="en-US" sz="400" dirty="0">
                          <a:solidFill>
                            <a:schemeClr val="accent1"/>
                          </a:solidFill>
                          <a:effectLst/>
                        </a:rPr>
                        <a:t>54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HCM-003.004_Hiring Manager approves offer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079366919"/>
                  </a:ext>
                </a:extLst>
              </a:tr>
              <a:tr h="106574">
                <a:tc>
                  <a:txBody>
                    <a:bodyPr/>
                    <a:lstStyle/>
                    <a:p>
                      <a:pPr marL="0" marR="0" algn="ctr">
                        <a:spcBef>
                          <a:spcPts val="0"/>
                        </a:spcBef>
                        <a:spcAft>
                          <a:spcPts val="0"/>
                        </a:spcAft>
                      </a:pPr>
                      <a:r>
                        <a:rPr lang="en-US" sz="400" dirty="0">
                          <a:solidFill>
                            <a:schemeClr val="accent1"/>
                          </a:solidFill>
                          <a:effectLst/>
                        </a:rPr>
                        <a:t>55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HCM-003.005_Recruiter extends e-offer to Candidate</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760664041"/>
                  </a:ext>
                </a:extLst>
              </a:tr>
              <a:tr h="106574">
                <a:tc>
                  <a:txBody>
                    <a:bodyPr/>
                    <a:lstStyle/>
                    <a:p>
                      <a:pPr marL="0" marR="0" algn="ctr">
                        <a:spcBef>
                          <a:spcPts val="0"/>
                        </a:spcBef>
                        <a:spcAft>
                          <a:spcPts val="0"/>
                        </a:spcAft>
                      </a:pPr>
                      <a:r>
                        <a:rPr lang="en-US" sz="400" dirty="0">
                          <a:solidFill>
                            <a:schemeClr val="accent1"/>
                          </a:solidFill>
                          <a:effectLst/>
                        </a:rPr>
                        <a:t>56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HCM-003.006_Candidate accepts e-offer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569259940"/>
                  </a:ext>
                </a:extLst>
              </a:tr>
              <a:tr h="106574">
                <a:tc>
                  <a:txBody>
                    <a:bodyPr/>
                    <a:lstStyle/>
                    <a:p>
                      <a:pPr marL="0" marR="0" algn="ctr">
                        <a:spcBef>
                          <a:spcPts val="0"/>
                        </a:spcBef>
                        <a:spcAft>
                          <a:spcPts val="0"/>
                        </a:spcAft>
                      </a:pPr>
                      <a:r>
                        <a:rPr lang="en-US" sz="400" dirty="0">
                          <a:solidFill>
                            <a:schemeClr val="accent1"/>
                          </a:solidFill>
                          <a:effectLst/>
                        </a:rPr>
                        <a:t>57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HCM-003.007_Recruiter Requisition Owner receives email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545218017"/>
                  </a:ext>
                </a:extLst>
              </a:tr>
              <a:tr h="106574">
                <a:tc>
                  <a:txBody>
                    <a:bodyPr/>
                    <a:lstStyle/>
                    <a:p>
                      <a:pPr marL="0" marR="0" algn="ctr">
                        <a:spcBef>
                          <a:spcPts val="0"/>
                        </a:spcBef>
                        <a:spcAft>
                          <a:spcPts val="0"/>
                        </a:spcAft>
                      </a:pPr>
                      <a:r>
                        <a:rPr lang="en-US" sz="400" dirty="0">
                          <a:solidFill>
                            <a:schemeClr val="accent1"/>
                          </a:solidFill>
                          <a:effectLst/>
                        </a:rPr>
                        <a:t>58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HCM-003.008_Update status to Hire- To be Hired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328629104"/>
                  </a:ext>
                </a:extLst>
              </a:tr>
              <a:tr h="106574">
                <a:tc>
                  <a:txBody>
                    <a:bodyPr/>
                    <a:lstStyle/>
                    <a:p>
                      <a:pPr marL="0" marR="0" algn="ctr">
                        <a:spcBef>
                          <a:spcPts val="0"/>
                        </a:spcBef>
                        <a:spcAft>
                          <a:spcPts val="0"/>
                        </a:spcAft>
                      </a:pPr>
                      <a:r>
                        <a:rPr lang="en-US" sz="400" dirty="0">
                          <a:solidFill>
                            <a:schemeClr val="accent1"/>
                          </a:solidFill>
                          <a:effectLst/>
                        </a:rPr>
                        <a:t>59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HCM-003.009_Internal Candidate feed to HCM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328697662"/>
                  </a:ext>
                </a:extLst>
              </a:tr>
              <a:tr h="106574">
                <a:tc>
                  <a:txBody>
                    <a:bodyPr/>
                    <a:lstStyle/>
                    <a:p>
                      <a:pPr marL="0" marR="0" algn="ctr">
                        <a:spcBef>
                          <a:spcPts val="0"/>
                        </a:spcBef>
                        <a:spcAft>
                          <a:spcPts val="0"/>
                        </a:spcAft>
                      </a:pPr>
                      <a:r>
                        <a:rPr lang="en-US" sz="400" dirty="0">
                          <a:solidFill>
                            <a:schemeClr val="accent1"/>
                          </a:solidFill>
                          <a:effectLst/>
                        </a:rPr>
                        <a:t>60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HCM-003.011_ESS - Validate details of Promotion</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920356605"/>
                  </a:ext>
                </a:extLst>
              </a:tr>
              <a:tr h="106574">
                <a:tc>
                  <a:txBody>
                    <a:bodyPr/>
                    <a:lstStyle/>
                    <a:p>
                      <a:pPr marL="0" marR="0" algn="ctr">
                        <a:spcBef>
                          <a:spcPts val="0"/>
                        </a:spcBef>
                        <a:spcAft>
                          <a:spcPts val="0"/>
                        </a:spcAft>
                      </a:pPr>
                      <a:r>
                        <a:rPr lang="en-US" sz="400" dirty="0">
                          <a:solidFill>
                            <a:schemeClr val="accent1"/>
                          </a:solidFill>
                          <a:effectLst/>
                        </a:rPr>
                        <a:t>61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HCM-003.012_MSS - Validate details of Promoted Employee</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490990751"/>
                  </a:ext>
                </a:extLst>
              </a:tr>
              <a:tr h="106574">
                <a:tc>
                  <a:txBody>
                    <a:bodyPr/>
                    <a:lstStyle/>
                    <a:p>
                      <a:pPr marL="0" marR="0" algn="ctr">
                        <a:spcBef>
                          <a:spcPts val="0"/>
                        </a:spcBef>
                        <a:spcAft>
                          <a:spcPts val="0"/>
                        </a:spcAft>
                      </a:pPr>
                      <a:r>
                        <a:rPr lang="en-US" sz="400" dirty="0">
                          <a:solidFill>
                            <a:schemeClr val="accent1"/>
                          </a:solidFill>
                          <a:effectLst/>
                        </a:rPr>
                        <a:t>62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HCM-009.014_First feed to HCM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415596289"/>
                  </a:ext>
                </a:extLst>
              </a:tr>
              <a:tr h="106574">
                <a:tc>
                  <a:txBody>
                    <a:bodyPr/>
                    <a:lstStyle/>
                    <a:p>
                      <a:pPr marL="0" marR="0" algn="ctr">
                        <a:spcBef>
                          <a:spcPts val="0"/>
                        </a:spcBef>
                        <a:spcAft>
                          <a:spcPts val="0"/>
                        </a:spcAft>
                      </a:pPr>
                      <a:r>
                        <a:rPr lang="en-US" sz="400" dirty="0">
                          <a:solidFill>
                            <a:schemeClr val="accent1"/>
                          </a:solidFill>
                          <a:effectLst/>
                        </a:rPr>
                        <a:t>63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HCM-009.015_Employee number will be updated in Taleo</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888655702"/>
                  </a:ext>
                </a:extLst>
              </a:tr>
              <a:tr h="106574">
                <a:tc>
                  <a:txBody>
                    <a:bodyPr/>
                    <a:lstStyle/>
                    <a:p>
                      <a:pPr marL="0" marR="0" algn="ctr">
                        <a:spcBef>
                          <a:spcPts val="0"/>
                        </a:spcBef>
                        <a:spcAft>
                          <a:spcPts val="0"/>
                        </a:spcAft>
                      </a:pPr>
                      <a:r>
                        <a:rPr lang="en-US" sz="400" dirty="0">
                          <a:solidFill>
                            <a:schemeClr val="accent1"/>
                          </a:solidFill>
                          <a:effectLst/>
                        </a:rPr>
                        <a:t>64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HCM-009.016_HR Assistant receives New Hire Transitions Checklist correspondence</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997681035"/>
                  </a:ext>
                </a:extLst>
              </a:tr>
              <a:tr h="106574">
                <a:tc>
                  <a:txBody>
                    <a:bodyPr/>
                    <a:lstStyle/>
                    <a:p>
                      <a:pPr marL="0" marR="0" algn="ctr">
                        <a:spcBef>
                          <a:spcPts val="0"/>
                        </a:spcBef>
                        <a:spcAft>
                          <a:spcPts val="0"/>
                        </a:spcAft>
                      </a:pPr>
                      <a:r>
                        <a:rPr lang="en-US" sz="400" dirty="0">
                          <a:solidFill>
                            <a:schemeClr val="accent1"/>
                          </a:solidFill>
                          <a:effectLst/>
                        </a:rPr>
                        <a:t>65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HCM-009.017_Second feed to HCM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467483551"/>
                  </a:ext>
                </a:extLst>
              </a:tr>
              <a:tr h="106574">
                <a:tc>
                  <a:txBody>
                    <a:bodyPr/>
                    <a:lstStyle/>
                    <a:p>
                      <a:pPr marL="0" marR="0" algn="ctr">
                        <a:spcBef>
                          <a:spcPts val="0"/>
                        </a:spcBef>
                        <a:spcAft>
                          <a:spcPts val="0"/>
                        </a:spcAft>
                      </a:pPr>
                      <a:r>
                        <a:rPr lang="en-US" sz="400" dirty="0">
                          <a:solidFill>
                            <a:schemeClr val="accent1"/>
                          </a:solidFill>
                          <a:effectLst/>
                        </a:rPr>
                        <a:t>66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HCM-009.018_Update status to Hire-To be Hired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194614258"/>
                  </a:ext>
                </a:extLst>
              </a:tr>
              <a:tr h="106574">
                <a:tc>
                  <a:txBody>
                    <a:bodyPr/>
                    <a:lstStyle/>
                    <a:p>
                      <a:pPr marL="0" marR="0" algn="ctr">
                        <a:spcBef>
                          <a:spcPts val="0"/>
                        </a:spcBef>
                        <a:spcAft>
                          <a:spcPts val="0"/>
                        </a:spcAft>
                      </a:pPr>
                      <a:r>
                        <a:rPr lang="en-US" sz="400" dirty="0">
                          <a:solidFill>
                            <a:schemeClr val="accent1"/>
                          </a:solidFill>
                          <a:effectLst/>
                        </a:rPr>
                        <a:t>67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HCM-009.019_System marks the candidate as Hire-Hired after 7 days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489177773"/>
                  </a:ext>
                </a:extLst>
              </a:tr>
              <a:tr h="106574">
                <a:tc>
                  <a:txBody>
                    <a:bodyPr/>
                    <a:lstStyle/>
                    <a:p>
                      <a:pPr marL="0" marR="0" algn="ctr">
                        <a:spcBef>
                          <a:spcPts val="0"/>
                        </a:spcBef>
                        <a:spcAft>
                          <a:spcPts val="0"/>
                        </a:spcAft>
                      </a:pPr>
                      <a:r>
                        <a:rPr lang="en-US" sz="400" dirty="0">
                          <a:solidFill>
                            <a:schemeClr val="accent1"/>
                          </a:solidFill>
                          <a:effectLst/>
                        </a:rPr>
                        <a:t>68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HCM-009.020_Validate that the employee has a Candidate ID in HCM that maps to Taleo</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821605400"/>
                  </a:ext>
                </a:extLst>
              </a:tr>
              <a:tr h="106574">
                <a:tc>
                  <a:txBody>
                    <a:bodyPr/>
                    <a:lstStyle/>
                    <a:p>
                      <a:pPr marL="0" marR="0" algn="ctr">
                        <a:spcBef>
                          <a:spcPts val="0"/>
                        </a:spcBef>
                        <a:spcAft>
                          <a:spcPts val="0"/>
                        </a:spcAft>
                      </a:pPr>
                      <a:r>
                        <a:rPr lang="en-US" sz="400" dirty="0">
                          <a:solidFill>
                            <a:schemeClr val="accent1"/>
                          </a:solidFill>
                          <a:effectLst/>
                        </a:rPr>
                        <a:t>69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HCM-009.021_System marks the candidate as Hire-Hired after 7 days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941445651"/>
                  </a:ext>
                </a:extLst>
              </a:tr>
              <a:tr h="106574">
                <a:tc>
                  <a:txBody>
                    <a:bodyPr/>
                    <a:lstStyle/>
                    <a:p>
                      <a:pPr marL="0" marR="0" algn="ctr">
                        <a:spcBef>
                          <a:spcPts val="0"/>
                        </a:spcBef>
                        <a:spcAft>
                          <a:spcPts val="0"/>
                        </a:spcAft>
                      </a:pPr>
                      <a:r>
                        <a:rPr lang="en-US" sz="400" dirty="0">
                          <a:solidFill>
                            <a:schemeClr val="accent1"/>
                          </a:solidFill>
                          <a:effectLst/>
                        </a:rPr>
                        <a:t>70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HCM-009.022_HR Specialist - Validate information for Newly Hired Employees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03001782"/>
                  </a:ext>
                </a:extLst>
              </a:tr>
              <a:tr h="106574">
                <a:tc>
                  <a:txBody>
                    <a:bodyPr/>
                    <a:lstStyle/>
                    <a:p>
                      <a:pPr marL="0" marR="0" algn="ctr">
                        <a:spcBef>
                          <a:spcPts val="0"/>
                        </a:spcBef>
                        <a:spcAft>
                          <a:spcPts val="0"/>
                        </a:spcAft>
                      </a:pPr>
                      <a:r>
                        <a:rPr lang="en-US" sz="400" dirty="0">
                          <a:solidFill>
                            <a:schemeClr val="accent1"/>
                          </a:solidFill>
                          <a:effectLst/>
                        </a:rPr>
                        <a:t>71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HCM-009.044_Payroll Team runs first Pay Check</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779149892"/>
                  </a:ext>
                </a:extLst>
              </a:tr>
              <a:tr h="106574">
                <a:tc>
                  <a:txBody>
                    <a:bodyPr/>
                    <a:lstStyle/>
                    <a:p>
                      <a:pPr marL="0" marR="0" algn="ctr">
                        <a:spcBef>
                          <a:spcPts val="0"/>
                        </a:spcBef>
                        <a:spcAft>
                          <a:spcPts val="0"/>
                        </a:spcAft>
                      </a:pPr>
                      <a:r>
                        <a:rPr lang="en-US" sz="400" dirty="0">
                          <a:solidFill>
                            <a:schemeClr val="accent1"/>
                          </a:solidFill>
                          <a:effectLst/>
                        </a:rPr>
                        <a:t>72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HCM-009.001_Hiring Manager creates Salaried Requisition</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974858689"/>
                  </a:ext>
                </a:extLst>
              </a:tr>
              <a:tr h="106574">
                <a:tc>
                  <a:txBody>
                    <a:bodyPr/>
                    <a:lstStyle/>
                    <a:p>
                      <a:pPr marL="0" marR="0" algn="ctr">
                        <a:spcBef>
                          <a:spcPts val="0"/>
                        </a:spcBef>
                        <a:spcAft>
                          <a:spcPts val="0"/>
                        </a:spcAft>
                      </a:pPr>
                      <a:r>
                        <a:rPr lang="en-US" sz="400" dirty="0">
                          <a:solidFill>
                            <a:schemeClr val="accent1"/>
                          </a:solidFill>
                          <a:effectLst/>
                        </a:rPr>
                        <a:t>73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HCM-009.002_Recruiter approves requisition</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323709660"/>
                  </a:ext>
                </a:extLst>
              </a:tr>
              <a:tr h="106574">
                <a:tc>
                  <a:txBody>
                    <a:bodyPr/>
                    <a:lstStyle/>
                    <a:p>
                      <a:pPr marL="0" marR="0" algn="ctr">
                        <a:spcBef>
                          <a:spcPts val="0"/>
                        </a:spcBef>
                        <a:spcAft>
                          <a:spcPts val="0"/>
                        </a:spcAft>
                      </a:pPr>
                      <a:r>
                        <a:rPr lang="en-US" sz="400" dirty="0">
                          <a:solidFill>
                            <a:schemeClr val="accent1"/>
                          </a:solidFill>
                          <a:effectLst/>
                        </a:rPr>
                        <a:t>74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HCM-009.003_Recruiter posts job to Career Portal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030249687"/>
                  </a:ext>
                </a:extLst>
              </a:tr>
              <a:tr h="106574">
                <a:tc>
                  <a:txBody>
                    <a:bodyPr/>
                    <a:lstStyle/>
                    <a:p>
                      <a:pPr marL="0" marR="0" algn="ctr">
                        <a:spcBef>
                          <a:spcPts val="0"/>
                        </a:spcBef>
                        <a:spcAft>
                          <a:spcPts val="0"/>
                        </a:spcAft>
                      </a:pPr>
                      <a:r>
                        <a:rPr lang="en-US" sz="400" dirty="0">
                          <a:solidFill>
                            <a:schemeClr val="accent1"/>
                          </a:solidFill>
                          <a:effectLst/>
                        </a:rPr>
                        <a:t>75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HCM-009.004_Open Requisition feed from Taleo to Symphony</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012230995"/>
                  </a:ext>
                </a:extLst>
              </a:tr>
            </a:tbl>
          </a:graphicData>
        </a:graphic>
      </p:graphicFrame>
    </p:spTree>
    <p:extLst>
      <p:ext uri="{BB962C8B-B14F-4D97-AF65-F5344CB8AC3E}">
        <p14:creationId xmlns:p14="http://schemas.microsoft.com/office/powerpoint/2010/main" val="3454994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itle 3"/>
          <p:cNvSpPr txBox="1">
            <a:spLocks/>
          </p:cNvSpPr>
          <p:nvPr/>
        </p:nvSpPr>
        <p:spPr>
          <a:xfrm>
            <a:off x="505725" y="247459"/>
            <a:ext cx="11071907" cy="1176550"/>
          </a:xfrm>
          <a:prstGeom prst="rect">
            <a:avLst/>
          </a:prstGeom>
        </p:spPr>
        <p:txBody>
          <a:bodyPr vert="horz" lIns="91440" tIns="45720" rIns="91440" bIns="45720" rtlCol="0" anchor="ctr">
            <a:noAutofit/>
          </a:bodyPr>
          <a:lstStyle>
            <a:lvl1pPr>
              <a:lnSpc>
                <a:spcPct val="90000"/>
              </a:lnSpc>
              <a:spcBef>
                <a:spcPct val="0"/>
              </a:spcBef>
              <a:buNone/>
              <a:defRPr sz="6000" cap="all" spc="50" baseline="0">
                <a:solidFill>
                  <a:schemeClr val="accent1"/>
                </a:solidFill>
                <a:latin typeface="+mj-lt"/>
                <a:ea typeface="+mj-ea"/>
                <a:cs typeface="+mj-cs"/>
              </a:defRPr>
            </a:lvl1pPr>
          </a:lstStyle>
          <a:p>
            <a:r>
              <a:rPr lang="en-US" cap="none" dirty="0"/>
              <a:t>Scenarios Listing</a:t>
            </a:r>
          </a:p>
        </p:txBody>
      </p:sp>
      <p:graphicFrame>
        <p:nvGraphicFramePr>
          <p:cNvPr id="3" name="Table 2">
            <a:extLst>
              <a:ext uri="{FF2B5EF4-FFF2-40B4-BE49-F238E27FC236}">
                <a16:creationId xmlns:a16="http://schemas.microsoft.com/office/drawing/2014/main" id="{332F897C-49F2-45D4-9C6B-D1ABDA3F7B5C}"/>
              </a:ext>
            </a:extLst>
          </p:cNvPr>
          <p:cNvGraphicFramePr>
            <a:graphicFrameLocks noGrp="1"/>
          </p:cNvGraphicFramePr>
          <p:nvPr>
            <p:extLst>
              <p:ext uri="{D42A27DB-BD31-4B8C-83A1-F6EECF244321}">
                <p14:modId xmlns:p14="http://schemas.microsoft.com/office/powerpoint/2010/main" val="3641155913"/>
              </p:ext>
            </p:extLst>
          </p:nvPr>
        </p:nvGraphicFramePr>
        <p:xfrm>
          <a:off x="638485" y="1283841"/>
          <a:ext cx="5356962" cy="5032122"/>
        </p:xfrm>
        <a:graphic>
          <a:graphicData uri="http://schemas.openxmlformats.org/drawingml/2006/table">
            <a:tbl>
              <a:tblPr firstRow="1" firstCol="1" bandRow="1">
                <a:tableStyleId>{5C22544A-7EE6-4342-B048-85BDC9FD1C3A}</a:tableStyleId>
              </a:tblPr>
              <a:tblGrid>
                <a:gridCol w="383656">
                  <a:extLst>
                    <a:ext uri="{9D8B030D-6E8A-4147-A177-3AD203B41FA5}">
                      <a16:colId xmlns:a16="http://schemas.microsoft.com/office/drawing/2014/main" val="280355501"/>
                    </a:ext>
                  </a:extLst>
                </a:gridCol>
                <a:gridCol w="500646">
                  <a:extLst>
                    <a:ext uri="{9D8B030D-6E8A-4147-A177-3AD203B41FA5}">
                      <a16:colId xmlns:a16="http://schemas.microsoft.com/office/drawing/2014/main" val="4068173798"/>
                    </a:ext>
                  </a:extLst>
                </a:gridCol>
                <a:gridCol w="3577465">
                  <a:extLst>
                    <a:ext uri="{9D8B030D-6E8A-4147-A177-3AD203B41FA5}">
                      <a16:colId xmlns:a16="http://schemas.microsoft.com/office/drawing/2014/main" val="3867717459"/>
                    </a:ext>
                  </a:extLst>
                </a:gridCol>
                <a:gridCol w="493541">
                  <a:extLst>
                    <a:ext uri="{9D8B030D-6E8A-4147-A177-3AD203B41FA5}">
                      <a16:colId xmlns:a16="http://schemas.microsoft.com/office/drawing/2014/main" val="2030380817"/>
                    </a:ext>
                  </a:extLst>
                </a:gridCol>
                <a:gridCol w="401654">
                  <a:extLst>
                    <a:ext uri="{9D8B030D-6E8A-4147-A177-3AD203B41FA5}">
                      <a16:colId xmlns:a16="http://schemas.microsoft.com/office/drawing/2014/main" val="1681457655"/>
                    </a:ext>
                  </a:extLst>
                </a:gridCol>
              </a:tblGrid>
              <a:tr h="116255">
                <a:tc>
                  <a:txBody>
                    <a:bodyPr/>
                    <a:lstStyle/>
                    <a:p>
                      <a:pPr marL="0" marR="0" algn="ctr">
                        <a:spcBef>
                          <a:spcPts val="0"/>
                        </a:spcBef>
                        <a:spcAft>
                          <a:spcPts val="0"/>
                        </a:spcAft>
                      </a:pPr>
                      <a:r>
                        <a:rPr lang="en-US" sz="400" dirty="0">
                          <a:solidFill>
                            <a:schemeClr val="accent1"/>
                          </a:solidFill>
                          <a:effectLst/>
                        </a:rPr>
                        <a:t>76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HCM-009.005_Candidate searches and applies for job</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1228723933"/>
                  </a:ext>
                </a:extLst>
              </a:tr>
              <a:tr h="116255">
                <a:tc>
                  <a:txBody>
                    <a:bodyPr/>
                    <a:lstStyle/>
                    <a:p>
                      <a:pPr marL="0" marR="0" algn="ctr">
                        <a:spcBef>
                          <a:spcPts val="0"/>
                        </a:spcBef>
                        <a:spcAft>
                          <a:spcPts val="0"/>
                        </a:spcAft>
                      </a:pPr>
                      <a:r>
                        <a:rPr lang="en-US" sz="400" dirty="0">
                          <a:solidFill>
                            <a:schemeClr val="accent1"/>
                          </a:solidFill>
                          <a:effectLst/>
                        </a:rPr>
                        <a:t>77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HCM-009.006_Recruiter views candidates that have applied for job on requisition</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1824612593"/>
                  </a:ext>
                </a:extLst>
              </a:tr>
              <a:tr h="116255">
                <a:tc>
                  <a:txBody>
                    <a:bodyPr/>
                    <a:lstStyle/>
                    <a:p>
                      <a:pPr marL="0" marR="0" algn="ctr">
                        <a:spcBef>
                          <a:spcPts val="0"/>
                        </a:spcBef>
                        <a:spcAft>
                          <a:spcPts val="0"/>
                        </a:spcAft>
                      </a:pPr>
                      <a:r>
                        <a:rPr lang="en-US" sz="400" dirty="0">
                          <a:solidFill>
                            <a:schemeClr val="accent1"/>
                          </a:solidFill>
                          <a:effectLst/>
                        </a:rPr>
                        <a:t>78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HCM-009.007_Recruiter moves candidate through CSW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695346370"/>
                  </a:ext>
                </a:extLst>
              </a:tr>
              <a:tr h="116255">
                <a:tc>
                  <a:txBody>
                    <a:bodyPr/>
                    <a:lstStyle/>
                    <a:p>
                      <a:pPr marL="0" marR="0" algn="ctr">
                        <a:spcBef>
                          <a:spcPts val="0"/>
                        </a:spcBef>
                        <a:spcAft>
                          <a:spcPts val="0"/>
                        </a:spcAft>
                      </a:pPr>
                      <a:r>
                        <a:rPr lang="en-US" sz="400" dirty="0">
                          <a:solidFill>
                            <a:schemeClr val="accent1"/>
                          </a:solidFill>
                          <a:effectLst/>
                        </a:rPr>
                        <a:t>79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HCM-009.008_Recruiter creates offer and requests approval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4286540323"/>
                  </a:ext>
                </a:extLst>
              </a:tr>
              <a:tr h="72289">
                <a:tc>
                  <a:txBody>
                    <a:bodyPr/>
                    <a:lstStyle/>
                    <a:p>
                      <a:pPr marL="0" marR="0" algn="ctr">
                        <a:spcBef>
                          <a:spcPts val="0"/>
                        </a:spcBef>
                        <a:spcAft>
                          <a:spcPts val="0"/>
                        </a:spcAft>
                      </a:pPr>
                      <a:r>
                        <a:rPr lang="en-US" sz="400" dirty="0">
                          <a:solidFill>
                            <a:schemeClr val="accent1"/>
                          </a:solidFill>
                          <a:effectLst/>
                        </a:rPr>
                        <a:t>80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HCM-009.009_Hiring Manager approves offer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1658629964"/>
                  </a:ext>
                </a:extLst>
              </a:tr>
              <a:tr h="116255">
                <a:tc>
                  <a:txBody>
                    <a:bodyPr/>
                    <a:lstStyle/>
                    <a:p>
                      <a:pPr marL="0" marR="0" algn="ctr">
                        <a:spcBef>
                          <a:spcPts val="0"/>
                        </a:spcBef>
                        <a:spcAft>
                          <a:spcPts val="0"/>
                        </a:spcAft>
                      </a:pPr>
                      <a:r>
                        <a:rPr lang="en-US" sz="400" dirty="0">
                          <a:solidFill>
                            <a:schemeClr val="accent1"/>
                          </a:solidFill>
                          <a:effectLst/>
                        </a:rPr>
                        <a:t>81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HCM-009.010_Recruiter extends e-offer to Candidate</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3304703579"/>
                  </a:ext>
                </a:extLst>
              </a:tr>
              <a:tr h="116255">
                <a:tc>
                  <a:txBody>
                    <a:bodyPr/>
                    <a:lstStyle/>
                    <a:p>
                      <a:pPr marL="0" marR="0" algn="ctr">
                        <a:spcBef>
                          <a:spcPts val="0"/>
                        </a:spcBef>
                        <a:spcAft>
                          <a:spcPts val="0"/>
                        </a:spcAft>
                      </a:pPr>
                      <a:r>
                        <a:rPr lang="en-US" sz="400" dirty="0">
                          <a:solidFill>
                            <a:schemeClr val="accent1"/>
                          </a:solidFill>
                          <a:effectLst/>
                        </a:rPr>
                        <a:t>82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HCM-009.011_Candidate accepts e-offer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2636658454"/>
                  </a:ext>
                </a:extLst>
              </a:tr>
              <a:tr h="116255">
                <a:tc>
                  <a:txBody>
                    <a:bodyPr/>
                    <a:lstStyle/>
                    <a:p>
                      <a:pPr marL="0" marR="0" algn="ctr">
                        <a:spcBef>
                          <a:spcPts val="0"/>
                        </a:spcBef>
                        <a:spcAft>
                          <a:spcPts val="0"/>
                        </a:spcAft>
                      </a:pPr>
                      <a:r>
                        <a:rPr lang="en-US" sz="400" dirty="0">
                          <a:solidFill>
                            <a:schemeClr val="accent1"/>
                          </a:solidFill>
                          <a:effectLst/>
                        </a:rPr>
                        <a:t>83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HCM-009.012_Rehire Verification</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3097045805"/>
                  </a:ext>
                </a:extLst>
              </a:tr>
              <a:tr h="116255">
                <a:tc>
                  <a:txBody>
                    <a:bodyPr/>
                    <a:lstStyle/>
                    <a:p>
                      <a:pPr marL="0" marR="0" algn="ctr">
                        <a:spcBef>
                          <a:spcPts val="0"/>
                        </a:spcBef>
                        <a:spcAft>
                          <a:spcPts val="0"/>
                        </a:spcAft>
                      </a:pPr>
                      <a:r>
                        <a:rPr lang="en-US" sz="400" dirty="0">
                          <a:solidFill>
                            <a:schemeClr val="accent1"/>
                          </a:solidFill>
                          <a:effectLst/>
                        </a:rPr>
                        <a:t>84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HCM-009.013_Recruiter completes Rehire Verification task</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HCM.009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2149097296"/>
                  </a:ext>
                </a:extLst>
              </a:tr>
              <a:tr h="144579">
                <a:tc>
                  <a:txBody>
                    <a:bodyPr/>
                    <a:lstStyle/>
                    <a:p>
                      <a:pPr marL="0" marR="0" algn="ctr">
                        <a:spcBef>
                          <a:spcPts val="0"/>
                        </a:spcBef>
                        <a:spcAft>
                          <a:spcPts val="0"/>
                        </a:spcAft>
                      </a:pPr>
                      <a:r>
                        <a:rPr lang="en-US" sz="400" dirty="0">
                          <a:solidFill>
                            <a:schemeClr val="accent1"/>
                          </a:solidFill>
                          <a:effectLst/>
                        </a:rPr>
                        <a:t>85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Absence Management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HCM.010.25_Culinary Union Vacation: A Culinary Union Full-time Hourly Employee Requesting a Vacation time</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1726798888"/>
                  </a:ext>
                </a:extLst>
              </a:tr>
              <a:tr h="228542">
                <a:tc>
                  <a:txBody>
                    <a:bodyPr/>
                    <a:lstStyle/>
                    <a:p>
                      <a:pPr marL="0" marR="0" algn="ctr">
                        <a:spcBef>
                          <a:spcPts val="0"/>
                        </a:spcBef>
                        <a:spcAft>
                          <a:spcPts val="0"/>
                        </a:spcAft>
                      </a:pPr>
                      <a:r>
                        <a:rPr lang="en-US" sz="400" dirty="0">
                          <a:solidFill>
                            <a:schemeClr val="accent1"/>
                          </a:solidFill>
                          <a:effectLst/>
                        </a:rPr>
                        <a:t>86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Absence Management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HCM.010.26_Absence_Culinary Union Vacation: Manager approving Culinary Union Vacation Request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3547585139"/>
                  </a:ext>
                </a:extLst>
              </a:tr>
              <a:tr h="228542">
                <a:tc>
                  <a:txBody>
                    <a:bodyPr/>
                    <a:lstStyle/>
                    <a:p>
                      <a:pPr marL="0" marR="0" algn="ctr">
                        <a:spcBef>
                          <a:spcPts val="0"/>
                        </a:spcBef>
                        <a:spcAft>
                          <a:spcPts val="0"/>
                        </a:spcAft>
                      </a:pPr>
                      <a:r>
                        <a:rPr lang="en-US" sz="400" dirty="0">
                          <a:solidFill>
                            <a:schemeClr val="accent1"/>
                          </a:solidFill>
                          <a:effectLst/>
                        </a:rPr>
                        <a:t>87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Absence Management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HCM.010.27_Absence_Culinary Union Vacation: Payroll Processing Quick pay to validate Culinary Union Vacation payment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3750725572"/>
                  </a:ext>
                </a:extLst>
              </a:tr>
              <a:tr h="228542">
                <a:tc>
                  <a:txBody>
                    <a:bodyPr/>
                    <a:lstStyle/>
                    <a:p>
                      <a:pPr marL="0" marR="0" algn="ctr">
                        <a:spcBef>
                          <a:spcPts val="0"/>
                        </a:spcBef>
                        <a:spcAft>
                          <a:spcPts val="0"/>
                        </a:spcAft>
                      </a:pPr>
                      <a:r>
                        <a:rPr lang="en-US" sz="400" dirty="0">
                          <a:solidFill>
                            <a:schemeClr val="accent1"/>
                          </a:solidFill>
                          <a:effectLst/>
                        </a:rPr>
                        <a:t>88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Absence Management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HCM.010.28_Absence_Culinary Union Vacation: Generate Pay Slip and validate Payment and Accruals/Entitlements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3232559857"/>
                  </a:ext>
                </a:extLst>
              </a:tr>
              <a:tr h="228542">
                <a:tc>
                  <a:txBody>
                    <a:bodyPr/>
                    <a:lstStyle/>
                    <a:p>
                      <a:pPr marL="0" marR="0" algn="ctr">
                        <a:spcBef>
                          <a:spcPts val="0"/>
                        </a:spcBef>
                        <a:spcAft>
                          <a:spcPts val="0"/>
                        </a:spcAft>
                      </a:pPr>
                      <a:r>
                        <a:rPr lang="en-US" sz="400" dirty="0">
                          <a:solidFill>
                            <a:schemeClr val="accent1"/>
                          </a:solidFill>
                          <a:effectLst/>
                        </a:rPr>
                        <a:t>89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Absence Management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HCM.010.300_Absence_Withdrawing Approved PTO: A non-union Full-time Salaried Employee Withdrawing an approved US Paid Time-Off request in Past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624820220"/>
                  </a:ext>
                </a:extLst>
              </a:tr>
              <a:tr h="228542">
                <a:tc>
                  <a:txBody>
                    <a:bodyPr/>
                    <a:lstStyle/>
                    <a:p>
                      <a:pPr marL="0" marR="0" algn="ctr">
                        <a:spcBef>
                          <a:spcPts val="0"/>
                        </a:spcBef>
                        <a:spcAft>
                          <a:spcPts val="0"/>
                        </a:spcAft>
                      </a:pPr>
                      <a:r>
                        <a:rPr lang="en-US" sz="400" dirty="0">
                          <a:solidFill>
                            <a:schemeClr val="accent1"/>
                          </a:solidFill>
                          <a:effectLst/>
                        </a:rPr>
                        <a:t>90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Absence Management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HCM.010.301_Absence_Withdrawing Approved PTO: Manager approving US Paid Time Off request in Past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3800164133"/>
                  </a:ext>
                </a:extLst>
              </a:tr>
              <a:tr h="228542">
                <a:tc>
                  <a:txBody>
                    <a:bodyPr/>
                    <a:lstStyle/>
                    <a:p>
                      <a:pPr marL="0" marR="0" algn="ctr">
                        <a:spcBef>
                          <a:spcPts val="0"/>
                        </a:spcBef>
                        <a:spcAft>
                          <a:spcPts val="0"/>
                        </a:spcAft>
                      </a:pPr>
                      <a:r>
                        <a:rPr lang="en-US" sz="400" dirty="0">
                          <a:solidFill>
                            <a:schemeClr val="accent1"/>
                          </a:solidFill>
                          <a:effectLst/>
                        </a:rPr>
                        <a:t>91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Absence Management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HCM.010.302_Absence_Withdrawing Approved PTO: Payroll Processing Retro to identify retro adjustments for US Paid Time Off Payment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3898987304"/>
                  </a:ext>
                </a:extLst>
              </a:tr>
              <a:tr h="228542">
                <a:tc>
                  <a:txBody>
                    <a:bodyPr/>
                    <a:lstStyle/>
                    <a:p>
                      <a:pPr marL="0" marR="0" algn="ctr">
                        <a:spcBef>
                          <a:spcPts val="0"/>
                        </a:spcBef>
                        <a:spcAft>
                          <a:spcPts val="0"/>
                        </a:spcAft>
                      </a:pPr>
                      <a:r>
                        <a:rPr lang="en-US" sz="400" dirty="0">
                          <a:solidFill>
                            <a:schemeClr val="accent1"/>
                          </a:solidFill>
                          <a:effectLst/>
                        </a:rPr>
                        <a:t>92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Absence Management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HCM.010.303_Absence_Withdrawing Approved PTO: Payroll Processing Quick pay and validate US Paid Time Off Retro Payment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2892593568"/>
                  </a:ext>
                </a:extLst>
              </a:tr>
              <a:tr h="228542">
                <a:tc>
                  <a:txBody>
                    <a:bodyPr/>
                    <a:lstStyle/>
                    <a:p>
                      <a:pPr marL="0" marR="0" algn="ctr">
                        <a:spcBef>
                          <a:spcPts val="0"/>
                        </a:spcBef>
                        <a:spcAft>
                          <a:spcPts val="0"/>
                        </a:spcAft>
                      </a:pPr>
                      <a:r>
                        <a:rPr lang="en-US" sz="400" dirty="0">
                          <a:solidFill>
                            <a:schemeClr val="accent1"/>
                          </a:solidFill>
                          <a:effectLst/>
                        </a:rPr>
                        <a:t>93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Absence Management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HCM.010.176_Absence_Bereavement: Payroll Processing Quick pay to validate Bereavement Payment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2006276405"/>
                  </a:ext>
                </a:extLst>
              </a:tr>
              <a:tr h="228542">
                <a:tc>
                  <a:txBody>
                    <a:bodyPr/>
                    <a:lstStyle/>
                    <a:p>
                      <a:pPr marL="0" marR="0" algn="ctr">
                        <a:spcBef>
                          <a:spcPts val="0"/>
                        </a:spcBef>
                        <a:spcAft>
                          <a:spcPts val="0"/>
                        </a:spcAft>
                      </a:pPr>
                      <a:r>
                        <a:rPr lang="en-US" sz="400" dirty="0">
                          <a:solidFill>
                            <a:schemeClr val="accent1"/>
                          </a:solidFill>
                          <a:effectLst/>
                        </a:rPr>
                        <a:t>94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Absence Management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HCM.010.177_Absence_Bereavement: Generate Pay Slip and validate Payment and Accruals/Entitlements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3767690897"/>
                  </a:ext>
                </a:extLst>
              </a:tr>
              <a:tr h="228542">
                <a:tc>
                  <a:txBody>
                    <a:bodyPr/>
                    <a:lstStyle/>
                    <a:p>
                      <a:pPr marL="0" marR="0" algn="ctr">
                        <a:spcBef>
                          <a:spcPts val="0"/>
                        </a:spcBef>
                        <a:spcAft>
                          <a:spcPts val="0"/>
                        </a:spcAft>
                      </a:pPr>
                      <a:r>
                        <a:rPr lang="en-US" sz="400" dirty="0">
                          <a:solidFill>
                            <a:schemeClr val="accent1"/>
                          </a:solidFill>
                          <a:effectLst/>
                        </a:rPr>
                        <a:t>95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Absence Management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HCM.010.238_Absence_FMLA: Employee Submitting FMLA request and HR Admin approving the absence request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1596173116"/>
                  </a:ext>
                </a:extLst>
              </a:tr>
              <a:tr h="228542">
                <a:tc>
                  <a:txBody>
                    <a:bodyPr/>
                    <a:lstStyle/>
                    <a:p>
                      <a:pPr marL="0" marR="0" algn="ctr">
                        <a:spcBef>
                          <a:spcPts val="0"/>
                        </a:spcBef>
                        <a:spcAft>
                          <a:spcPts val="0"/>
                        </a:spcAft>
                      </a:pPr>
                      <a:r>
                        <a:rPr lang="en-US" sz="400" dirty="0">
                          <a:solidFill>
                            <a:schemeClr val="accent1"/>
                          </a:solidFill>
                          <a:effectLst/>
                        </a:rPr>
                        <a:t>96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Absence Management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HCM.010.239_Absence_FMLA: HR Admin changing employee Assignment Status to "Leave of Absence" with Action "Leave of Absence" and Action Reason "FMLA"</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2941772781"/>
                  </a:ext>
                </a:extLst>
              </a:tr>
              <a:tr h="228542">
                <a:tc>
                  <a:txBody>
                    <a:bodyPr/>
                    <a:lstStyle/>
                    <a:p>
                      <a:pPr marL="0" marR="0" algn="ctr">
                        <a:spcBef>
                          <a:spcPts val="0"/>
                        </a:spcBef>
                        <a:spcAft>
                          <a:spcPts val="0"/>
                        </a:spcAft>
                      </a:pPr>
                      <a:r>
                        <a:rPr lang="en-US" sz="400" dirty="0">
                          <a:solidFill>
                            <a:schemeClr val="accent1"/>
                          </a:solidFill>
                          <a:effectLst/>
                        </a:rPr>
                        <a:t>97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Absence Management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HCM.010.240_Absence_FMLA: Payroll Processing Quick pay to validate employee is not paid during FMLA</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1467422702"/>
                  </a:ext>
                </a:extLst>
              </a:tr>
              <a:tr h="228542">
                <a:tc>
                  <a:txBody>
                    <a:bodyPr/>
                    <a:lstStyle/>
                    <a:p>
                      <a:pPr marL="0" marR="0" algn="ctr">
                        <a:spcBef>
                          <a:spcPts val="0"/>
                        </a:spcBef>
                        <a:spcAft>
                          <a:spcPts val="0"/>
                        </a:spcAft>
                      </a:pPr>
                      <a:r>
                        <a:rPr lang="en-US" sz="400" dirty="0">
                          <a:solidFill>
                            <a:schemeClr val="accent1"/>
                          </a:solidFill>
                          <a:effectLst/>
                        </a:rPr>
                        <a:t>98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Absence Management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HCM.010.241_Absence_FMLA: Confirm No Pay Slip is generated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2055352253"/>
                  </a:ext>
                </a:extLst>
              </a:tr>
              <a:tr h="228542">
                <a:tc>
                  <a:txBody>
                    <a:bodyPr/>
                    <a:lstStyle/>
                    <a:p>
                      <a:pPr marL="0" marR="0" algn="ctr">
                        <a:spcBef>
                          <a:spcPts val="0"/>
                        </a:spcBef>
                        <a:spcAft>
                          <a:spcPts val="0"/>
                        </a:spcAft>
                      </a:pPr>
                      <a:r>
                        <a:rPr lang="en-US" sz="400" dirty="0">
                          <a:solidFill>
                            <a:schemeClr val="accent1"/>
                          </a:solidFill>
                          <a:effectLst/>
                        </a:rPr>
                        <a:t>99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Absence Management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HCM.010.25_Absence_US Paid Time Off: A non-union Full-time Hourly Employee Requesting a US Paid Time-Off</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1678744346"/>
                  </a:ext>
                </a:extLst>
              </a:tr>
              <a:tr h="228542">
                <a:tc>
                  <a:txBody>
                    <a:bodyPr/>
                    <a:lstStyle/>
                    <a:p>
                      <a:pPr marL="0" marR="0" algn="ctr">
                        <a:spcBef>
                          <a:spcPts val="0"/>
                        </a:spcBef>
                        <a:spcAft>
                          <a:spcPts val="0"/>
                        </a:spcAft>
                      </a:pPr>
                      <a:r>
                        <a:rPr lang="en-US" sz="400" dirty="0">
                          <a:solidFill>
                            <a:schemeClr val="accent1"/>
                          </a:solidFill>
                          <a:effectLst/>
                        </a:rPr>
                        <a:t>100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Absence Management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HCM.010.26_Absence_US Paid Time Off: Manager approving US Paid Time Off request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2418531380"/>
                  </a:ext>
                </a:extLst>
              </a:tr>
              <a:tr h="228542">
                <a:tc>
                  <a:txBody>
                    <a:bodyPr/>
                    <a:lstStyle/>
                    <a:p>
                      <a:pPr marL="0" marR="0" algn="ctr">
                        <a:spcBef>
                          <a:spcPts val="0"/>
                        </a:spcBef>
                        <a:spcAft>
                          <a:spcPts val="0"/>
                        </a:spcAft>
                      </a:pPr>
                      <a:r>
                        <a:rPr lang="en-US" sz="400" dirty="0">
                          <a:solidFill>
                            <a:schemeClr val="accent1"/>
                          </a:solidFill>
                          <a:effectLst/>
                        </a:rPr>
                        <a:t>101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Absence Management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HCM.010.27_Absence_US Paid Time Off: Payroll Processing Quick pay to validate US Paid Time Off Payment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2363900667"/>
                  </a:ext>
                </a:extLst>
              </a:tr>
              <a:tr h="228542">
                <a:tc>
                  <a:txBody>
                    <a:bodyPr/>
                    <a:lstStyle/>
                    <a:p>
                      <a:pPr marL="0" marR="0" algn="ctr">
                        <a:spcBef>
                          <a:spcPts val="0"/>
                        </a:spcBef>
                        <a:spcAft>
                          <a:spcPts val="0"/>
                        </a:spcAft>
                      </a:pPr>
                      <a:r>
                        <a:rPr lang="en-US" sz="400" dirty="0">
                          <a:solidFill>
                            <a:schemeClr val="accent1"/>
                          </a:solidFill>
                          <a:effectLst/>
                        </a:rPr>
                        <a:t>102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Absence Management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HCM.010.28_Absence_US Paid Time Off: Generate Pay Slip and validate Payment and Accruals/Entitlements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dirty="0">
                          <a:solidFill>
                            <a:schemeClr val="accent1"/>
                          </a:solidFill>
                          <a:effectLst/>
                        </a:rPr>
                        <a:t>HCM.010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extLst>
                  <a:ext uri="{0D108BD9-81ED-4DB2-BD59-A6C34878D82A}">
                    <a16:rowId xmlns:a16="http://schemas.microsoft.com/office/drawing/2014/main" val="258085887"/>
                  </a:ext>
                </a:extLst>
              </a:tr>
            </a:tbl>
          </a:graphicData>
        </a:graphic>
      </p:graphicFrame>
      <p:graphicFrame>
        <p:nvGraphicFramePr>
          <p:cNvPr id="5" name="Table 4">
            <a:extLst>
              <a:ext uri="{FF2B5EF4-FFF2-40B4-BE49-F238E27FC236}">
                <a16:creationId xmlns:a16="http://schemas.microsoft.com/office/drawing/2014/main" id="{AEFDE965-D935-4BD3-AF2E-7144CB11C3AB}"/>
              </a:ext>
            </a:extLst>
          </p:cNvPr>
          <p:cNvGraphicFramePr>
            <a:graphicFrameLocks noGrp="1"/>
          </p:cNvGraphicFramePr>
          <p:nvPr>
            <p:extLst>
              <p:ext uri="{D42A27DB-BD31-4B8C-83A1-F6EECF244321}">
                <p14:modId xmlns:p14="http://schemas.microsoft.com/office/powerpoint/2010/main" val="2834871036"/>
              </p:ext>
            </p:extLst>
          </p:nvPr>
        </p:nvGraphicFramePr>
        <p:xfrm>
          <a:off x="6305343" y="1283841"/>
          <a:ext cx="5405049" cy="5032132"/>
        </p:xfrm>
        <a:graphic>
          <a:graphicData uri="http://schemas.openxmlformats.org/drawingml/2006/table">
            <a:tbl>
              <a:tblPr firstRow="1" firstCol="1" bandRow="1">
                <a:tableStyleId>{5C22544A-7EE6-4342-B048-85BDC9FD1C3A}</a:tableStyleId>
              </a:tblPr>
              <a:tblGrid>
                <a:gridCol w="387099">
                  <a:extLst>
                    <a:ext uri="{9D8B030D-6E8A-4147-A177-3AD203B41FA5}">
                      <a16:colId xmlns:a16="http://schemas.microsoft.com/office/drawing/2014/main" val="2129893365"/>
                    </a:ext>
                  </a:extLst>
                </a:gridCol>
                <a:gridCol w="505140">
                  <a:extLst>
                    <a:ext uri="{9D8B030D-6E8A-4147-A177-3AD203B41FA5}">
                      <a16:colId xmlns:a16="http://schemas.microsoft.com/office/drawing/2014/main" val="2163635321"/>
                    </a:ext>
                  </a:extLst>
                </a:gridCol>
                <a:gridCol w="3609578">
                  <a:extLst>
                    <a:ext uri="{9D8B030D-6E8A-4147-A177-3AD203B41FA5}">
                      <a16:colId xmlns:a16="http://schemas.microsoft.com/office/drawing/2014/main" val="2089850254"/>
                    </a:ext>
                  </a:extLst>
                </a:gridCol>
                <a:gridCol w="497972">
                  <a:extLst>
                    <a:ext uri="{9D8B030D-6E8A-4147-A177-3AD203B41FA5}">
                      <a16:colId xmlns:a16="http://schemas.microsoft.com/office/drawing/2014/main" val="3383528028"/>
                    </a:ext>
                  </a:extLst>
                </a:gridCol>
                <a:gridCol w="405260">
                  <a:extLst>
                    <a:ext uri="{9D8B030D-6E8A-4147-A177-3AD203B41FA5}">
                      <a16:colId xmlns:a16="http://schemas.microsoft.com/office/drawing/2014/main" val="1360595369"/>
                    </a:ext>
                  </a:extLst>
                </a:gridCol>
              </a:tblGrid>
              <a:tr h="217164">
                <a:tc>
                  <a:txBody>
                    <a:bodyPr/>
                    <a:lstStyle/>
                    <a:p>
                      <a:pPr marL="0" marR="0" algn="ctr">
                        <a:spcBef>
                          <a:spcPts val="0"/>
                        </a:spcBef>
                        <a:spcAft>
                          <a:spcPts val="0"/>
                        </a:spcAft>
                      </a:pPr>
                      <a:r>
                        <a:rPr lang="en-US" sz="400" dirty="0">
                          <a:effectLst/>
                        </a:rPr>
                        <a:t>103</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Absence Management</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HCM.010.174_Absence_Bereavement: Full-time </a:t>
                      </a:r>
                      <a:r>
                        <a:rPr lang="en-US" sz="400" dirty="0">
                          <a:solidFill>
                            <a:schemeClr val="accent1"/>
                          </a:solidFill>
                          <a:effectLst/>
                        </a:rPr>
                        <a:t>Salaried</a:t>
                      </a:r>
                      <a:r>
                        <a:rPr lang="en-US" sz="400" dirty="0">
                          <a:effectLst/>
                        </a:rPr>
                        <a:t> Employee requesting for a Bereavement</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High</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HCM.010</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1584147412"/>
                  </a:ext>
                </a:extLst>
              </a:tr>
              <a:tr h="217164">
                <a:tc>
                  <a:txBody>
                    <a:bodyPr/>
                    <a:lstStyle/>
                    <a:p>
                      <a:pPr marL="0" marR="0" algn="ctr">
                        <a:spcBef>
                          <a:spcPts val="0"/>
                        </a:spcBef>
                        <a:spcAft>
                          <a:spcPts val="0"/>
                        </a:spcAft>
                      </a:pPr>
                      <a:r>
                        <a:rPr lang="en-US" sz="400" dirty="0">
                          <a:effectLst/>
                        </a:rPr>
                        <a:t>104</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Absence Management</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HCM.010.175_Absence_Bereavement: Manager approving Bereavement Request</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High</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HCM.010</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2122561433"/>
                  </a:ext>
                </a:extLst>
              </a:tr>
              <a:tr h="110468">
                <a:tc>
                  <a:txBody>
                    <a:bodyPr/>
                    <a:lstStyle/>
                    <a:p>
                      <a:pPr marL="0" marR="0" algn="ctr">
                        <a:spcBef>
                          <a:spcPts val="0"/>
                        </a:spcBef>
                        <a:spcAft>
                          <a:spcPts val="0"/>
                        </a:spcAft>
                      </a:pPr>
                      <a:r>
                        <a:rPr lang="en-US" sz="400" dirty="0">
                          <a:effectLst/>
                        </a:rPr>
                        <a:t>105</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HR</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HCM-011.002_HR Admin - Process Global Transfer</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HCM.011</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1915507269"/>
                  </a:ext>
                </a:extLst>
              </a:tr>
              <a:tr h="110468">
                <a:tc>
                  <a:txBody>
                    <a:bodyPr/>
                    <a:lstStyle/>
                    <a:p>
                      <a:pPr marL="0" marR="0" algn="ctr">
                        <a:spcBef>
                          <a:spcPts val="0"/>
                        </a:spcBef>
                        <a:spcAft>
                          <a:spcPts val="0"/>
                        </a:spcAft>
                      </a:pPr>
                      <a:r>
                        <a:rPr lang="en-US" sz="400" dirty="0">
                          <a:effectLst/>
                        </a:rPr>
                        <a:t>106</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HR</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HCM-011.003_HR IT Security Manager - Security Provisioning for Global Transfer</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HCM.011</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2411979236"/>
                  </a:ext>
                </a:extLst>
              </a:tr>
              <a:tr h="110468">
                <a:tc>
                  <a:txBody>
                    <a:bodyPr/>
                    <a:lstStyle/>
                    <a:p>
                      <a:pPr marL="0" marR="0" algn="ctr">
                        <a:spcBef>
                          <a:spcPts val="0"/>
                        </a:spcBef>
                        <a:spcAft>
                          <a:spcPts val="0"/>
                        </a:spcAft>
                      </a:pPr>
                      <a:r>
                        <a:rPr lang="en-US" sz="400" dirty="0">
                          <a:effectLst/>
                        </a:rPr>
                        <a:t>107</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HR</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HCM-011.020_Payroll Team runs first Pay Check</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HCM.011</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4177179020"/>
                  </a:ext>
                </a:extLst>
              </a:tr>
              <a:tr h="110468">
                <a:tc>
                  <a:txBody>
                    <a:bodyPr/>
                    <a:lstStyle/>
                    <a:p>
                      <a:pPr marL="0" marR="0" algn="ctr">
                        <a:spcBef>
                          <a:spcPts val="0"/>
                        </a:spcBef>
                        <a:spcAft>
                          <a:spcPts val="0"/>
                        </a:spcAft>
                      </a:pPr>
                      <a:r>
                        <a:rPr lang="en-US" sz="400" dirty="0">
                          <a:effectLst/>
                        </a:rPr>
                        <a:t>108</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HR</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HCM-011.021_View Pay Slip</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HCM.011</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611845564"/>
                  </a:ext>
                </a:extLst>
              </a:tr>
              <a:tr h="110468">
                <a:tc>
                  <a:txBody>
                    <a:bodyPr/>
                    <a:lstStyle/>
                    <a:p>
                      <a:pPr marL="0" marR="0" algn="ctr">
                        <a:spcBef>
                          <a:spcPts val="0"/>
                        </a:spcBef>
                        <a:spcAft>
                          <a:spcPts val="0"/>
                        </a:spcAft>
                      </a:pPr>
                      <a:r>
                        <a:rPr lang="en-US" sz="400" dirty="0">
                          <a:effectLst/>
                        </a:rPr>
                        <a:t>109</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HCM-016.008_Payroll Team Member submits calculate Payroll Process for employee on Weekly 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Medium</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3460233319"/>
                  </a:ext>
                </a:extLst>
              </a:tr>
              <a:tr h="110468">
                <a:tc>
                  <a:txBody>
                    <a:bodyPr/>
                    <a:lstStyle/>
                    <a:p>
                      <a:pPr marL="0" marR="0" algn="ctr">
                        <a:spcBef>
                          <a:spcPts val="0"/>
                        </a:spcBef>
                        <a:spcAft>
                          <a:spcPts val="0"/>
                        </a:spcAft>
                      </a:pPr>
                      <a:r>
                        <a:rPr lang="en-US" sz="400" dirty="0">
                          <a:effectLst/>
                        </a:rPr>
                        <a:t>110</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HCM-016.009_Payroll Team Reviews Payroll Process results for employee on Weekly 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Medium</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3977096233"/>
                  </a:ext>
                </a:extLst>
              </a:tr>
              <a:tr h="110468">
                <a:tc>
                  <a:txBody>
                    <a:bodyPr/>
                    <a:lstStyle/>
                    <a:p>
                      <a:pPr marL="0" marR="0" algn="ctr">
                        <a:spcBef>
                          <a:spcPts val="0"/>
                        </a:spcBef>
                        <a:spcAft>
                          <a:spcPts val="0"/>
                        </a:spcAft>
                      </a:pPr>
                      <a:r>
                        <a:rPr lang="en-US" sz="400" dirty="0">
                          <a:effectLst/>
                        </a:rPr>
                        <a:t>111</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HCM-016.010_Payroll Team generates Pay Slip for employee on Weekly 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Medium</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503979128"/>
                  </a:ext>
                </a:extLst>
              </a:tr>
              <a:tr h="110468">
                <a:tc>
                  <a:txBody>
                    <a:bodyPr/>
                    <a:lstStyle/>
                    <a:p>
                      <a:pPr marL="0" marR="0" algn="ctr">
                        <a:spcBef>
                          <a:spcPts val="0"/>
                        </a:spcBef>
                        <a:spcAft>
                          <a:spcPts val="0"/>
                        </a:spcAft>
                      </a:pPr>
                      <a:r>
                        <a:rPr lang="en-US" sz="400" dirty="0">
                          <a:effectLst/>
                        </a:rPr>
                        <a:t>112</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HCM-016.014_ADP - Payments</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Medium</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3794408993"/>
                  </a:ext>
                </a:extLst>
              </a:tr>
              <a:tr h="110468">
                <a:tc>
                  <a:txBody>
                    <a:bodyPr/>
                    <a:lstStyle/>
                    <a:p>
                      <a:pPr marL="0" marR="0" algn="ctr">
                        <a:spcBef>
                          <a:spcPts val="0"/>
                        </a:spcBef>
                        <a:spcAft>
                          <a:spcPts val="0"/>
                        </a:spcAft>
                      </a:pPr>
                      <a:r>
                        <a:rPr lang="en-US" sz="400" dirty="0">
                          <a:effectLst/>
                        </a:rPr>
                        <a:t>113</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HCM-016.015_ADP - Garnishments</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Medium</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915244642"/>
                  </a:ext>
                </a:extLst>
              </a:tr>
              <a:tr h="110468">
                <a:tc>
                  <a:txBody>
                    <a:bodyPr/>
                    <a:lstStyle/>
                    <a:p>
                      <a:pPr marL="0" marR="0" algn="ctr">
                        <a:spcBef>
                          <a:spcPts val="0"/>
                        </a:spcBef>
                        <a:spcAft>
                          <a:spcPts val="0"/>
                        </a:spcAft>
                      </a:pPr>
                      <a:r>
                        <a:rPr lang="en-US" sz="400" dirty="0">
                          <a:effectLst/>
                        </a:rPr>
                        <a:t>114</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HCM-016.016_ADP - Employment Tax (Periodic)</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High</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294573698"/>
                  </a:ext>
                </a:extLst>
              </a:tr>
              <a:tr h="110468">
                <a:tc>
                  <a:txBody>
                    <a:bodyPr/>
                    <a:lstStyle/>
                    <a:p>
                      <a:pPr marL="0" marR="0" algn="ctr">
                        <a:spcBef>
                          <a:spcPts val="0"/>
                        </a:spcBef>
                        <a:spcAft>
                          <a:spcPts val="0"/>
                        </a:spcAft>
                      </a:pPr>
                      <a:r>
                        <a:rPr lang="en-US" sz="400" dirty="0">
                          <a:effectLst/>
                        </a:rPr>
                        <a:t>115</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HCM-016.017_ADP - Employment Tax (Quarterly)</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High</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662861783"/>
                  </a:ext>
                </a:extLst>
              </a:tr>
              <a:tr h="110468">
                <a:tc>
                  <a:txBody>
                    <a:bodyPr/>
                    <a:lstStyle/>
                    <a:p>
                      <a:pPr marL="0" marR="0" algn="ctr">
                        <a:spcBef>
                          <a:spcPts val="0"/>
                        </a:spcBef>
                        <a:spcAft>
                          <a:spcPts val="0"/>
                        </a:spcAft>
                      </a:pPr>
                      <a:r>
                        <a:rPr lang="en-US" sz="400" dirty="0">
                          <a:effectLst/>
                        </a:rPr>
                        <a:t>116</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HCM-016.018_ADP - Employment Tax (Interim/Monthly)</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High</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4039369737"/>
                  </a:ext>
                </a:extLst>
              </a:tr>
              <a:tr h="110468">
                <a:tc>
                  <a:txBody>
                    <a:bodyPr/>
                    <a:lstStyle/>
                    <a:p>
                      <a:pPr marL="0" marR="0" algn="ctr">
                        <a:spcBef>
                          <a:spcPts val="0"/>
                        </a:spcBef>
                        <a:spcAft>
                          <a:spcPts val="0"/>
                        </a:spcAft>
                      </a:pPr>
                      <a:r>
                        <a:rPr lang="en-US" sz="400" dirty="0">
                          <a:effectLst/>
                        </a:rPr>
                        <a:t>117</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HCM-016.021_Payroll Team Member submits Transfer to Subledger Process</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High</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313303438"/>
                  </a:ext>
                </a:extLst>
              </a:tr>
              <a:tr h="110468">
                <a:tc>
                  <a:txBody>
                    <a:bodyPr/>
                    <a:lstStyle/>
                    <a:p>
                      <a:pPr marL="0" marR="0" algn="ctr">
                        <a:spcBef>
                          <a:spcPts val="0"/>
                        </a:spcBef>
                        <a:spcAft>
                          <a:spcPts val="0"/>
                        </a:spcAft>
                      </a:pPr>
                      <a:r>
                        <a:rPr lang="en-US" sz="400" dirty="0">
                          <a:effectLst/>
                        </a:rPr>
                        <a:t>118</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HCM-016.022_Payroll Team Member Reviews Transfer to Subledger Process results</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High</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894754560"/>
                  </a:ext>
                </a:extLst>
              </a:tr>
              <a:tr h="110468">
                <a:tc>
                  <a:txBody>
                    <a:bodyPr/>
                    <a:lstStyle/>
                    <a:p>
                      <a:pPr marL="0" marR="0" algn="ctr">
                        <a:spcBef>
                          <a:spcPts val="0"/>
                        </a:spcBef>
                        <a:spcAft>
                          <a:spcPts val="0"/>
                        </a:spcAft>
                      </a:pPr>
                      <a:r>
                        <a:rPr lang="en-US" sz="400" dirty="0">
                          <a:effectLst/>
                        </a:rPr>
                        <a:t>119</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HCM-016.023_Payroll Team Member submits Create Accounting Process</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High</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2042923659"/>
                  </a:ext>
                </a:extLst>
              </a:tr>
              <a:tr h="110468">
                <a:tc>
                  <a:txBody>
                    <a:bodyPr/>
                    <a:lstStyle/>
                    <a:p>
                      <a:pPr marL="0" marR="0" algn="ctr">
                        <a:spcBef>
                          <a:spcPts val="0"/>
                        </a:spcBef>
                        <a:spcAft>
                          <a:spcPts val="0"/>
                        </a:spcAft>
                      </a:pPr>
                      <a:r>
                        <a:rPr lang="en-US" sz="400" dirty="0">
                          <a:effectLst/>
                        </a:rPr>
                        <a:t>120</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HCM-016.024_Payroll Team Member Reviews Create Accounting Process results</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High</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HCM.016</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1593200711"/>
                  </a:ext>
                </a:extLst>
              </a:tr>
              <a:tr h="144776">
                <a:tc>
                  <a:txBody>
                    <a:bodyPr/>
                    <a:lstStyle/>
                    <a:p>
                      <a:pPr marL="0" marR="0" algn="ctr">
                        <a:spcBef>
                          <a:spcPts val="0"/>
                        </a:spcBef>
                        <a:spcAft>
                          <a:spcPts val="0"/>
                        </a:spcAft>
                      </a:pPr>
                      <a:r>
                        <a:rPr lang="en-US" sz="400" dirty="0">
                          <a:effectLst/>
                        </a:rPr>
                        <a:t>121</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HCM-017.008_Payroll Team Member submits calculate Payroll Process for employee on Bi-Weekly Current 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171566262"/>
                  </a:ext>
                </a:extLst>
              </a:tr>
              <a:tr h="110468">
                <a:tc>
                  <a:txBody>
                    <a:bodyPr/>
                    <a:lstStyle/>
                    <a:p>
                      <a:pPr marL="0" marR="0" algn="ctr">
                        <a:spcBef>
                          <a:spcPts val="0"/>
                        </a:spcBef>
                        <a:spcAft>
                          <a:spcPts val="0"/>
                        </a:spcAft>
                      </a:pPr>
                      <a:r>
                        <a:rPr lang="en-US" sz="400" dirty="0">
                          <a:effectLst/>
                        </a:rPr>
                        <a:t>122</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HCM-017.009_Payroll Team Reviews Payroll Process results for employee on Bi-Weekly Current 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3936629815"/>
                  </a:ext>
                </a:extLst>
              </a:tr>
              <a:tr h="110468">
                <a:tc>
                  <a:txBody>
                    <a:bodyPr/>
                    <a:lstStyle/>
                    <a:p>
                      <a:pPr marL="0" marR="0" algn="ctr">
                        <a:spcBef>
                          <a:spcPts val="0"/>
                        </a:spcBef>
                        <a:spcAft>
                          <a:spcPts val="0"/>
                        </a:spcAft>
                      </a:pPr>
                      <a:r>
                        <a:rPr lang="en-US" sz="400" dirty="0">
                          <a:effectLst/>
                        </a:rPr>
                        <a:t>123</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HCM-017.010_Payroll Team generates Pay Slip for employee on Bi-Weekly Current 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917118667"/>
                  </a:ext>
                </a:extLst>
              </a:tr>
              <a:tr h="110468">
                <a:tc>
                  <a:txBody>
                    <a:bodyPr/>
                    <a:lstStyle/>
                    <a:p>
                      <a:pPr marL="0" marR="0" algn="ctr">
                        <a:spcBef>
                          <a:spcPts val="0"/>
                        </a:spcBef>
                        <a:spcAft>
                          <a:spcPts val="0"/>
                        </a:spcAft>
                      </a:pPr>
                      <a:r>
                        <a:rPr lang="en-US" sz="400" dirty="0">
                          <a:effectLst/>
                        </a:rPr>
                        <a:t>124</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HCM-017.014_ADP - Payments</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175544174"/>
                  </a:ext>
                </a:extLst>
              </a:tr>
              <a:tr h="110468">
                <a:tc>
                  <a:txBody>
                    <a:bodyPr/>
                    <a:lstStyle/>
                    <a:p>
                      <a:pPr marL="0" marR="0" algn="ctr">
                        <a:spcBef>
                          <a:spcPts val="0"/>
                        </a:spcBef>
                        <a:spcAft>
                          <a:spcPts val="0"/>
                        </a:spcAft>
                      </a:pPr>
                      <a:r>
                        <a:rPr lang="en-US" sz="400" dirty="0">
                          <a:effectLst/>
                        </a:rPr>
                        <a:t>125</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HCM-017.015_ADP - Garnishments</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173057044"/>
                  </a:ext>
                </a:extLst>
              </a:tr>
              <a:tr h="110468">
                <a:tc>
                  <a:txBody>
                    <a:bodyPr/>
                    <a:lstStyle/>
                    <a:p>
                      <a:pPr marL="0" marR="0" algn="ctr">
                        <a:spcBef>
                          <a:spcPts val="0"/>
                        </a:spcBef>
                        <a:spcAft>
                          <a:spcPts val="0"/>
                        </a:spcAft>
                      </a:pPr>
                      <a:r>
                        <a:rPr lang="en-US" sz="400" dirty="0">
                          <a:effectLst/>
                        </a:rPr>
                        <a:t>126</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HCM-017.016_ADP - Employment Tax (Periodic)</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1904851524"/>
                  </a:ext>
                </a:extLst>
              </a:tr>
              <a:tr h="110468">
                <a:tc>
                  <a:txBody>
                    <a:bodyPr/>
                    <a:lstStyle/>
                    <a:p>
                      <a:pPr marL="0" marR="0" algn="ctr">
                        <a:spcBef>
                          <a:spcPts val="0"/>
                        </a:spcBef>
                        <a:spcAft>
                          <a:spcPts val="0"/>
                        </a:spcAft>
                      </a:pPr>
                      <a:r>
                        <a:rPr lang="en-US" sz="400" dirty="0">
                          <a:effectLst/>
                        </a:rPr>
                        <a:t>127</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HCM-017.017_ADP - Employment Tax (Quarterly)</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2613856608"/>
                  </a:ext>
                </a:extLst>
              </a:tr>
              <a:tr h="110468">
                <a:tc>
                  <a:txBody>
                    <a:bodyPr/>
                    <a:lstStyle/>
                    <a:p>
                      <a:pPr marL="0" marR="0" algn="ctr">
                        <a:spcBef>
                          <a:spcPts val="0"/>
                        </a:spcBef>
                        <a:spcAft>
                          <a:spcPts val="0"/>
                        </a:spcAft>
                      </a:pPr>
                      <a:r>
                        <a:rPr lang="en-US" sz="400" dirty="0">
                          <a:effectLst/>
                        </a:rPr>
                        <a:t>128</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HCM-017.018_ADP - Employment Tax (Interim/Monthly)</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4202186877"/>
                  </a:ext>
                </a:extLst>
              </a:tr>
              <a:tr h="110468">
                <a:tc>
                  <a:txBody>
                    <a:bodyPr/>
                    <a:lstStyle/>
                    <a:p>
                      <a:pPr marL="0" marR="0" algn="ctr">
                        <a:spcBef>
                          <a:spcPts val="0"/>
                        </a:spcBef>
                        <a:spcAft>
                          <a:spcPts val="0"/>
                        </a:spcAft>
                      </a:pPr>
                      <a:r>
                        <a:rPr lang="en-US" sz="400" dirty="0">
                          <a:effectLst/>
                        </a:rPr>
                        <a:t>129</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HCM-017.021_Payroll Team Member submits Transfer to Subledger Process</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1121171348"/>
                  </a:ext>
                </a:extLst>
              </a:tr>
              <a:tr h="110468">
                <a:tc>
                  <a:txBody>
                    <a:bodyPr/>
                    <a:lstStyle/>
                    <a:p>
                      <a:pPr marL="0" marR="0" algn="ctr">
                        <a:spcBef>
                          <a:spcPts val="0"/>
                        </a:spcBef>
                        <a:spcAft>
                          <a:spcPts val="0"/>
                        </a:spcAft>
                      </a:pPr>
                      <a:r>
                        <a:rPr lang="en-US" sz="400" dirty="0">
                          <a:effectLst/>
                        </a:rPr>
                        <a:t>130</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HCM-017.022_Payroll Team Member Reviews Transfer to Subledger Process results</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1400877"/>
                  </a:ext>
                </a:extLst>
              </a:tr>
              <a:tr h="110468">
                <a:tc>
                  <a:txBody>
                    <a:bodyPr/>
                    <a:lstStyle/>
                    <a:p>
                      <a:pPr marL="0" marR="0" algn="ctr">
                        <a:spcBef>
                          <a:spcPts val="0"/>
                        </a:spcBef>
                        <a:spcAft>
                          <a:spcPts val="0"/>
                        </a:spcAft>
                      </a:pPr>
                      <a:r>
                        <a:rPr lang="en-US" sz="400" dirty="0">
                          <a:effectLst/>
                        </a:rPr>
                        <a:t>131</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HCM-017.023_Payroll Team Member submits Create Accounting Process</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3108281472"/>
                  </a:ext>
                </a:extLst>
              </a:tr>
              <a:tr h="110468">
                <a:tc>
                  <a:txBody>
                    <a:bodyPr/>
                    <a:lstStyle/>
                    <a:p>
                      <a:pPr marL="0" marR="0" algn="ctr">
                        <a:spcBef>
                          <a:spcPts val="0"/>
                        </a:spcBef>
                        <a:spcAft>
                          <a:spcPts val="0"/>
                        </a:spcAft>
                      </a:pPr>
                      <a:r>
                        <a:rPr lang="en-US" sz="400" dirty="0">
                          <a:effectLst/>
                        </a:rPr>
                        <a:t>132</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HCM-017.024_Payroll Team Member Reviews Create Accounting Process results</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2120912219"/>
                  </a:ext>
                </a:extLst>
              </a:tr>
              <a:tr h="110468">
                <a:tc>
                  <a:txBody>
                    <a:bodyPr/>
                    <a:lstStyle/>
                    <a:p>
                      <a:pPr marL="0" marR="0" algn="ctr">
                        <a:spcBef>
                          <a:spcPts val="0"/>
                        </a:spcBef>
                        <a:spcAft>
                          <a:spcPts val="0"/>
                        </a:spcAft>
                      </a:pPr>
                      <a:r>
                        <a:rPr lang="en-US" sz="400" dirty="0">
                          <a:effectLst/>
                        </a:rPr>
                        <a:t>133</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HCM-017.025_Payroll Team Member notifies Finance Team Payroll has been transferred to the General Ledger</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HCM.017</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3590851431"/>
                  </a:ext>
                </a:extLst>
              </a:tr>
              <a:tr h="144776">
                <a:tc>
                  <a:txBody>
                    <a:bodyPr/>
                    <a:lstStyle/>
                    <a:p>
                      <a:pPr marL="0" marR="0" algn="ctr">
                        <a:spcBef>
                          <a:spcPts val="0"/>
                        </a:spcBef>
                        <a:spcAft>
                          <a:spcPts val="0"/>
                        </a:spcAft>
                      </a:pPr>
                      <a:r>
                        <a:rPr lang="en-US" sz="400" dirty="0">
                          <a:effectLst/>
                        </a:rPr>
                        <a:t>134</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HCM-018.008_Payroll Team Member submits calculate Payroll Process for employee on Bi-Weekly Arrears 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2696990129"/>
                  </a:ext>
                </a:extLst>
              </a:tr>
              <a:tr h="110468">
                <a:tc>
                  <a:txBody>
                    <a:bodyPr/>
                    <a:lstStyle/>
                    <a:p>
                      <a:pPr marL="0" marR="0" algn="ctr">
                        <a:spcBef>
                          <a:spcPts val="0"/>
                        </a:spcBef>
                        <a:spcAft>
                          <a:spcPts val="0"/>
                        </a:spcAft>
                      </a:pPr>
                      <a:r>
                        <a:rPr lang="en-US" sz="400" dirty="0">
                          <a:effectLst/>
                        </a:rPr>
                        <a:t>135</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HCM-018.009_Payroll Team Reviews Payroll Process results Bi-Weekly Arrears 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1264949713"/>
                  </a:ext>
                </a:extLst>
              </a:tr>
              <a:tr h="110468">
                <a:tc>
                  <a:txBody>
                    <a:bodyPr/>
                    <a:lstStyle/>
                    <a:p>
                      <a:pPr marL="0" marR="0" algn="ctr">
                        <a:spcBef>
                          <a:spcPts val="0"/>
                        </a:spcBef>
                        <a:spcAft>
                          <a:spcPts val="0"/>
                        </a:spcAft>
                      </a:pPr>
                      <a:r>
                        <a:rPr lang="en-US" sz="400" dirty="0">
                          <a:effectLst/>
                        </a:rPr>
                        <a:t>136</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HCM-018.014_ADP - Payments</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2547319829"/>
                  </a:ext>
                </a:extLst>
              </a:tr>
              <a:tr h="110468">
                <a:tc>
                  <a:txBody>
                    <a:bodyPr/>
                    <a:lstStyle/>
                    <a:p>
                      <a:pPr marL="0" marR="0" algn="ctr">
                        <a:spcBef>
                          <a:spcPts val="0"/>
                        </a:spcBef>
                        <a:spcAft>
                          <a:spcPts val="0"/>
                        </a:spcAft>
                      </a:pPr>
                      <a:r>
                        <a:rPr lang="en-US" sz="400" dirty="0">
                          <a:effectLst/>
                        </a:rPr>
                        <a:t>137</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HCM-018.015_ADP - Garnishments</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1464891801"/>
                  </a:ext>
                </a:extLst>
              </a:tr>
              <a:tr h="110468">
                <a:tc>
                  <a:txBody>
                    <a:bodyPr/>
                    <a:lstStyle/>
                    <a:p>
                      <a:pPr marL="0" marR="0" algn="ctr">
                        <a:spcBef>
                          <a:spcPts val="0"/>
                        </a:spcBef>
                        <a:spcAft>
                          <a:spcPts val="0"/>
                        </a:spcAft>
                      </a:pPr>
                      <a:r>
                        <a:rPr lang="en-US" sz="400" dirty="0">
                          <a:effectLst/>
                        </a:rPr>
                        <a:t>138</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HCM-018.016_ADP - Employment Tax (Periodic)</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697519100"/>
                  </a:ext>
                </a:extLst>
              </a:tr>
              <a:tr h="110468">
                <a:tc>
                  <a:txBody>
                    <a:bodyPr/>
                    <a:lstStyle/>
                    <a:p>
                      <a:pPr marL="0" marR="0" algn="ctr">
                        <a:spcBef>
                          <a:spcPts val="0"/>
                        </a:spcBef>
                        <a:spcAft>
                          <a:spcPts val="0"/>
                        </a:spcAft>
                      </a:pPr>
                      <a:r>
                        <a:rPr lang="en-US" sz="400" dirty="0">
                          <a:effectLst/>
                        </a:rPr>
                        <a:t>139</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HCM-018.017_ADP - Employment Tax (Quarterly)</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2343966606"/>
                  </a:ext>
                </a:extLst>
              </a:tr>
              <a:tr h="110468">
                <a:tc>
                  <a:txBody>
                    <a:bodyPr/>
                    <a:lstStyle/>
                    <a:p>
                      <a:pPr marL="0" marR="0" algn="ctr">
                        <a:spcBef>
                          <a:spcPts val="0"/>
                        </a:spcBef>
                        <a:spcAft>
                          <a:spcPts val="0"/>
                        </a:spcAft>
                      </a:pPr>
                      <a:r>
                        <a:rPr lang="en-US" sz="400" dirty="0">
                          <a:effectLst/>
                        </a:rPr>
                        <a:t>140</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HCM-018.021_Payroll Team Member submits Transfer to Subledger Process</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2628067530"/>
                  </a:ext>
                </a:extLst>
              </a:tr>
              <a:tr h="110468">
                <a:tc>
                  <a:txBody>
                    <a:bodyPr/>
                    <a:lstStyle/>
                    <a:p>
                      <a:pPr marL="0" marR="0" algn="ctr">
                        <a:spcBef>
                          <a:spcPts val="0"/>
                        </a:spcBef>
                        <a:spcAft>
                          <a:spcPts val="0"/>
                        </a:spcAft>
                      </a:pPr>
                      <a:r>
                        <a:rPr lang="en-US" sz="400" dirty="0">
                          <a:effectLst/>
                        </a:rPr>
                        <a:t>141</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HCM-018.022_Payroll Team Member Reviews Transfer to Subledger Process results</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425590039"/>
                  </a:ext>
                </a:extLst>
              </a:tr>
              <a:tr h="110468">
                <a:tc>
                  <a:txBody>
                    <a:bodyPr/>
                    <a:lstStyle/>
                    <a:p>
                      <a:pPr marL="0" marR="0" algn="ctr">
                        <a:spcBef>
                          <a:spcPts val="0"/>
                        </a:spcBef>
                        <a:spcAft>
                          <a:spcPts val="0"/>
                        </a:spcAft>
                      </a:pPr>
                      <a:r>
                        <a:rPr lang="en-US" sz="400" dirty="0">
                          <a:effectLst/>
                        </a:rPr>
                        <a:t>142</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HCM-018.023_Payroll Team Member submits Create Accounting Process</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1745948423"/>
                  </a:ext>
                </a:extLst>
              </a:tr>
              <a:tr h="110468">
                <a:tc>
                  <a:txBody>
                    <a:bodyPr/>
                    <a:lstStyle/>
                    <a:p>
                      <a:pPr marL="0" marR="0" algn="ctr">
                        <a:spcBef>
                          <a:spcPts val="0"/>
                        </a:spcBef>
                        <a:spcAft>
                          <a:spcPts val="0"/>
                        </a:spcAft>
                      </a:pPr>
                      <a:r>
                        <a:rPr lang="en-US" sz="400" dirty="0">
                          <a:effectLst/>
                        </a:rPr>
                        <a:t>143</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HCM-018.024_Payroll Team Member Reviews Create Accounting Process results</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1593955990"/>
                  </a:ext>
                </a:extLst>
              </a:tr>
              <a:tr h="110468">
                <a:tc>
                  <a:txBody>
                    <a:bodyPr/>
                    <a:lstStyle/>
                    <a:p>
                      <a:pPr marL="0" marR="0" algn="ctr">
                        <a:spcBef>
                          <a:spcPts val="0"/>
                        </a:spcBef>
                        <a:spcAft>
                          <a:spcPts val="0"/>
                        </a:spcAft>
                      </a:pPr>
                      <a:r>
                        <a:rPr lang="en-US" sz="400" dirty="0">
                          <a:effectLst/>
                        </a:rPr>
                        <a:t>144</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HCM-018.025_Payroll Team Member notifies Finance Team Payroll has been transferred to the General Ledger</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HCM.018</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3283600021"/>
                  </a:ext>
                </a:extLst>
              </a:tr>
              <a:tr h="110468">
                <a:tc>
                  <a:txBody>
                    <a:bodyPr/>
                    <a:lstStyle/>
                    <a:p>
                      <a:pPr marL="0" marR="0" algn="ctr">
                        <a:spcBef>
                          <a:spcPts val="0"/>
                        </a:spcBef>
                        <a:spcAft>
                          <a:spcPts val="0"/>
                        </a:spcAft>
                      </a:pPr>
                      <a:r>
                        <a:rPr lang="en-US" sz="400" dirty="0">
                          <a:effectLst/>
                        </a:rPr>
                        <a:t>145</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Payroll</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HCM-020.001_Payroll Team Member uploads applicable missing hours/earning entry</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Low</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tc>
                  <a:txBody>
                    <a:bodyPr/>
                    <a:lstStyle/>
                    <a:p>
                      <a:pPr marL="0" marR="0">
                        <a:spcBef>
                          <a:spcPts val="0"/>
                        </a:spcBef>
                        <a:spcAft>
                          <a:spcPts val="0"/>
                        </a:spcAft>
                      </a:pPr>
                      <a:r>
                        <a:rPr lang="en-US" sz="400" dirty="0">
                          <a:effectLst/>
                        </a:rPr>
                        <a:t>HCM.020</a:t>
                      </a:r>
                      <a:endParaRPr lang="en-US" sz="600" dirty="0">
                        <a:effectLst/>
                        <a:latin typeface="Verdana" panose="020B0604030504040204" pitchFamily="34" charset="0"/>
                        <a:ea typeface="Verdana" panose="020B0604030504040204" pitchFamily="34" charset="0"/>
                        <a:cs typeface="Verdana" panose="020B0604030504040204" pitchFamily="34" charset="0"/>
                      </a:endParaRPr>
                    </a:p>
                  </a:txBody>
                  <a:tcPr marL="35210" marR="35210" marT="0" marB="0" anchor="ctr"/>
                </a:tc>
                <a:extLst>
                  <a:ext uri="{0D108BD9-81ED-4DB2-BD59-A6C34878D82A}">
                    <a16:rowId xmlns:a16="http://schemas.microsoft.com/office/drawing/2014/main" val="2592194437"/>
                  </a:ext>
                </a:extLst>
              </a:tr>
            </a:tbl>
          </a:graphicData>
        </a:graphic>
      </p:graphicFrame>
    </p:spTree>
    <p:extLst>
      <p:ext uri="{BB962C8B-B14F-4D97-AF65-F5344CB8AC3E}">
        <p14:creationId xmlns:p14="http://schemas.microsoft.com/office/powerpoint/2010/main" val="1580877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itle 3"/>
          <p:cNvSpPr txBox="1">
            <a:spLocks/>
          </p:cNvSpPr>
          <p:nvPr/>
        </p:nvSpPr>
        <p:spPr>
          <a:xfrm>
            <a:off x="505725" y="247459"/>
            <a:ext cx="11071907" cy="1176550"/>
          </a:xfrm>
          <a:prstGeom prst="rect">
            <a:avLst/>
          </a:prstGeom>
        </p:spPr>
        <p:txBody>
          <a:bodyPr vert="horz" lIns="91440" tIns="45720" rIns="91440" bIns="45720" rtlCol="0" anchor="ctr">
            <a:noAutofit/>
          </a:bodyPr>
          <a:lstStyle>
            <a:lvl1pPr>
              <a:lnSpc>
                <a:spcPct val="90000"/>
              </a:lnSpc>
              <a:spcBef>
                <a:spcPct val="0"/>
              </a:spcBef>
              <a:buNone/>
              <a:defRPr sz="6000" cap="all" spc="50" baseline="0">
                <a:solidFill>
                  <a:schemeClr val="accent1"/>
                </a:solidFill>
                <a:latin typeface="+mj-lt"/>
                <a:ea typeface="+mj-ea"/>
                <a:cs typeface="+mj-cs"/>
              </a:defRPr>
            </a:lvl1pPr>
          </a:lstStyle>
          <a:p>
            <a:r>
              <a:rPr lang="en-US" cap="none" dirty="0"/>
              <a:t>Scenarios Listing</a:t>
            </a:r>
          </a:p>
        </p:txBody>
      </p:sp>
      <p:graphicFrame>
        <p:nvGraphicFramePr>
          <p:cNvPr id="2" name="Table 1">
            <a:extLst>
              <a:ext uri="{FF2B5EF4-FFF2-40B4-BE49-F238E27FC236}">
                <a16:creationId xmlns:a16="http://schemas.microsoft.com/office/drawing/2014/main" id="{0FA5ADBD-79D5-492F-8ED9-322B1E5EDEB8}"/>
              </a:ext>
            </a:extLst>
          </p:cNvPr>
          <p:cNvGraphicFramePr>
            <a:graphicFrameLocks noGrp="1"/>
          </p:cNvGraphicFramePr>
          <p:nvPr>
            <p:extLst>
              <p:ext uri="{D42A27DB-BD31-4B8C-83A1-F6EECF244321}">
                <p14:modId xmlns:p14="http://schemas.microsoft.com/office/powerpoint/2010/main" val="3309653874"/>
              </p:ext>
            </p:extLst>
          </p:nvPr>
        </p:nvGraphicFramePr>
        <p:xfrm>
          <a:off x="505725" y="1293271"/>
          <a:ext cx="5433162" cy="5050963"/>
        </p:xfrm>
        <a:graphic>
          <a:graphicData uri="http://schemas.openxmlformats.org/drawingml/2006/table">
            <a:tbl>
              <a:tblPr firstRow="1" firstCol="1" bandRow="1">
                <a:tableStyleId>{5C22544A-7EE6-4342-B048-85BDC9FD1C3A}</a:tableStyleId>
              </a:tblPr>
              <a:tblGrid>
                <a:gridCol w="389113">
                  <a:extLst>
                    <a:ext uri="{9D8B030D-6E8A-4147-A177-3AD203B41FA5}">
                      <a16:colId xmlns:a16="http://schemas.microsoft.com/office/drawing/2014/main" val="1076829475"/>
                    </a:ext>
                  </a:extLst>
                </a:gridCol>
                <a:gridCol w="507768">
                  <a:extLst>
                    <a:ext uri="{9D8B030D-6E8A-4147-A177-3AD203B41FA5}">
                      <a16:colId xmlns:a16="http://schemas.microsoft.com/office/drawing/2014/main" val="1467394462"/>
                    </a:ext>
                  </a:extLst>
                </a:gridCol>
                <a:gridCol w="3628352">
                  <a:extLst>
                    <a:ext uri="{9D8B030D-6E8A-4147-A177-3AD203B41FA5}">
                      <a16:colId xmlns:a16="http://schemas.microsoft.com/office/drawing/2014/main" val="1064075850"/>
                    </a:ext>
                  </a:extLst>
                </a:gridCol>
                <a:gridCol w="500562">
                  <a:extLst>
                    <a:ext uri="{9D8B030D-6E8A-4147-A177-3AD203B41FA5}">
                      <a16:colId xmlns:a16="http://schemas.microsoft.com/office/drawing/2014/main" val="2653252494"/>
                    </a:ext>
                  </a:extLst>
                </a:gridCol>
                <a:gridCol w="407367">
                  <a:extLst>
                    <a:ext uri="{9D8B030D-6E8A-4147-A177-3AD203B41FA5}">
                      <a16:colId xmlns:a16="http://schemas.microsoft.com/office/drawing/2014/main" val="1918035525"/>
                    </a:ext>
                  </a:extLst>
                </a:gridCol>
              </a:tblGrid>
              <a:tr h="113990">
                <a:tc>
                  <a:txBody>
                    <a:bodyPr/>
                    <a:lstStyle/>
                    <a:p>
                      <a:pPr marL="0" marR="0" algn="ctr">
                        <a:spcBef>
                          <a:spcPts val="0"/>
                        </a:spcBef>
                        <a:spcAft>
                          <a:spcPts val="0"/>
                        </a:spcAft>
                      </a:pPr>
                      <a:r>
                        <a:rPr lang="en-US" sz="400" dirty="0">
                          <a:solidFill>
                            <a:schemeClr val="accent1"/>
                          </a:solidFill>
                          <a:effectLst/>
                        </a:rPr>
                        <a:t>146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HCM-020.002_Payroll Team Member submits Recalculate Payroll for Retroactive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359343823"/>
                  </a:ext>
                </a:extLst>
              </a:tr>
              <a:tr h="113990">
                <a:tc>
                  <a:txBody>
                    <a:bodyPr/>
                    <a:lstStyle/>
                    <a:p>
                      <a:pPr marL="0" marR="0" algn="ctr">
                        <a:spcBef>
                          <a:spcPts val="0"/>
                        </a:spcBef>
                        <a:spcAft>
                          <a:spcPts val="0"/>
                        </a:spcAft>
                      </a:pPr>
                      <a:r>
                        <a:rPr lang="en-US" sz="400" dirty="0">
                          <a:solidFill>
                            <a:schemeClr val="accent1"/>
                          </a:solidFill>
                          <a:effectLst/>
                        </a:rPr>
                        <a:t>147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HCM-020.003_Payroll Team Member Reviews Retro Process results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174719291"/>
                  </a:ext>
                </a:extLst>
              </a:tr>
              <a:tr h="113990">
                <a:tc>
                  <a:txBody>
                    <a:bodyPr/>
                    <a:lstStyle/>
                    <a:p>
                      <a:pPr marL="0" marR="0" algn="ctr">
                        <a:spcBef>
                          <a:spcPts val="0"/>
                        </a:spcBef>
                        <a:spcAft>
                          <a:spcPts val="0"/>
                        </a:spcAft>
                      </a:pPr>
                      <a:r>
                        <a:rPr lang="en-US" sz="400" dirty="0">
                          <a:solidFill>
                            <a:schemeClr val="accent1"/>
                          </a:solidFill>
                          <a:effectLst/>
                        </a:rPr>
                        <a:t>148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HCM-020.004_Payroll Team Member Reviews Payroll Process results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926100365"/>
                  </a:ext>
                </a:extLst>
              </a:tr>
              <a:tr h="113990">
                <a:tc>
                  <a:txBody>
                    <a:bodyPr/>
                    <a:lstStyle/>
                    <a:p>
                      <a:pPr marL="0" marR="0" algn="ctr">
                        <a:spcBef>
                          <a:spcPts val="0"/>
                        </a:spcBef>
                        <a:spcAft>
                          <a:spcPts val="0"/>
                        </a:spcAft>
                      </a:pPr>
                      <a:r>
                        <a:rPr lang="en-US" sz="400" dirty="0">
                          <a:solidFill>
                            <a:schemeClr val="accent1"/>
                          </a:solidFill>
                          <a:effectLst/>
                        </a:rPr>
                        <a:t>149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HCM-020.005_Payroll Team Member submits calculate Payroll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686208887"/>
                  </a:ext>
                </a:extLst>
              </a:tr>
              <a:tr h="113990">
                <a:tc>
                  <a:txBody>
                    <a:bodyPr/>
                    <a:lstStyle/>
                    <a:p>
                      <a:pPr marL="0" marR="0" algn="ctr">
                        <a:spcBef>
                          <a:spcPts val="0"/>
                        </a:spcBef>
                        <a:spcAft>
                          <a:spcPts val="0"/>
                        </a:spcAft>
                      </a:pPr>
                      <a:r>
                        <a:rPr lang="en-US" sz="400" dirty="0">
                          <a:solidFill>
                            <a:schemeClr val="accent1"/>
                          </a:solidFill>
                          <a:effectLst/>
                        </a:rPr>
                        <a:t>150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HCM-020.006_Payroll Team Member Reviews Payroll Process results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818529787"/>
                  </a:ext>
                </a:extLst>
              </a:tr>
              <a:tr h="113990">
                <a:tc>
                  <a:txBody>
                    <a:bodyPr/>
                    <a:lstStyle/>
                    <a:p>
                      <a:pPr marL="0" marR="0" algn="ctr">
                        <a:spcBef>
                          <a:spcPts val="0"/>
                        </a:spcBef>
                        <a:spcAft>
                          <a:spcPts val="0"/>
                        </a:spcAft>
                      </a:pPr>
                      <a:r>
                        <a:rPr lang="en-US" sz="400" dirty="0">
                          <a:solidFill>
                            <a:schemeClr val="accent1"/>
                          </a:solidFill>
                          <a:effectLst/>
                        </a:rPr>
                        <a:t>151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HCM-020.007_Payroll Team generates Pay Slip for employee</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113896979"/>
                  </a:ext>
                </a:extLst>
              </a:tr>
              <a:tr h="113990">
                <a:tc>
                  <a:txBody>
                    <a:bodyPr/>
                    <a:lstStyle/>
                    <a:p>
                      <a:pPr marL="0" marR="0" algn="ctr">
                        <a:spcBef>
                          <a:spcPts val="0"/>
                        </a:spcBef>
                        <a:spcAft>
                          <a:spcPts val="0"/>
                        </a:spcAft>
                      </a:pPr>
                      <a:r>
                        <a:rPr lang="en-US" sz="400" dirty="0">
                          <a:solidFill>
                            <a:schemeClr val="accent1"/>
                          </a:solidFill>
                          <a:effectLst/>
                        </a:rPr>
                        <a:t>152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HCM-021.001_Payroll Team Member uploads applicable bonus amounts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28421347"/>
                  </a:ext>
                </a:extLst>
              </a:tr>
              <a:tr h="113990">
                <a:tc>
                  <a:txBody>
                    <a:bodyPr/>
                    <a:lstStyle/>
                    <a:p>
                      <a:pPr marL="0" marR="0" algn="ctr">
                        <a:spcBef>
                          <a:spcPts val="0"/>
                        </a:spcBef>
                        <a:spcAft>
                          <a:spcPts val="0"/>
                        </a:spcAft>
                      </a:pPr>
                      <a:r>
                        <a:rPr lang="en-US" sz="400" dirty="0">
                          <a:solidFill>
                            <a:schemeClr val="accent1"/>
                          </a:solidFill>
                          <a:effectLst/>
                        </a:rPr>
                        <a:t>153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HCM-021.002_Payroll Team Member submits calculate Payroll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682159298"/>
                  </a:ext>
                </a:extLst>
              </a:tr>
              <a:tr h="113990">
                <a:tc>
                  <a:txBody>
                    <a:bodyPr/>
                    <a:lstStyle/>
                    <a:p>
                      <a:pPr marL="0" marR="0" algn="ctr">
                        <a:spcBef>
                          <a:spcPts val="0"/>
                        </a:spcBef>
                        <a:spcAft>
                          <a:spcPts val="0"/>
                        </a:spcAft>
                      </a:pPr>
                      <a:r>
                        <a:rPr lang="en-US" sz="400" dirty="0">
                          <a:solidFill>
                            <a:schemeClr val="accent1"/>
                          </a:solidFill>
                          <a:effectLst/>
                        </a:rPr>
                        <a:t>154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HCM-021.003_Payroll Team Member Reviews Payroll Process results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183888327"/>
                  </a:ext>
                </a:extLst>
              </a:tr>
              <a:tr h="113990">
                <a:tc>
                  <a:txBody>
                    <a:bodyPr/>
                    <a:lstStyle/>
                    <a:p>
                      <a:pPr marL="0" marR="0" algn="ctr">
                        <a:spcBef>
                          <a:spcPts val="0"/>
                        </a:spcBef>
                        <a:spcAft>
                          <a:spcPts val="0"/>
                        </a:spcAft>
                      </a:pPr>
                      <a:r>
                        <a:rPr lang="en-US" sz="400" dirty="0">
                          <a:solidFill>
                            <a:schemeClr val="accent1"/>
                          </a:solidFill>
                          <a:effectLst/>
                        </a:rPr>
                        <a:t>155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HCM-023.001_Identifies HOA employees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465346348"/>
                  </a:ext>
                </a:extLst>
              </a:tr>
              <a:tr h="113990">
                <a:tc>
                  <a:txBody>
                    <a:bodyPr/>
                    <a:lstStyle/>
                    <a:p>
                      <a:pPr marL="0" marR="0" algn="ctr">
                        <a:spcBef>
                          <a:spcPts val="0"/>
                        </a:spcBef>
                        <a:spcAft>
                          <a:spcPts val="0"/>
                        </a:spcAft>
                      </a:pPr>
                      <a:r>
                        <a:rPr lang="en-US" sz="400" dirty="0">
                          <a:solidFill>
                            <a:schemeClr val="accent1"/>
                          </a:solidFill>
                          <a:effectLst/>
                        </a:rPr>
                        <a:t>156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HCM-023.002_Submits calculate Payroll Process for HOA Team Member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381516544"/>
                  </a:ext>
                </a:extLst>
              </a:tr>
              <a:tr h="113990">
                <a:tc>
                  <a:txBody>
                    <a:bodyPr/>
                    <a:lstStyle/>
                    <a:p>
                      <a:pPr marL="0" marR="0" algn="ctr">
                        <a:spcBef>
                          <a:spcPts val="0"/>
                        </a:spcBef>
                        <a:spcAft>
                          <a:spcPts val="0"/>
                        </a:spcAft>
                      </a:pPr>
                      <a:r>
                        <a:rPr lang="en-US" sz="400" dirty="0">
                          <a:solidFill>
                            <a:schemeClr val="accent1"/>
                          </a:solidFill>
                          <a:effectLst/>
                        </a:rPr>
                        <a:t>157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HCM-023.003_Submits Transfer to Subledger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051478138"/>
                  </a:ext>
                </a:extLst>
              </a:tr>
              <a:tr h="113990">
                <a:tc>
                  <a:txBody>
                    <a:bodyPr/>
                    <a:lstStyle/>
                    <a:p>
                      <a:pPr marL="0" marR="0" algn="ctr">
                        <a:spcBef>
                          <a:spcPts val="0"/>
                        </a:spcBef>
                        <a:spcAft>
                          <a:spcPts val="0"/>
                        </a:spcAft>
                      </a:pPr>
                      <a:r>
                        <a:rPr lang="en-US" sz="400" dirty="0">
                          <a:solidFill>
                            <a:schemeClr val="accent1"/>
                          </a:solidFill>
                          <a:effectLst/>
                        </a:rPr>
                        <a:t>158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HCM-023.004_Reviews Transfer to Subledger Process results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872036756"/>
                  </a:ext>
                </a:extLst>
              </a:tr>
              <a:tr h="113990">
                <a:tc>
                  <a:txBody>
                    <a:bodyPr/>
                    <a:lstStyle/>
                    <a:p>
                      <a:pPr marL="0" marR="0" algn="ctr">
                        <a:spcBef>
                          <a:spcPts val="0"/>
                        </a:spcBef>
                        <a:spcAft>
                          <a:spcPts val="0"/>
                        </a:spcAft>
                      </a:pPr>
                      <a:r>
                        <a:rPr lang="en-US" sz="400" dirty="0">
                          <a:solidFill>
                            <a:schemeClr val="accent1"/>
                          </a:solidFill>
                          <a:effectLst/>
                        </a:rPr>
                        <a:t>159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HCM-023.005_Submits Create Accounting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746383008"/>
                  </a:ext>
                </a:extLst>
              </a:tr>
              <a:tr h="113990">
                <a:tc>
                  <a:txBody>
                    <a:bodyPr/>
                    <a:lstStyle/>
                    <a:p>
                      <a:pPr marL="0" marR="0" algn="ctr">
                        <a:spcBef>
                          <a:spcPts val="0"/>
                        </a:spcBef>
                        <a:spcAft>
                          <a:spcPts val="0"/>
                        </a:spcAft>
                      </a:pPr>
                      <a:r>
                        <a:rPr lang="en-US" sz="400" dirty="0">
                          <a:solidFill>
                            <a:schemeClr val="accent1"/>
                          </a:solidFill>
                          <a:effectLst/>
                        </a:rPr>
                        <a:t>160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HCM-023.006_Reviews Create Accounting Process results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395939441"/>
                  </a:ext>
                </a:extLst>
              </a:tr>
              <a:tr h="113990">
                <a:tc>
                  <a:txBody>
                    <a:bodyPr/>
                    <a:lstStyle/>
                    <a:p>
                      <a:pPr marL="0" marR="0" algn="ctr">
                        <a:spcBef>
                          <a:spcPts val="0"/>
                        </a:spcBef>
                        <a:spcAft>
                          <a:spcPts val="0"/>
                        </a:spcAft>
                      </a:pPr>
                      <a:r>
                        <a:rPr lang="en-US" sz="400" dirty="0">
                          <a:solidFill>
                            <a:schemeClr val="accent1"/>
                          </a:solidFill>
                          <a:effectLst/>
                        </a:rPr>
                        <a:t>161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HCM-023.007_Notifies Finance Team Payroll has been transferred to the General Ledger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300202861"/>
                  </a:ext>
                </a:extLst>
              </a:tr>
              <a:tr h="113990">
                <a:tc>
                  <a:txBody>
                    <a:bodyPr/>
                    <a:lstStyle/>
                    <a:p>
                      <a:pPr marL="0" marR="0" algn="ctr">
                        <a:spcBef>
                          <a:spcPts val="0"/>
                        </a:spcBef>
                        <a:spcAft>
                          <a:spcPts val="0"/>
                        </a:spcAft>
                      </a:pPr>
                      <a:r>
                        <a:rPr lang="en-US" sz="400" dirty="0">
                          <a:solidFill>
                            <a:schemeClr val="accent1"/>
                          </a:solidFill>
                          <a:effectLst/>
                        </a:rPr>
                        <a:t>162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HCM-024.002_HRIS Team Member Completes mass salary upload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627981255"/>
                  </a:ext>
                </a:extLst>
              </a:tr>
              <a:tr h="113990">
                <a:tc>
                  <a:txBody>
                    <a:bodyPr/>
                    <a:lstStyle/>
                    <a:p>
                      <a:pPr marL="0" marR="0" algn="ctr">
                        <a:spcBef>
                          <a:spcPts val="0"/>
                        </a:spcBef>
                        <a:spcAft>
                          <a:spcPts val="0"/>
                        </a:spcAft>
                      </a:pPr>
                      <a:r>
                        <a:rPr lang="en-US" sz="400" dirty="0">
                          <a:solidFill>
                            <a:schemeClr val="accent1"/>
                          </a:solidFill>
                          <a:effectLst/>
                        </a:rPr>
                        <a:t>163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HCM-024.003_Human Resources Team Member Reviews results of mass salary upload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385578929"/>
                  </a:ext>
                </a:extLst>
              </a:tr>
              <a:tr h="113990">
                <a:tc>
                  <a:txBody>
                    <a:bodyPr/>
                    <a:lstStyle/>
                    <a:p>
                      <a:pPr marL="0" marR="0" algn="ctr">
                        <a:spcBef>
                          <a:spcPts val="0"/>
                        </a:spcBef>
                        <a:spcAft>
                          <a:spcPts val="0"/>
                        </a:spcAft>
                      </a:pPr>
                      <a:r>
                        <a:rPr lang="en-US" sz="400" dirty="0">
                          <a:solidFill>
                            <a:schemeClr val="accent1"/>
                          </a:solidFill>
                          <a:effectLst/>
                        </a:rPr>
                        <a:t>164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HCM-024.004_Payroll Team Member Submits calculate Payroll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589734419"/>
                  </a:ext>
                </a:extLst>
              </a:tr>
              <a:tr h="113990">
                <a:tc>
                  <a:txBody>
                    <a:bodyPr/>
                    <a:lstStyle/>
                    <a:p>
                      <a:pPr marL="0" marR="0" algn="ctr">
                        <a:spcBef>
                          <a:spcPts val="0"/>
                        </a:spcBef>
                        <a:spcAft>
                          <a:spcPts val="0"/>
                        </a:spcAft>
                      </a:pPr>
                      <a:r>
                        <a:rPr lang="en-US" sz="400" dirty="0">
                          <a:solidFill>
                            <a:schemeClr val="accent1"/>
                          </a:solidFill>
                          <a:effectLst/>
                        </a:rPr>
                        <a:t>165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Payroll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HCM-024.005_Payroll Team Member Reviews Payroll Process results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201665814"/>
                  </a:ext>
                </a:extLst>
              </a:tr>
              <a:tr h="113990">
                <a:tc>
                  <a:txBody>
                    <a:bodyPr/>
                    <a:lstStyle/>
                    <a:p>
                      <a:pPr marL="0" marR="0" algn="ctr">
                        <a:spcBef>
                          <a:spcPts val="0"/>
                        </a:spcBef>
                        <a:spcAft>
                          <a:spcPts val="0"/>
                        </a:spcAft>
                      </a:pPr>
                      <a:r>
                        <a:rPr lang="en-US" sz="400" dirty="0">
                          <a:solidFill>
                            <a:schemeClr val="accent1"/>
                          </a:solidFill>
                          <a:effectLst/>
                        </a:rPr>
                        <a:t>166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HCM-007.017_First feed to HCM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906694443"/>
                  </a:ext>
                </a:extLst>
              </a:tr>
              <a:tr h="113990">
                <a:tc>
                  <a:txBody>
                    <a:bodyPr/>
                    <a:lstStyle/>
                    <a:p>
                      <a:pPr marL="0" marR="0" algn="ctr">
                        <a:spcBef>
                          <a:spcPts val="0"/>
                        </a:spcBef>
                        <a:spcAft>
                          <a:spcPts val="0"/>
                        </a:spcAft>
                      </a:pPr>
                      <a:r>
                        <a:rPr lang="en-US" sz="400" dirty="0">
                          <a:solidFill>
                            <a:schemeClr val="accent1"/>
                          </a:solidFill>
                          <a:effectLst/>
                        </a:rPr>
                        <a:t>167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HCM-007.018_Employee number will be updated in Taleo</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640577641"/>
                  </a:ext>
                </a:extLst>
              </a:tr>
              <a:tr h="113990">
                <a:tc>
                  <a:txBody>
                    <a:bodyPr/>
                    <a:lstStyle/>
                    <a:p>
                      <a:pPr marL="0" marR="0" algn="ctr">
                        <a:spcBef>
                          <a:spcPts val="0"/>
                        </a:spcBef>
                        <a:spcAft>
                          <a:spcPts val="0"/>
                        </a:spcAft>
                      </a:pPr>
                      <a:r>
                        <a:rPr lang="en-US" sz="400" dirty="0">
                          <a:solidFill>
                            <a:schemeClr val="accent1"/>
                          </a:solidFill>
                          <a:effectLst/>
                        </a:rPr>
                        <a:t>168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HCM-007.019_HR Assistant receives New Hire Transitions Checklist correspondence</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180129050"/>
                  </a:ext>
                </a:extLst>
              </a:tr>
              <a:tr h="113990">
                <a:tc>
                  <a:txBody>
                    <a:bodyPr/>
                    <a:lstStyle/>
                    <a:p>
                      <a:pPr marL="0" marR="0" algn="ctr">
                        <a:spcBef>
                          <a:spcPts val="0"/>
                        </a:spcBef>
                        <a:spcAft>
                          <a:spcPts val="0"/>
                        </a:spcAft>
                      </a:pPr>
                      <a:r>
                        <a:rPr lang="en-US" sz="400" dirty="0">
                          <a:solidFill>
                            <a:schemeClr val="accent1"/>
                          </a:solidFill>
                          <a:effectLst/>
                        </a:rPr>
                        <a:t>169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HCM-007.020_Second feed to HCM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638593129"/>
                  </a:ext>
                </a:extLst>
              </a:tr>
              <a:tr h="113990">
                <a:tc>
                  <a:txBody>
                    <a:bodyPr/>
                    <a:lstStyle/>
                    <a:p>
                      <a:pPr marL="0" marR="0" algn="ctr">
                        <a:spcBef>
                          <a:spcPts val="0"/>
                        </a:spcBef>
                        <a:spcAft>
                          <a:spcPts val="0"/>
                        </a:spcAft>
                      </a:pPr>
                      <a:r>
                        <a:rPr lang="en-US" sz="400" dirty="0">
                          <a:solidFill>
                            <a:schemeClr val="accent1"/>
                          </a:solidFill>
                          <a:effectLst/>
                        </a:rPr>
                        <a:t>170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HCM-007.021_Update status to Hire- To be Hired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903075553"/>
                  </a:ext>
                </a:extLst>
              </a:tr>
              <a:tr h="113990">
                <a:tc>
                  <a:txBody>
                    <a:bodyPr/>
                    <a:lstStyle/>
                    <a:p>
                      <a:pPr marL="0" marR="0" algn="ctr">
                        <a:spcBef>
                          <a:spcPts val="0"/>
                        </a:spcBef>
                        <a:spcAft>
                          <a:spcPts val="0"/>
                        </a:spcAft>
                      </a:pPr>
                      <a:r>
                        <a:rPr lang="en-US" sz="400" dirty="0">
                          <a:solidFill>
                            <a:schemeClr val="accent1"/>
                          </a:solidFill>
                          <a:effectLst/>
                        </a:rPr>
                        <a:t>171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HCM-007.022_Candidate is marked as internal candidate</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249871076"/>
                  </a:ext>
                </a:extLst>
              </a:tr>
              <a:tr h="113990">
                <a:tc>
                  <a:txBody>
                    <a:bodyPr/>
                    <a:lstStyle/>
                    <a:p>
                      <a:pPr marL="0" marR="0" algn="ctr">
                        <a:spcBef>
                          <a:spcPts val="0"/>
                        </a:spcBef>
                        <a:spcAft>
                          <a:spcPts val="0"/>
                        </a:spcAft>
                      </a:pPr>
                      <a:r>
                        <a:rPr lang="en-US" sz="400" dirty="0">
                          <a:solidFill>
                            <a:schemeClr val="accent1"/>
                          </a:solidFill>
                          <a:effectLst/>
                        </a:rPr>
                        <a:t>172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HCM-007.023_System marks the candidate as Hire-Hired after 7 days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576580493"/>
                  </a:ext>
                </a:extLst>
              </a:tr>
              <a:tr h="149393">
                <a:tc>
                  <a:txBody>
                    <a:bodyPr/>
                    <a:lstStyle/>
                    <a:p>
                      <a:pPr marL="0" marR="0" algn="ctr">
                        <a:spcBef>
                          <a:spcPts val="0"/>
                        </a:spcBef>
                        <a:spcAft>
                          <a:spcPts val="0"/>
                        </a:spcAft>
                      </a:pPr>
                      <a:r>
                        <a:rPr lang="en-US" sz="400" dirty="0">
                          <a:solidFill>
                            <a:schemeClr val="accent1"/>
                          </a:solidFill>
                          <a:effectLst/>
                        </a:rPr>
                        <a:t>173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HCM-007.024_HR Specialist - Validate information for Newly Hired Employees and update as required (Cancel Hire; Visa; Assign Direct Reports)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597147403"/>
                  </a:ext>
                </a:extLst>
              </a:tr>
              <a:tr h="113990">
                <a:tc>
                  <a:txBody>
                    <a:bodyPr/>
                    <a:lstStyle/>
                    <a:p>
                      <a:pPr marL="0" marR="0" algn="ctr">
                        <a:spcBef>
                          <a:spcPts val="0"/>
                        </a:spcBef>
                        <a:spcAft>
                          <a:spcPts val="0"/>
                        </a:spcAft>
                      </a:pPr>
                      <a:r>
                        <a:rPr lang="en-US" sz="400" dirty="0">
                          <a:solidFill>
                            <a:schemeClr val="accent1"/>
                          </a:solidFill>
                          <a:effectLst/>
                        </a:rPr>
                        <a:t>174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HCM-007.001_Hiring Manager in Japan creates Salaried Requisition</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897302481"/>
                  </a:ext>
                </a:extLst>
              </a:tr>
              <a:tr h="113990">
                <a:tc>
                  <a:txBody>
                    <a:bodyPr/>
                    <a:lstStyle/>
                    <a:p>
                      <a:pPr marL="0" marR="0" algn="ctr">
                        <a:spcBef>
                          <a:spcPts val="0"/>
                        </a:spcBef>
                        <a:spcAft>
                          <a:spcPts val="0"/>
                        </a:spcAft>
                      </a:pPr>
                      <a:r>
                        <a:rPr lang="en-US" sz="400" dirty="0">
                          <a:solidFill>
                            <a:schemeClr val="accent1"/>
                          </a:solidFill>
                          <a:effectLst/>
                        </a:rPr>
                        <a:t>175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HCM-007.002_Recruiter approves requisition</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857331921"/>
                  </a:ext>
                </a:extLst>
              </a:tr>
              <a:tr h="113990">
                <a:tc>
                  <a:txBody>
                    <a:bodyPr/>
                    <a:lstStyle/>
                    <a:p>
                      <a:pPr marL="0" marR="0" algn="ctr">
                        <a:spcBef>
                          <a:spcPts val="0"/>
                        </a:spcBef>
                        <a:spcAft>
                          <a:spcPts val="0"/>
                        </a:spcAft>
                      </a:pPr>
                      <a:r>
                        <a:rPr lang="en-US" sz="400" dirty="0">
                          <a:solidFill>
                            <a:schemeClr val="accent1"/>
                          </a:solidFill>
                          <a:effectLst/>
                        </a:rPr>
                        <a:t>176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HCM-007.003_Recruiter posts job</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30932299"/>
                  </a:ext>
                </a:extLst>
              </a:tr>
              <a:tr h="113990">
                <a:tc>
                  <a:txBody>
                    <a:bodyPr/>
                    <a:lstStyle/>
                    <a:p>
                      <a:pPr marL="0" marR="0" algn="ctr">
                        <a:spcBef>
                          <a:spcPts val="0"/>
                        </a:spcBef>
                        <a:spcAft>
                          <a:spcPts val="0"/>
                        </a:spcAft>
                      </a:pPr>
                      <a:r>
                        <a:rPr lang="en-US" sz="400" dirty="0">
                          <a:solidFill>
                            <a:schemeClr val="accent1"/>
                          </a:solidFill>
                          <a:effectLst/>
                        </a:rPr>
                        <a:t>177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HCM-007.004_Open Requisition feed from Taleo to Symphony</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31202274"/>
                  </a:ext>
                </a:extLst>
              </a:tr>
              <a:tr h="113990">
                <a:tc>
                  <a:txBody>
                    <a:bodyPr/>
                    <a:lstStyle/>
                    <a:p>
                      <a:pPr marL="0" marR="0" algn="ctr">
                        <a:spcBef>
                          <a:spcPts val="0"/>
                        </a:spcBef>
                        <a:spcAft>
                          <a:spcPts val="0"/>
                        </a:spcAft>
                      </a:pPr>
                      <a:r>
                        <a:rPr lang="en-US" sz="400" dirty="0">
                          <a:solidFill>
                            <a:schemeClr val="accent1"/>
                          </a:solidFill>
                          <a:effectLst/>
                        </a:rPr>
                        <a:t>178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HCM-007.005_Candidate searches and applies for job</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679922819"/>
                  </a:ext>
                </a:extLst>
              </a:tr>
              <a:tr h="113990">
                <a:tc>
                  <a:txBody>
                    <a:bodyPr/>
                    <a:lstStyle/>
                    <a:p>
                      <a:pPr marL="0" marR="0" algn="ctr">
                        <a:spcBef>
                          <a:spcPts val="0"/>
                        </a:spcBef>
                        <a:spcAft>
                          <a:spcPts val="0"/>
                        </a:spcAft>
                      </a:pPr>
                      <a:r>
                        <a:rPr lang="en-US" sz="400" dirty="0">
                          <a:solidFill>
                            <a:schemeClr val="accent1"/>
                          </a:solidFill>
                          <a:effectLst/>
                        </a:rPr>
                        <a:t>179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HCM-007.006_Recruiter views candidates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831450368"/>
                  </a:ext>
                </a:extLst>
              </a:tr>
              <a:tr h="113990">
                <a:tc>
                  <a:txBody>
                    <a:bodyPr/>
                    <a:lstStyle/>
                    <a:p>
                      <a:pPr marL="0" marR="0" algn="ctr">
                        <a:spcBef>
                          <a:spcPts val="0"/>
                        </a:spcBef>
                        <a:spcAft>
                          <a:spcPts val="0"/>
                        </a:spcAft>
                      </a:pPr>
                      <a:r>
                        <a:rPr lang="en-US" sz="400" dirty="0">
                          <a:solidFill>
                            <a:schemeClr val="accent1"/>
                          </a:solidFill>
                          <a:effectLst/>
                        </a:rPr>
                        <a:t>180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HCM-007.007_Recruiter moves candidate through CSW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234912017"/>
                  </a:ext>
                </a:extLst>
              </a:tr>
              <a:tr h="113990">
                <a:tc>
                  <a:txBody>
                    <a:bodyPr/>
                    <a:lstStyle/>
                    <a:p>
                      <a:pPr marL="0" marR="0" algn="ctr">
                        <a:spcBef>
                          <a:spcPts val="0"/>
                        </a:spcBef>
                        <a:spcAft>
                          <a:spcPts val="0"/>
                        </a:spcAft>
                      </a:pPr>
                      <a:r>
                        <a:rPr lang="en-US" sz="400" dirty="0">
                          <a:solidFill>
                            <a:schemeClr val="accent1"/>
                          </a:solidFill>
                          <a:effectLst/>
                        </a:rPr>
                        <a:t>181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HCM-007.008_Recruiter creates offer and requests approval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921512839"/>
                  </a:ext>
                </a:extLst>
              </a:tr>
              <a:tr h="113990">
                <a:tc>
                  <a:txBody>
                    <a:bodyPr/>
                    <a:lstStyle/>
                    <a:p>
                      <a:pPr marL="0" marR="0" algn="ctr">
                        <a:spcBef>
                          <a:spcPts val="0"/>
                        </a:spcBef>
                        <a:spcAft>
                          <a:spcPts val="0"/>
                        </a:spcAft>
                      </a:pPr>
                      <a:r>
                        <a:rPr lang="en-US" sz="400" dirty="0">
                          <a:solidFill>
                            <a:schemeClr val="accent1"/>
                          </a:solidFill>
                          <a:effectLst/>
                        </a:rPr>
                        <a:t>182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HCM-007.009_Hiring Manager reviews and approves offer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136565365"/>
                  </a:ext>
                </a:extLst>
              </a:tr>
              <a:tr h="113990">
                <a:tc>
                  <a:txBody>
                    <a:bodyPr/>
                    <a:lstStyle/>
                    <a:p>
                      <a:pPr marL="0" marR="0" algn="ctr">
                        <a:spcBef>
                          <a:spcPts val="0"/>
                        </a:spcBef>
                        <a:spcAft>
                          <a:spcPts val="0"/>
                        </a:spcAft>
                      </a:pPr>
                      <a:r>
                        <a:rPr lang="en-US" sz="400" dirty="0">
                          <a:solidFill>
                            <a:schemeClr val="accent1"/>
                          </a:solidFill>
                          <a:effectLst/>
                        </a:rPr>
                        <a:t>183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HCM-007.010_Recruiter extends e-offer to Candidate</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456425839"/>
                  </a:ext>
                </a:extLst>
              </a:tr>
              <a:tr h="113990">
                <a:tc>
                  <a:txBody>
                    <a:bodyPr/>
                    <a:lstStyle/>
                    <a:p>
                      <a:pPr marL="0" marR="0" algn="ctr">
                        <a:spcBef>
                          <a:spcPts val="0"/>
                        </a:spcBef>
                        <a:spcAft>
                          <a:spcPts val="0"/>
                        </a:spcAft>
                      </a:pPr>
                      <a:r>
                        <a:rPr lang="en-US" sz="400" dirty="0">
                          <a:solidFill>
                            <a:schemeClr val="accent1"/>
                          </a:solidFill>
                          <a:effectLst/>
                        </a:rPr>
                        <a:t>184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HCM-007.011_Candidate accepts e-offer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716952735"/>
                  </a:ext>
                </a:extLst>
              </a:tr>
              <a:tr h="113990">
                <a:tc>
                  <a:txBody>
                    <a:bodyPr/>
                    <a:lstStyle/>
                    <a:p>
                      <a:pPr marL="0" marR="0" algn="ctr">
                        <a:spcBef>
                          <a:spcPts val="0"/>
                        </a:spcBef>
                        <a:spcAft>
                          <a:spcPts val="0"/>
                        </a:spcAft>
                      </a:pPr>
                      <a:r>
                        <a:rPr lang="en-US" sz="400" dirty="0">
                          <a:solidFill>
                            <a:schemeClr val="accent1"/>
                          </a:solidFill>
                          <a:effectLst/>
                        </a:rPr>
                        <a:t>185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HCM-007.012_Recruiter Requisition Owner receives email</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578690688"/>
                  </a:ext>
                </a:extLst>
              </a:tr>
              <a:tr h="113990">
                <a:tc>
                  <a:txBody>
                    <a:bodyPr/>
                    <a:lstStyle/>
                    <a:p>
                      <a:pPr marL="0" marR="0" algn="ctr">
                        <a:spcBef>
                          <a:spcPts val="0"/>
                        </a:spcBef>
                        <a:spcAft>
                          <a:spcPts val="0"/>
                        </a:spcAft>
                      </a:pPr>
                      <a:r>
                        <a:rPr lang="en-US" sz="400" dirty="0">
                          <a:solidFill>
                            <a:schemeClr val="accent1"/>
                          </a:solidFill>
                          <a:effectLst/>
                        </a:rPr>
                        <a:t>186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HCM-007.013_Candidate completes Personal Information form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381097744"/>
                  </a:ext>
                </a:extLst>
              </a:tr>
              <a:tr h="113990">
                <a:tc>
                  <a:txBody>
                    <a:bodyPr/>
                    <a:lstStyle/>
                    <a:p>
                      <a:pPr marL="0" marR="0" algn="ctr">
                        <a:spcBef>
                          <a:spcPts val="0"/>
                        </a:spcBef>
                        <a:spcAft>
                          <a:spcPts val="0"/>
                        </a:spcAft>
                      </a:pPr>
                      <a:r>
                        <a:rPr lang="en-US" sz="400" dirty="0">
                          <a:solidFill>
                            <a:schemeClr val="accent1"/>
                          </a:solidFill>
                          <a:effectLst/>
                        </a:rPr>
                        <a:t>187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HCM-007.014_Candidate completes remaining onboarding forms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1566089800"/>
                  </a:ext>
                </a:extLst>
              </a:tr>
              <a:tr h="113990">
                <a:tc>
                  <a:txBody>
                    <a:bodyPr/>
                    <a:lstStyle/>
                    <a:p>
                      <a:pPr marL="0" marR="0" algn="ctr">
                        <a:spcBef>
                          <a:spcPts val="0"/>
                        </a:spcBef>
                        <a:spcAft>
                          <a:spcPts val="0"/>
                        </a:spcAft>
                      </a:pPr>
                      <a:r>
                        <a:rPr lang="en-US" sz="400" dirty="0">
                          <a:solidFill>
                            <a:schemeClr val="accent1"/>
                          </a:solidFill>
                          <a:effectLst/>
                        </a:rPr>
                        <a:t>188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HCM-007.015_Rehire Verification</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546494391"/>
                  </a:ext>
                </a:extLst>
              </a:tr>
              <a:tr h="113990">
                <a:tc>
                  <a:txBody>
                    <a:bodyPr/>
                    <a:lstStyle/>
                    <a:p>
                      <a:pPr marL="0" marR="0" algn="ctr">
                        <a:spcBef>
                          <a:spcPts val="0"/>
                        </a:spcBef>
                        <a:spcAft>
                          <a:spcPts val="0"/>
                        </a:spcAft>
                      </a:pPr>
                      <a:r>
                        <a:rPr lang="en-US" sz="400" dirty="0">
                          <a:solidFill>
                            <a:schemeClr val="accent1"/>
                          </a:solidFill>
                          <a:effectLst/>
                        </a:rPr>
                        <a:t>189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HCM-007.016_Recruiter completes Rehire Verification task</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tc>
                  <a:txBody>
                    <a:bodyPr/>
                    <a:lstStyle/>
                    <a:p>
                      <a:pPr marL="0" marR="0">
                        <a:spcBef>
                          <a:spcPts val="0"/>
                        </a:spcBef>
                        <a:spcAft>
                          <a:spcPts val="0"/>
                        </a:spcAft>
                      </a:pPr>
                      <a:r>
                        <a:rPr lang="en-US" sz="400" dirty="0">
                          <a:solidFill>
                            <a:schemeClr val="accent1"/>
                          </a:solidFill>
                          <a:effectLst/>
                        </a:rPr>
                        <a:t>HCM.029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97" marR="36197" marT="0" marB="0" anchor="ctr"/>
                </a:tc>
                <a:extLst>
                  <a:ext uri="{0D108BD9-81ED-4DB2-BD59-A6C34878D82A}">
                    <a16:rowId xmlns:a16="http://schemas.microsoft.com/office/drawing/2014/main" val="2310577645"/>
                  </a:ext>
                </a:extLst>
              </a:tr>
            </a:tbl>
          </a:graphicData>
        </a:graphic>
      </p:graphicFrame>
      <p:graphicFrame>
        <p:nvGraphicFramePr>
          <p:cNvPr id="4" name="Table 3">
            <a:extLst>
              <a:ext uri="{FF2B5EF4-FFF2-40B4-BE49-F238E27FC236}">
                <a16:creationId xmlns:a16="http://schemas.microsoft.com/office/drawing/2014/main" id="{E571A615-134F-450A-95E1-A21272E9597F}"/>
              </a:ext>
            </a:extLst>
          </p:cNvPr>
          <p:cNvGraphicFramePr>
            <a:graphicFrameLocks noGrp="1"/>
          </p:cNvGraphicFramePr>
          <p:nvPr>
            <p:extLst>
              <p:ext uri="{D42A27DB-BD31-4B8C-83A1-F6EECF244321}">
                <p14:modId xmlns:p14="http://schemas.microsoft.com/office/powerpoint/2010/main" val="415490014"/>
              </p:ext>
            </p:extLst>
          </p:nvPr>
        </p:nvGraphicFramePr>
        <p:xfrm>
          <a:off x="6115739" y="1293270"/>
          <a:ext cx="5667766" cy="5050964"/>
        </p:xfrm>
        <a:graphic>
          <a:graphicData uri="http://schemas.openxmlformats.org/drawingml/2006/table">
            <a:tbl>
              <a:tblPr firstRow="1" firstCol="1" bandRow="1">
                <a:tableStyleId>{5C22544A-7EE6-4342-B048-85BDC9FD1C3A}</a:tableStyleId>
              </a:tblPr>
              <a:tblGrid>
                <a:gridCol w="405914">
                  <a:extLst>
                    <a:ext uri="{9D8B030D-6E8A-4147-A177-3AD203B41FA5}">
                      <a16:colId xmlns:a16="http://schemas.microsoft.com/office/drawing/2014/main" val="3479655626"/>
                    </a:ext>
                  </a:extLst>
                </a:gridCol>
                <a:gridCol w="529693">
                  <a:extLst>
                    <a:ext uri="{9D8B030D-6E8A-4147-A177-3AD203B41FA5}">
                      <a16:colId xmlns:a16="http://schemas.microsoft.com/office/drawing/2014/main" val="1542608417"/>
                    </a:ext>
                  </a:extLst>
                </a:gridCol>
                <a:gridCol w="3785025">
                  <a:extLst>
                    <a:ext uri="{9D8B030D-6E8A-4147-A177-3AD203B41FA5}">
                      <a16:colId xmlns:a16="http://schemas.microsoft.com/office/drawing/2014/main" val="396713225"/>
                    </a:ext>
                  </a:extLst>
                </a:gridCol>
                <a:gridCol w="522177">
                  <a:extLst>
                    <a:ext uri="{9D8B030D-6E8A-4147-A177-3AD203B41FA5}">
                      <a16:colId xmlns:a16="http://schemas.microsoft.com/office/drawing/2014/main" val="913384301"/>
                    </a:ext>
                  </a:extLst>
                </a:gridCol>
                <a:gridCol w="424957">
                  <a:extLst>
                    <a:ext uri="{9D8B030D-6E8A-4147-A177-3AD203B41FA5}">
                      <a16:colId xmlns:a16="http://schemas.microsoft.com/office/drawing/2014/main" val="3118594973"/>
                    </a:ext>
                  </a:extLst>
                </a:gridCol>
              </a:tblGrid>
              <a:tr h="109458">
                <a:tc>
                  <a:txBody>
                    <a:bodyPr/>
                    <a:lstStyle/>
                    <a:p>
                      <a:pPr marL="0" marR="0" algn="ctr">
                        <a:spcBef>
                          <a:spcPts val="0"/>
                        </a:spcBef>
                        <a:spcAft>
                          <a:spcPts val="0"/>
                        </a:spcAft>
                      </a:pPr>
                      <a:r>
                        <a:rPr lang="en-US" sz="500" dirty="0">
                          <a:solidFill>
                            <a:schemeClr val="accent1"/>
                          </a:solidFill>
                          <a:effectLst/>
                        </a:rPr>
                        <a:t>190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AP</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W2W-032-Create recurring invoice</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3839560701"/>
                  </a:ext>
                </a:extLst>
              </a:tr>
              <a:tr h="109458">
                <a:tc>
                  <a:txBody>
                    <a:bodyPr/>
                    <a:lstStyle/>
                    <a:p>
                      <a:pPr marL="0" marR="0" algn="ctr">
                        <a:spcBef>
                          <a:spcPts val="0"/>
                        </a:spcBef>
                        <a:spcAft>
                          <a:spcPts val="0"/>
                        </a:spcAft>
                      </a:pPr>
                      <a:r>
                        <a:rPr lang="en-US" sz="500" dirty="0">
                          <a:solidFill>
                            <a:schemeClr val="accent1"/>
                          </a:solidFill>
                          <a:effectLst/>
                        </a:rPr>
                        <a:t>191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AP</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W2W-031-Create invoice using spreadsheet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379236212"/>
                  </a:ext>
                </a:extLst>
              </a:tr>
              <a:tr h="109458">
                <a:tc>
                  <a:txBody>
                    <a:bodyPr/>
                    <a:lstStyle/>
                    <a:p>
                      <a:pPr marL="0" marR="0" algn="ctr">
                        <a:spcBef>
                          <a:spcPts val="0"/>
                        </a:spcBef>
                        <a:spcAft>
                          <a:spcPts val="0"/>
                        </a:spcAft>
                      </a:pPr>
                      <a:r>
                        <a:rPr lang="en-US" sz="500" dirty="0">
                          <a:solidFill>
                            <a:schemeClr val="accent1"/>
                          </a:solidFill>
                          <a:effectLst/>
                        </a:rPr>
                        <a:t>192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AP</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W2W-227-DO NOT Flag the supplier for tax reporting</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1079825641"/>
                  </a:ext>
                </a:extLst>
              </a:tr>
              <a:tr h="155464">
                <a:tc>
                  <a:txBody>
                    <a:bodyPr/>
                    <a:lstStyle/>
                    <a:p>
                      <a:pPr marL="0" marR="0" algn="ctr">
                        <a:spcBef>
                          <a:spcPts val="0"/>
                        </a:spcBef>
                        <a:spcAft>
                          <a:spcPts val="0"/>
                        </a:spcAft>
                      </a:pPr>
                      <a:r>
                        <a:rPr lang="en-US" sz="500" dirty="0">
                          <a:solidFill>
                            <a:schemeClr val="accent1"/>
                          </a:solidFill>
                          <a:effectLst/>
                        </a:rPr>
                        <a:t>193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AP</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W2W-231-Run the Update Utilities Income Tax Reporting (out of the box) for the vendor to update invoices.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658958923"/>
                  </a:ext>
                </a:extLst>
              </a:tr>
              <a:tr h="109458">
                <a:tc>
                  <a:txBody>
                    <a:bodyPr/>
                    <a:lstStyle/>
                    <a:p>
                      <a:pPr marL="0" marR="0" algn="ctr">
                        <a:spcBef>
                          <a:spcPts val="0"/>
                        </a:spcBef>
                        <a:spcAft>
                          <a:spcPts val="0"/>
                        </a:spcAft>
                      </a:pPr>
                      <a:r>
                        <a:rPr lang="en-US" sz="500" dirty="0">
                          <a:solidFill>
                            <a:schemeClr val="accent1"/>
                          </a:solidFill>
                          <a:effectLst/>
                        </a:rPr>
                        <a:t>194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AP</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W2W-246-Release a hold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581547687"/>
                  </a:ext>
                </a:extLst>
              </a:tr>
              <a:tr h="109458">
                <a:tc>
                  <a:txBody>
                    <a:bodyPr/>
                    <a:lstStyle/>
                    <a:p>
                      <a:pPr marL="0" marR="0" algn="ctr">
                        <a:spcBef>
                          <a:spcPts val="0"/>
                        </a:spcBef>
                        <a:spcAft>
                          <a:spcPts val="0"/>
                        </a:spcAft>
                      </a:pPr>
                      <a:r>
                        <a:rPr lang="en-US" sz="500" dirty="0">
                          <a:solidFill>
                            <a:schemeClr val="accent1"/>
                          </a:solidFill>
                          <a:effectLst/>
                        </a:rPr>
                        <a:t>195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AP</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W2W-234-Run supplier report to include supplier sites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149733141"/>
                  </a:ext>
                </a:extLst>
              </a:tr>
              <a:tr h="109458">
                <a:tc>
                  <a:txBody>
                    <a:bodyPr/>
                    <a:lstStyle/>
                    <a:p>
                      <a:pPr marL="0" marR="0" algn="ctr">
                        <a:spcBef>
                          <a:spcPts val="0"/>
                        </a:spcBef>
                        <a:spcAft>
                          <a:spcPts val="0"/>
                        </a:spcAft>
                      </a:pPr>
                      <a:r>
                        <a:rPr lang="en-US" sz="500" dirty="0">
                          <a:solidFill>
                            <a:schemeClr val="accent1"/>
                          </a:solidFill>
                          <a:effectLst/>
                        </a:rPr>
                        <a:t>196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AP</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W2W-244-Validate tolerance is configured and working</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2285040518"/>
                  </a:ext>
                </a:extLst>
              </a:tr>
              <a:tr h="109458">
                <a:tc>
                  <a:txBody>
                    <a:bodyPr/>
                    <a:lstStyle/>
                    <a:p>
                      <a:pPr marL="0" marR="0" algn="ctr">
                        <a:spcBef>
                          <a:spcPts val="0"/>
                        </a:spcBef>
                        <a:spcAft>
                          <a:spcPts val="0"/>
                        </a:spcAft>
                      </a:pPr>
                      <a:r>
                        <a:rPr lang="en-US" sz="500" dirty="0">
                          <a:solidFill>
                            <a:schemeClr val="accent1"/>
                          </a:solidFill>
                          <a:effectLst/>
                        </a:rPr>
                        <a:t>197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AP</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AP-110 - Run Multiperiod Accounting program periodically</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1862279144"/>
                  </a:ext>
                </a:extLst>
              </a:tr>
              <a:tr h="109458">
                <a:tc>
                  <a:txBody>
                    <a:bodyPr/>
                    <a:lstStyle/>
                    <a:p>
                      <a:pPr marL="0" marR="0" algn="ctr">
                        <a:spcBef>
                          <a:spcPts val="0"/>
                        </a:spcBef>
                        <a:spcAft>
                          <a:spcPts val="0"/>
                        </a:spcAft>
                      </a:pPr>
                      <a:r>
                        <a:rPr lang="en-US" sz="500" dirty="0">
                          <a:solidFill>
                            <a:schemeClr val="accent1"/>
                          </a:solidFill>
                          <a:effectLst/>
                        </a:rPr>
                        <a:t>198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AP</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W2W-245-Duplicate Invoice Check</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3822113883"/>
                  </a:ext>
                </a:extLst>
              </a:tr>
              <a:tr h="109458">
                <a:tc>
                  <a:txBody>
                    <a:bodyPr/>
                    <a:lstStyle/>
                    <a:p>
                      <a:pPr marL="0" marR="0" algn="ctr">
                        <a:spcBef>
                          <a:spcPts val="0"/>
                        </a:spcBef>
                        <a:spcAft>
                          <a:spcPts val="0"/>
                        </a:spcAft>
                      </a:pPr>
                      <a:r>
                        <a:rPr lang="en-US" sz="500" dirty="0">
                          <a:solidFill>
                            <a:schemeClr val="accent1"/>
                          </a:solidFill>
                          <a:effectLst/>
                        </a:rPr>
                        <a:t>199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AP</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W2W-027-Update Supplier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1540692337"/>
                  </a:ext>
                </a:extLst>
              </a:tr>
              <a:tr h="109458">
                <a:tc>
                  <a:txBody>
                    <a:bodyPr/>
                    <a:lstStyle/>
                    <a:p>
                      <a:pPr marL="0" marR="0" algn="ctr">
                        <a:spcBef>
                          <a:spcPts val="0"/>
                        </a:spcBef>
                        <a:spcAft>
                          <a:spcPts val="0"/>
                        </a:spcAft>
                      </a:pPr>
                      <a:r>
                        <a:rPr lang="en-US" sz="500" dirty="0">
                          <a:solidFill>
                            <a:schemeClr val="accent1"/>
                          </a:solidFill>
                          <a:effectLst/>
                        </a:rPr>
                        <a:t>200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AP</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W2W-039-Void Payment HGV</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2448860136"/>
                  </a:ext>
                </a:extLst>
              </a:tr>
              <a:tr h="109458">
                <a:tc>
                  <a:txBody>
                    <a:bodyPr/>
                    <a:lstStyle/>
                    <a:p>
                      <a:pPr marL="0" marR="0" algn="ctr">
                        <a:spcBef>
                          <a:spcPts val="0"/>
                        </a:spcBef>
                        <a:spcAft>
                          <a:spcPts val="0"/>
                        </a:spcAft>
                      </a:pPr>
                      <a:r>
                        <a:rPr lang="en-US" sz="500" dirty="0">
                          <a:solidFill>
                            <a:schemeClr val="accent1"/>
                          </a:solidFill>
                          <a:effectLst/>
                        </a:rPr>
                        <a:t>201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AP</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W2W-034-To match invoice at detail line level based on receiving and purchase order lines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777686299"/>
                  </a:ext>
                </a:extLst>
              </a:tr>
              <a:tr h="109458">
                <a:tc>
                  <a:txBody>
                    <a:bodyPr/>
                    <a:lstStyle/>
                    <a:p>
                      <a:pPr marL="0" marR="0" algn="ctr">
                        <a:spcBef>
                          <a:spcPts val="0"/>
                        </a:spcBef>
                        <a:spcAft>
                          <a:spcPts val="0"/>
                        </a:spcAft>
                      </a:pPr>
                      <a:r>
                        <a:rPr lang="en-US" sz="500" dirty="0">
                          <a:solidFill>
                            <a:schemeClr val="accent1"/>
                          </a:solidFill>
                          <a:effectLst/>
                        </a:rPr>
                        <a:t>202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AP</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W2W-033-1099 Processing</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2289711788"/>
                  </a:ext>
                </a:extLst>
              </a:tr>
              <a:tr h="109458">
                <a:tc>
                  <a:txBody>
                    <a:bodyPr/>
                    <a:lstStyle/>
                    <a:p>
                      <a:pPr marL="0" marR="0" algn="ctr">
                        <a:spcBef>
                          <a:spcPts val="0"/>
                        </a:spcBef>
                        <a:spcAft>
                          <a:spcPts val="0"/>
                        </a:spcAft>
                      </a:pPr>
                      <a:r>
                        <a:rPr lang="en-US" sz="500" dirty="0">
                          <a:solidFill>
                            <a:schemeClr val="accent1"/>
                          </a:solidFill>
                          <a:effectLst/>
                        </a:rPr>
                        <a:t>203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AP</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W2W-230-Update the supplier setup for 1099 reporting</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1211252115"/>
                  </a:ext>
                </a:extLst>
              </a:tr>
              <a:tr h="109458">
                <a:tc>
                  <a:txBody>
                    <a:bodyPr/>
                    <a:lstStyle/>
                    <a:p>
                      <a:pPr marL="0" marR="0" algn="ctr">
                        <a:spcBef>
                          <a:spcPts val="0"/>
                        </a:spcBef>
                        <a:spcAft>
                          <a:spcPts val="0"/>
                        </a:spcAft>
                      </a:pPr>
                      <a:r>
                        <a:rPr lang="en-US" sz="500" dirty="0">
                          <a:solidFill>
                            <a:schemeClr val="accent1"/>
                          </a:solidFill>
                          <a:effectLst/>
                        </a:rPr>
                        <a:t>204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AP</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W2W-026-02 -Create 1099 supplier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1671338868"/>
                  </a:ext>
                </a:extLst>
              </a:tr>
              <a:tr h="109458">
                <a:tc>
                  <a:txBody>
                    <a:bodyPr/>
                    <a:lstStyle/>
                    <a:p>
                      <a:pPr marL="0" marR="0" algn="ctr">
                        <a:spcBef>
                          <a:spcPts val="0"/>
                        </a:spcBef>
                        <a:spcAft>
                          <a:spcPts val="0"/>
                        </a:spcAft>
                      </a:pPr>
                      <a:r>
                        <a:rPr lang="en-US" sz="500" dirty="0">
                          <a:solidFill>
                            <a:schemeClr val="accent1"/>
                          </a:solidFill>
                          <a:effectLst/>
                        </a:rPr>
                        <a:t>205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W2W-001-01 Create Transactions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1136490694"/>
                  </a:ext>
                </a:extLst>
              </a:tr>
              <a:tr h="109458">
                <a:tc>
                  <a:txBody>
                    <a:bodyPr/>
                    <a:lstStyle/>
                    <a:p>
                      <a:pPr marL="0" marR="0" algn="ctr">
                        <a:spcBef>
                          <a:spcPts val="0"/>
                        </a:spcBef>
                        <a:spcAft>
                          <a:spcPts val="0"/>
                        </a:spcAft>
                      </a:pPr>
                      <a:r>
                        <a:rPr lang="en-US" sz="500" dirty="0">
                          <a:solidFill>
                            <a:schemeClr val="accent1"/>
                          </a:solidFill>
                          <a:effectLst/>
                        </a:rPr>
                        <a:t>206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W2W-003-01 Create receipt and apply to invoice</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1307074677"/>
                  </a:ext>
                </a:extLst>
              </a:tr>
              <a:tr h="109458">
                <a:tc>
                  <a:txBody>
                    <a:bodyPr/>
                    <a:lstStyle/>
                    <a:p>
                      <a:pPr marL="0" marR="0" algn="ctr">
                        <a:spcBef>
                          <a:spcPts val="0"/>
                        </a:spcBef>
                        <a:spcAft>
                          <a:spcPts val="0"/>
                        </a:spcAft>
                      </a:pPr>
                      <a:r>
                        <a:rPr lang="en-US" sz="500" dirty="0">
                          <a:solidFill>
                            <a:schemeClr val="accent1"/>
                          </a:solidFill>
                          <a:effectLst/>
                        </a:rPr>
                        <a:t>207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W2W-005-01 Receipt Write-Off</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435418578"/>
                  </a:ext>
                </a:extLst>
              </a:tr>
              <a:tr h="109458">
                <a:tc>
                  <a:txBody>
                    <a:bodyPr/>
                    <a:lstStyle/>
                    <a:p>
                      <a:pPr marL="0" marR="0" algn="ctr">
                        <a:spcBef>
                          <a:spcPts val="0"/>
                        </a:spcBef>
                        <a:spcAft>
                          <a:spcPts val="0"/>
                        </a:spcAft>
                      </a:pPr>
                      <a:r>
                        <a:rPr lang="en-US" sz="500" dirty="0">
                          <a:solidFill>
                            <a:schemeClr val="accent1"/>
                          </a:solidFill>
                          <a:effectLst/>
                        </a:rPr>
                        <a:t>208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W2W-352-Unapply Standard Credit Memo</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3061665980"/>
                  </a:ext>
                </a:extLst>
              </a:tr>
              <a:tr h="109458">
                <a:tc>
                  <a:txBody>
                    <a:bodyPr/>
                    <a:lstStyle/>
                    <a:p>
                      <a:pPr marL="0" marR="0" algn="ctr">
                        <a:spcBef>
                          <a:spcPts val="0"/>
                        </a:spcBef>
                        <a:spcAft>
                          <a:spcPts val="0"/>
                        </a:spcAft>
                      </a:pPr>
                      <a:r>
                        <a:rPr lang="en-US" sz="500" dirty="0">
                          <a:solidFill>
                            <a:schemeClr val="accent1"/>
                          </a:solidFill>
                          <a:effectLst/>
                        </a:rPr>
                        <a:t>209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W2W-002-01 Apply credit memo to invoice</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1590657520"/>
                  </a:ext>
                </a:extLst>
              </a:tr>
              <a:tr h="109458">
                <a:tc>
                  <a:txBody>
                    <a:bodyPr/>
                    <a:lstStyle/>
                    <a:p>
                      <a:pPr marL="0" marR="0" algn="ctr">
                        <a:spcBef>
                          <a:spcPts val="0"/>
                        </a:spcBef>
                        <a:spcAft>
                          <a:spcPts val="0"/>
                        </a:spcAft>
                      </a:pPr>
                      <a:r>
                        <a:rPr lang="en-US" sz="500" dirty="0">
                          <a:solidFill>
                            <a:schemeClr val="accent1"/>
                          </a:solidFill>
                          <a:effectLst/>
                        </a:rPr>
                        <a:t>210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CM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W2W-024-Bank Auto-reconciliation HGV</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535646703"/>
                  </a:ext>
                </a:extLst>
              </a:tr>
              <a:tr h="109458">
                <a:tc>
                  <a:txBody>
                    <a:bodyPr/>
                    <a:lstStyle/>
                    <a:p>
                      <a:pPr marL="0" marR="0" algn="ctr">
                        <a:spcBef>
                          <a:spcPts val="0"/>
                        </a:spcBef>
                        <a:spcAft>
                          <a:spcPts val="0"/>
                        </a:spcAft>
                      </a:pPr>
                      <a:r>
                        <a:rPr lang="en-US" sz="500" dirty="0">
                          <a:solidFill>
                            <a:schemeClr val="accent1"/>
                          </a:solidFill>
                          <a:effectLst/>
                        </a:rPr>
                        <a:t>211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CM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W2W-025-Bank manual reconciliation HGV</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2602909239"/>
                  </a:ext>
                </a:extLst>
              </a:tr>
              <a:tr h="109458">
                <a:tc>
                  <a:txBody>
                    <a:bodyPr/>
                    <a:lstStyle/>
                    <a:p>
                      <a:pPr marL="0" marR="0" algn="ctr">
                        <a:spcBef>
                          <a:spcPts val="0"/>
                        </a:spcBef>
                        <a:spcAft>
                          <a:spcPts val="0"/>
                        </a:spcAft>
                      </a:pPr>
                      <a:r>
                        <a:rPr lang="en-US" sz="500" dirty="0">
                          <a:solidFill>
                            <a:schemeClr val="accent1"/>
                          </a:solidFill>
                          <a:effectLst/>
                        </a:rPr>
                        <a:t>212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CM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W2W-023-Create internal bank account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4046074596"/>
                  </a:ext>
                </a:extLst>
              </a:tr>
              <a:tr h="155464">
                <a:tc>
                  <a:txBody>
                    <a:bodyPr/>
                    <a:lstStyle/>
                    <a:p>
                      <a:pPr marL="0" marR="0" algn="ctr">
                        <a:spcBef>
                          <a:spcPts val="0"/>
                        </a:spcBef>
                        <a:spcAft>
                          <a:spcPts val="0"/>
                        </a:spcAft>
                      </a:pPr>
                      <a:r>
                        <a:rPr lang="en-US" sz="500" dirty="0">
                          <a:solidFill>
                            <a:schemeClr val="accent1"/>
                          </a:solidFill>
                          <a:effectLst/>
                        </a:rPr>
                        <a:t>213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AR Receipts from Kyriba to ERP Cloud AR - US for Invoice Billing</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2184074856"/>
                  </a:ext>
                </a:extLst>
              </a:tr>
              <a:tr h="155464">
                <a:tc>
                  <a:txBody>
                    <a:bodyPr/>
                    <a:lstStyle/>
                    <a:p>
                      <a:pPr marL="0" marR="0" algn="ctr">
                        <a:spcBef>
                          <a:spcPts val="0"/>
                        </a:spcBef>
                        <a:spcAft>
                          <a:spcPts val="0"/>
                        </a:spcAft>
                      </a:pPr>
                      <a:r>
                        <a:rPr lang="en-US" sz="500" dirty="0">
                          <a:solidFill>
                            <a:schemeClr val="accent1"/>
                          </a:solidFill>
                          <a:effectLst/>
                        </a:rPr>
                        <a:t>214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FX - Currency Exchange Rates from Kyriba to ERP Cloud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2906314758"/>
                  </a:ext>
                </a:extLst>
              </a:tr>
              <a:tr h="155464">
                <a:tc>
                  <a:txBody>
                    <a:bodyPr/>
                    <a:lstStyle/>
                    <a:p>
                      <a:pPr marL="0" marR="0" algn="ctr">
                        <a:spcBef>
                          <a:spcPts val="0"/>
                        </a:spcBef>
                        <a:spcAft>
                          <a:spcPts val="0"/>
                        </a:spcAft>
                      </a:pPr>
                      <a:r>
                        <a:rPr lang="en-US" sz="500" dirty="0">
                          <a:solidFill>
                            <a:schemeClr val="accent1"/>
                          </a:solidFill>
                          <a:effectLst/>
                        </a:rPr>
                        <a:t>215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GL Bookkeeping entries from Kyriba to ERP Financial Cloud - USA</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4122274129"/>
                  </a:ext>
                </a:extLst>
              </a:tr>
              <a:tr h="155464">
                <a:tc>
                  <a:txBody>
                    <a:bodyPr/>
                    <a:lstStyle/>
                    <a:p>
                      <a:pPr marL="0" marR="0" algn="ctr">
                        <a:spcBef>
                          <a:spcPts val="0"/>
                        </a:spcBef>
                        <a:spcAft>
                          <a:spcPts val="0"/>
                        </a:spcAft>
                      </a:pPr>
                      <a:r>
                        <a:rPr lang="en-US" sz="500" dirty="0">
                          <a:solidFill>
                            <a:schemeClr val="accent1"/>
                          </a:solidFill>
                          <a:effectLst/>
                        </a:rPr>
                        <a:t>216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Positive Pay, Payments &amp; Refund (Bank Statement Raw) confirmations from Kyriba to ERP Cloud Financials for EFT/Wire/Cheque - US Banks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615892942"/>
                  </a:ext>
                </a:extLst>
              </a:tr>
              <a:tr h="155464">
                <a:tc>
                  <a:txBody>
                    <a:bodyPr/>
                    <a:lstStyle/>
                    <a:p>
                      <a:pPr marL="0" marR="0" algn="ctr">
                        <a:spcBef>
                          <a:spcPts val="0"/>
                        </a:spcBef>
                        <a:spcAft>
                          <a:spcPts val="0"/>
                        </a:spcAft>
                      </a:pPr>
                      <a:r>
                        <a:rPr lang="en-US" sz="500" dirty="0">
                          <a:solidFill>
                            <a:schemeClr val="accent1"/>
                          </a:solidFill>
                          <a:effectLst/>
                        </a:rPr>
                        <a:t>217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Voice HGV</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2547725246"/>
                  </a:ext>
                </a:extLst>
              </a:tr>
              <a:tr h="155464">
                <a:tc>
                  <a:txBody>
                    <a:bodyPr/>
                    <a:lstStyle/>
                    <a:p>
                      <a:pPr marL="0" marR="0" algn="ctr">
                        <a:spcBef>
                          <a:spcPts val="0"/>
                        </a:spcBef>
                        <a:spcAft>
                          <a:spcPts val="0"/>
                        </a:spcAft>
                      </a:pPr>
                      <a:r>
                        <a:rPr lang="en-US" sz="500" dirty="0">
                          <a:solidFill>
                            <a:schemeClr val="accent1"/>
                          </a:solidFill>
                          <a:effectLst/>
                        </a:rPr>
                        <a:t>218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Oracle_Inbound_Interface_WIT 49323 Verify HOA</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3089376225"/>
                  </a:ext>
                </a:extLst>
              </a:tr>
              <a:tr h="155464">
                <a:tc>
                  <a:txBody>
                    <a:bodyPr/>
                    <a:lstStyle/>
                    <a:p>
                      <a:pPr marL="0" marR="0" algn="ctr">
                        <a:spcBef>
                          <a:spcPts val="0"/>
                        </a:spcBef>
                        <a:spcAft>
                          <a:spcPts val="0"/>
                        </a:spcAft>
                      </a:pPr>
                      <a:r>
                        <a:rPr lang="en-US" sz="500" dirty="0">
                          <a:solidFill>
                            <a:schemeClr val="accent1"/>
                          </a:solidFill>
                          <a:effectLst/>
                        </a:rPr>
                        <a:t>219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Oracle_Inbound_Interface_WIT 50045 Verify Legal Invoice CLD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777413345"/>
                  </a:ext>
                </a:extLst>
              </a:tr>
              <a:tr h="155464">
                <a:tc>
                  <a:txBody>
                    <a:bodyPr/>
                    <a:lstStyle/>
                    <a:p>
                      <a:pPr marL="0" marR="0" algn="ctr">
                        <a:spcBef>
                          <a:spcPts val="0"/>
                        </a:spcBef>
                        <a:spcAft>
                          <a:spcPts val="0"/>
                        </a:spcAft>
                      </a:pPr>
                      <a:r>
                        <a:rPr lang="en-US" sz="500" dirty="0">
                          <a:solidFill>
                            <a:schemeClr val="accent1"/>
                          </a:solidFill>
                          <a:effectLst/>
                        </a:rPr>
                        <a:t>220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Oracle_Inbound_Interface_WIT 49323 Verify GL (Chorus 1 &amp; 2) - HOA</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3496956935"/>
                  </a:ext>
                </a:extLst>
              </a:tr>
              <a:tr h="155464">
                <a:tc>
                  <a:txBody>
                    <a:bodyPr/>
                    <a:lstStyle/>
                    <a:p>
                      <a:pPr marL="0" marR="0" algn="ctr">
                        <a:spcBef>
                          <a:spcPts val="0"/>
                        </a:spcBef>
                        <a:spcAft>
                          <a:spcPts val="0"/>
                        </a:spcAft>
                      </a:pPr>
                      <a:r>
                        <a:rPr lang="en-US" sz="500" dirty="0">
                          <a:solidFill>
                            <a:schemeClr val="accent1"/>
                          </a:solidFill>
                          <a:effectLst/>
                        </a:rPr>
                        <a:t>221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Oracle_Inbound_Interface_WIT 50051 Verify Concur P Card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3264910761"/>
                  </a:ext>
                </a:extLst>
              </a:tr>
              <a:tr h="155464">
                <a:tc>
                  <a:txBody>
                    <a:bodyPr/>
                    <a:lstStyle/>
                    <a:p>
                      <a:pPr marL="0" marR="0" algn="ctr">
                        <a:spcBef>
                          <a:spcPts val="0"/>
                        </a:spcBef>
                        <a:spcAft>
                          <a:spcPts val="0"/>
                        </a:spcAft>
                      </a:pPr>
                      <a:r>
                        <a:rPr lang="en-US" sz="500" dirty="0">
                          <a:solidFill>
                            <a:schemeClr val="accent1"/>
                          </a:solidFill>
                          <a:effectLst/>
                        </a:rPr>
                        <a:t>222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Oracle_Inbound_Interface_WIT 50046 Verify Vision Wireless (AP Feed)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1285529589"/>
                  </a:ext>
                </a:extLst>
              </a:tr>
              <a:tr h="155464">
                <a:tc>
                  <a:txBody>
                    <a:bodyPr/>
                    <a:lstStyle/>
                    <a:p>
                      <a:pPr marL="0" marR="0" algn="ctr">
                        <a:spcBef>
                          <a:spcPts val="0"/>
                        </a:spcBef>
                        <a:spcAft>
                          <a:spcPts val="0"/>
                        </a:spcAft>
                      </a:pPr>
                      <a:r>
                        <a:rPr lang="en-US" sz="500" dirty="0">
                          <a:solidFill>
                            <a:schemeClr val="accent1"/>
                          </a:solidFill>
                          <a:effectLst/>
                        </a:rPr>
                        <a:t>223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Oracle_Inbound_Interface_WIT 50040 Verify Rental Checks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1165623203"/>
                  </a:ext>
                </a:extLst>
              </a:tr>
              <a:tr h="155464">
                <a:tc>
                  <a:txBody>
                    <a:bodyPr/>
                    <a:lstStyle/>
                    <a:p>
                      <a:pPr marL="0" marR="0" algn="ctr">
                        <a:spcBef>
                          <a:spcPts val="0"/>
                        </a:spcBef>
                        <a:spcAft>
                          <a:spcPts val="0"/>
                        </a:spcAft>
                      </a:pPr>
                      <a:r>
                        <a:rPr lang="en-US" sz="500" dirty="0">
                          <a:solidFill>
                            <a:schemeClr val="accent1"/>
                          </a:solidFill>
                          <a:effectLst/>
                        </a:rPr>
                        <a:t>224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Oracle_Inbound_Interface_WIT 50047 Verify Concur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96030367"/>
                  </a:ext>
                </a:extLst>
              </a:tr>
              <a:tr h="155464">
                <a:tc>
                  <a:txBody>
                    <a:bodyPr/>
                    <a:lstStyle/>
                    <a:p>
                      <a:pPr marL="0" marR="0" algn="ctr">
                        <a:spcBef>
                          <a:spcPts val="0"/>
                        </a:spcBef>
                        <a:spcAft>
                          <a:spcPts val="0"/>
                        </a:spcAft>
                      </a:pPr>
                      <a:r>
                        <a:rPr lang="en-US" sz="500" dirty="0">
                          <a:solidFill>
                            <a:schemeClr val="accent1"/>
                          </a:solidFill>
                          <a:effectLst/>
                        </a:rPr>
                        <a:t>225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ERP_Outbound_Interface_Verify Active COA Values to Chorus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2929664837"/>
                  </a:ext>
                </a:extLst>
              </a:tr>
              <a:tr h="155464">
                <a:tc>
                  <a:txBody>
                    <a:bodyPr/>
                    <a:lstStyle/>
                    <a:p>
                      <a:pPr marL="0" marR="0" algn="ctr">
                        <a:spcBef>
                          <a:spcPts val="0"/>
                        </a:spcBef>
                        <a:spcAft>
                          <a:spcPts val="0"/>
                        </a:spcAft>
                      </a:pPr>
                      <a:r>
                        <a:rPr lang="en-US" sz="500" dirty="0">
                          <a:solidFill>
                            <a:schemeClr val="accent1"/>
                          </a:solidFill>
                          <a:effectLst/>
                        </a:rPr>
                        <a:t>226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ERP_Outbound_Interface_Verify Actuals Ledger Data from ERP to Cognos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3990201051"/>
                  </a:ext>
                </a:extLst>
              </a:tr>
              <a:tr h="155464">
                <a:tc>
                  <a:txBody>
                    <a:bodyPr/>
                    <a:lstStyle/>
                    <a:p>
                      <a:pPr marL="0" marR="0" algn="ctr">
                        <a:spcBef>
                          <a:spcPts val="0"/>
                        </a:spcBef>
                        <a:spcAft>
                          <a:spcPts val="0"/>
                        </a:spcAft>
                      </a:pPr>
                      <a:r>
                        <a:rPr lang="en-US" sz="500" dirty="0">
                          <a:solidFill>
                            <a:schemeClr val="accent1"/>
                          </a:solidFill>
                          <a:effectLst/>
                        </a:rPr>
                        <a:t>227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ERP_Outbound_Interface_Verify Balance Sheet Account Reconciliation to Blackline ARCS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2967942641"/>
                  </a:ext>
                </a:extLst>
              </a:tr>
              <a:tr h="155464">
                <a:tc>
                  <a:txBody>
                    <a:bodyPr/>
                    <a:lstStyle/>
                    <a:p>
                      <a:pPr marL="0" marR="0" algn="ctr">
                        <a:spcBef>
                          <a:spcPts val="0"/>
                        </a:spcBef>
                        <a:spcAft>
                          <a:spcPts val="0"/>
                        </a:spcAft>
                      </a:pPr>
                      <a:r>
                        <a:rPr lang="en-US" sz="500" dirty="0">
                          <a:solidFill>
                            <a:schemeClr val="accent1"/>
                          </a:solidFill>
                          <a:effectLst/>
                        </a:rPr>
                        <a:t>228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ERP_Outbound_Interface_Verify Financial Data from Oracle ERP Cloud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5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1" marR="39551" marT="0" marB="0"/>
                </a:tc>
                <a:extLst>
                  <a:ext uri="{0D108BD9-81ED-4DB2-BD59-A6C34878D82A}">
                    <a16:rowId xmlns:a16="http://schemas.microsoft.com/office/drawing/2014/main" val="2841318115"/>
                  </a:ext>
                </a:extLst>
              </a:tr>
            </a:tbl>
          </a:graphicData>
        </a:graphic>
      </p:graphicFrame>
    </p:spTree>
    <p:extLst>
      <p:ext uri="{BB962C8B-B14F-4D97-AF65-F5344CB8AC3E}">
        <p14:creationId xmlns:p14="http://schemas.microsoft.com/office/powerpoint/2010/main" val="1593908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itle 3"/>
          <p:cNvSpPr txBox="1">
            <a:spLocks/>
          </p:cNvSpPr>
          <p:nvPr/>
        </p:nvSpPr>
        <p:spPr>
          <a:xfrm>
            <a:off x="505725" y="247459"/>
            <a:ext cx="11071907" cy="1176550"/>
          </a:xfrm>
          <a:prstGeom prst="rect">
            <a:avLst/>
          </a:prstGeom>
        </p:spPr>
        <p:txBody>
          <a:bodyPr vert="horz" lIns="91440" tIns="45720" rIns="91440" bIns="45720" rtlCol="0" anchor="ctr">
            <a:noAutofit/>
          </a:bodyPr>
          <a:lstStyle>
            <a:lvl1pPr>
              <a:lnSpc>
                <a:spcPct val="90000"/>
              </a:lnSpc>
              <a:spcBef>
                <a:spcPct val="0"/>
              </a:spcBef>
              <a:buNone/>
              <a:defRPr sz="6000" cap="all" spc="50" baseline="0">
                <a:solidFill>
                  <a:schemeClr val="accent1"/>
                </a:solidFill>
                <a:latin typeface="+mj-lt"/>
                <a:ea typeface="+mj-ea"/>
                <a:cs typeface="+mj-cs"/>
              </a:defRPr>
            </a:lvl1pPr>
          </a:lstStyle>
          <a:p>
            <a:r>
              <a:rPr lang="en-US" cap="none" dirty="0"/>
              <a:t>Scenarios Listing</a:t>
            </a:r>
          </a:p>
        </p:txBody>
      </p:sp>
      <p:graphicFrame>
        <p:nvGraphicFramePr>
          <p:cNvPr id="3" name="Table 2">
            <a:extLst>
              <a:ext uri="{FF2B5EF4-FFF2-40B4-BE49-F238E27FC236}">
                <a16:creationId xmlns:a16="http://schemas.microsoft.com/office/drawing/2014/main" id="{E71A38A2-FD85-4D4D-B2F3-BA72EC882A1F}"/>
              </a:ext>
            </a:extLst>
          </p:cNvPr>
          <p:cNvGraphicFramePr>
            <a:graphicFrameLocks noGrp="1"/>
          </p:cNvGraphicFramePr>
          <p:nvPr>
            <p:extLst>
              <p:ext uri="{D42A27DB-BD31-4B8C-83A1-F6EECF244321}">
                <p14:modId xmlns:p14="http://schemas.microsoft.com/office/powerpoint/2010/main" val="1065490111"/>
              </p:ext>
            </p:extLst>
          </p:nvPr>
        </p:nvGraphicFramePr>
        <p:xfrm>
          <a:off x="603641" y="1302691"/>
          <a:ext cx="5344673" cy="5041546"/>
        </p:xfrm>
        <a:graphic>
          <a:graphicData uri="http://schemas.openxmlformats.org/drawingml/2006/table">
            <a:tbl>
              <a:tblPr firstRow="1" firstCol="1" bandRow="1">
                <a:tableStyleId>{5C22544A-7EE6-4342-B048-85BDC9FD1C3A}</a:tableStyleId>
              </a:tblPr>
              <a:tblGrid>
                <a:gridCol w="382775">
                  <a:extLst>
                    <a:ext uri="{9D8B030D-6E8A-4147-A177-3AD203B41FA5}">
                      <a16:colId xmlns:a16="http://schemas.microsoft.com/office/drawing/2014/main" val="454275879"/>
                    </a:ext>
                  </a:extLst>
                </a:gridCol>
                <a:gridCol w="499498">
                  <a:extLst>
                    <a:ext uri="{9D8B030D-6E8A-4147-A177-3AD203B41FA5}">
                      <a16:colId xmlns:a16="http://schemas.microsoft.com/office/drawing/2014/main" val="2411843374"/>
                    </a:ext>
                  </a:extLst>
                </a:gridCol>
                <a:gridCol w="3569258">
                  <a:extLst>
                    <a:ext uri="{9D8B030D-6E8A-4147-A177-3AD203B41FA5}">
                      <a16:colId xmlns:a16="http://schemas.microsoft.com/office/drawing/2014/main" val="153628829"/>
                    </a:ext>
                  </a:extLst>
                </a:gridCol>
                <a:gridCol w="492410">
                  <a:extLst>
                    <a:ext uri="{9D8B030D-6E8A-4147-A177-3AD203B41FA5}">
                      <a16:colId xmlns:a16="http://schemas.microsoft.com/office/drawing/2014/main" val="2984513268"/>
                    </a:ext>
                  </a:extLst>
                </a:gridCol>
                <a:gridCol w="400732">
                  <a:extLst>
                    <a:ext uri="{9D8B030D-6E8A-4147-A177-3AD203B41FA5}">
                      <a16:colId xmlns:a16="http://schemas.microsoft.com/office/drawing/2014/main" val="1973948239"/>
                    </a:ext>
                  </a:extLst>
                </a:gridCol>
              </a:tblGrid>
              <a:tr h="147154">
                <a:tc>
                  <a:txBody>
                    <a:bodyPr/>
                    <a:lstStyle/>
                    <a:p>
                      <a:pPr marL="0" marR="0" algn="ctr">
                        <a:spcBef>
                          <a:spcPts val="0"/>
                        </a:spcBef>
                        <a:spcAft>
                          <a:spcPts val="0"/>
                        </a:spcAft>
                      </a:pPr>
                      <a:r>
                        <a:rPr lang="en-US" sz="400" dirty="0">
                          <a:solidFill>
                            <a:schemeClr val="accent1"/>
                          </a:solidFill>
                          <a:effectLst/>
                        </a:rPr>
                        <a:t>229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ERP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ERP_Outbound_Interface_Verify GL Entries from ERP Cloud Financials to Kyriba</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61054766"/>
                  </a:ext>
                </a:extLst>
              </a:tr>
              <a:tr h="147154">
                <a:tc>
                  <a:txBody>
                    <a:bodyPr/>
                    <a:lstStyle/>
                    <a:p>
                      <a:pPr marL="0" marR="0" algn="ctr">
                        <a:spcBef>
                          <a:spcPts val="0"/>
                        </a:spcBef>
                        <a:spcAft>
                          <a:spcPts val="0"/>
                        </a:spcAft>
                      </a:pPr>
                      <a:r>
                        <a:rPr lang="en-US" sz="400" dirty="0">
                          <a:solidFill>
                            <a:schemeClr val="accent1"/>
                          </a:solidFill>
                          <a:effectLst/>
                        </a:rPr>
                        <a:t>230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ERP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ERP_Outbound_Interface_Verify Supplier Master to BirchStreet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2781998392"/>
                  </a:ext>
                </a:extLst>
              </a:tr>
              <a:tr h="147154">
                <a:tc>
                  <a:txBody>
                    <a:bodyPr/>
                    <a:lstStyle/>
                    <a:p>
                      <a:pPr marL="0" marR="0" algn="ctr">
                        <a:spcBef>
                          <a:spcPts val="0"/>
                        </a:spcBef>
                        <a:spcAft>
                          <a:spcPts val="0"/>
                        </a:spcAft>
                      </a:pPr>
                      <a:r>
                        <a:rPr lang="en-US" sz="400" dirty="0">
                          <a:solidFill>
                            <a:schemeClr val="accent1"/>
                          </a:solidFill>
                          <a:effectLst/>
                        </a:rPr>
                        <a:t>231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ERP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ERP_Outbound_Interface_Verify US ledger from ERP to FCCS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3119514334"/>
                  </a:ext>
                </a:extLst>
              </a:tr>
              <a:tr h="147154">
                <a:tc>
                  <a:txBody>
                    <a:bodyPr/>
                    <a:lstStyle/>
                    <a:p>
                      <a:pPr marL="0" marR="0" algn="ctr">
                        <a:spcBef>
                          <a:spcPts val="0"/>
                        </a:spcBef>
                        <a:spcAft>
                          <a:spcPts val="0"/>
                        </a:spcAft>
                      </a:pPr>
                      <a:r>
                        <a:rPr lang="en-US" sz="400" dirty="0">
                          <a:solidFill>
                            <a:schemeClr val="accent1"/>
                          </a:solidFill>
                          <a:effectLst/>
                        </a:rPr>
                        <a:t>232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ERP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AP Payment acknolwedgement to CLD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4195599707"/>
                  </a:ext>
                </a:extLst>
              </a:tr>
              <a:tr h="147154">
                <a:tc>
                  <a:txBody>
                    <a:bodyPr/>
                    <a:lstStyle/>
                    <a:p>
                      <a:pPr marL="0" marR="0" algn="ctr">
                        <a:spcBef>
                          <a:spcPts val="0"/>
                        </a:spcBef>
                        <a:spcAft>
                          <a:spcPts val="0"/>
                        </a:spcAft>
                      </a:pPr>
                      <a:r>
                        <a:rPr lang="en-US" sz="400" dirty="0">
                          <a:solidFill>
                            <a:schemeClr val="accent1"/>
                          </a:solidFill>
                          <a:effectLst/>
                        </a:rPr>
                        <a:t>233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ERP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AP Payment acknolwedgement to Concur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883159914"/>
                  </a:ext>
                </a:extLst>
              </a:tr>
              <a:tr h="147154">
                <a:tc>
                  <a:txBody>
                    <a:bodyPr/>
                    <a:lstStyle/>
                    <a:p>
                      <a:pPr marL="0" marR="0" algn="ctr">
                        <a:spcBef>
                          <a:spcPts val="0"/>
                        </a:spcBef>
                        <a:spcAft>
                          <a:spcPts val="0"/>
                        </a:spcAft>
                      </a:pPr>
                      <a:r>
                        <a:rPr lang="en-US" sz="400" dirty="0">
                          <a:solidFill>
                            <a:schemeClr val="accent1"/>
                          </a:solidFill>
                          <a:effectLst/>
                        </a:rPr>
                        <a:t>234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ERP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GL Trial Balance to ARCS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1602848354"/>
                  </a:ext>
                </a:extLst>
              </a:tr>
              <a:tr h="147154">
                <a:tc>
                  <a:txBody>
                    <a:bodyPr/>
                    <a:lstStyle/>
                    <a:p>
                      <a:pPr marL="0" marR="0" algn="ctr">
                        <a:spcBef>
                          <a:spcPts val="0"/>
                        </a:spcBef>
                        <a:spcAft>
                          <a:spcPts val="0"/>
                        </a:spcAft>
                      </a:pPr>
                      <a:r>
                        <a:rPr lang="en-US" sz="400" dirty="0">
                          <a:solidFill>
                            <a:schemeClr val="accent1"/>
                          </a:solidFill>
                          <a:effectLst/>
                        </a:rPr>
                        <a:t>235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ERP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HGV to HOA Payroll Interface</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450660171"/>
                  </a:ext>
                </a:extLst>
              </a:tr>
              <a:tr h="147154">
                <a:tc>
                  <a:txBody>
                    <a:bodyPr/>
                    <a:lstStyle/>
                    <a:p>
                      <a:pPr marL="0" marR="0" algn="ctr">
                        <a:spcBef>
                          <a:spcPts val="0"/>
                        </a:spcBef>
                        <a:spcAft>
                          <a:spcPts val="0"/>
                        </a:spcAft>
                      </a:pPr>
                      <a:r>
                        <a:rPr lang="en-US" sz="400" dirty="0">
                          <a:solidFill>
                            <a:schemeClr val="accent1"/>
                          </a:solidFill>
                          <a:effectLst/>
                        </a:rPr>
                        <a:t>236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ERP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Active Payroll COA Values (i.e., BU, OU, DP, PR, SG, AC) to Concur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442416788"/>
                  </a:ext>
                </a:extLst>
              </a:tr>
              <a:tr h="147154">
                <a:tc>
                  <a:txBody>
                    <a:bodyPr/>
                    <a:lstStyle/>
                    <a:p>
                      <a:pPr marL="0" marR="0" algn="ctr">
                        <a:spcBef>
                          <a:spcPts val="0"/>
                        </a:spcBef>
                        <a:spcAft>
                          <a:spcPts val="0"/>
                        </a:spcAft>
                      </a:pPr>
                      <a:r>
                        <a:rPr lang="en-US" sz="400" dirty="0">
                          <a:solidFill>
                            <a:schemeClr val="accent1"/>
                          </a:solidFill>
                          <a:effectLst/>
                        </a:rPr>
                        <a:t>237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ERP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Supplier Master to VOICE</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2809676593"/>
                  </a:ext>
                </a:extLst>
              </a:tr>
              <a:tr h="147154">
                <a:tc>
                  <a:txBody>
                    <a:bodyPr/>
                    <a:lstStyle/>
                    <a:p>
                      <a:pPr marL="0" marR="0" algn="ctr">
                        <a:spcBef>
                          <a:spcPts val="0"/>
                        </a:spcBef>
                        <a:spcAft>
                          <a:spcPts val="0"/>
                        </a:spcAft>
                      </a:pPr>
                      <a:r>
                        <a:rPr lang="en-US" sz="400" dirty="0">
                          <a:solidFill>
                            <a:schemeClr val="accent1"/>
                          </a:solidFill>
                          <a:effectLst/>
                        </a:rPr>
                        <a:t>238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ERP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Active HGV COA Values to Kyriba</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3534926387"/>
                  </a:ext>
                </a:extLst>
              </a:tr>
              <a:tr h="147154">
                <a:tc>
                  <a:txBody>
                    <a:bodyPr/>
                    <a:lstStyle/>
                    <a:p>
                      <a:pPr marL="0" marR="0" algn="ctr">
                        <a:spcBef>
                          <a:spcPts val="0"/>
                        </a:spcBef>
                        <a:spcAft>
                          <a:spcPts val="0"/>
                        </a:spcAft>
                      </a:pPr>
                      <a:r>
                        <a:rPr lang="en-US" sz="400" dirty="0">
                          <a:solidFill>
                            <a:schemeClr val="accent1"/>
                          </a:solidFill>
                          <a:effectLst/>
                        </a:rPr>
                        <a:t>239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ERP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Active HOA COA value to Kyriba</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2465006416"/>
                  </a:ext>
                </a:extLst>
              </a:tr>
              <a:tr h="147154">
                <a:tc>
                  <a:txBody>
                    <a:bodyPr/>
                    <a:lstStyle/>
                    <a:p>
                      <a:pPr marL="0" marR="0" algn="ctr">
                        <a:spcBef>
                          <a:spcPts val="0"/>
                        </a:spcBef>
                        <a:spcAft>
                          <a:spcPts val="0"/>
                        </a:spcAft>
                      </a:pPr>
                      <a:r>
                        <a:rPr lang="en-US" sz="400" dirty="0">
                          <a:solidFill>
                            <a:schemeClr val="accent1"/>
                          </a:solidFill>
                          <a:effectLst/>
                        </a:rPr>
                        <a:t>240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ERP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ERP_Outbound_Interface_Verify Actuals Journal Data from ERP to Cognos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1055754199"/>
                  </a:ext>
                </a:extLst>
              </a:tr>
              <a:tr h="147154">
                <a:tc>
                  <a:txBody>
                    <a:bodyPr/>
                    <a:lstStyle/>
                    <a:p>
                      <a:pPr marL="0" marR="0" algn="ctr">
                        <a:spcBef>
                          <a:spcPts val="0"/>
                        </a:spcBef>
                        <a:spcAft>
                          <a:spcPts val="0"/>
                        </a:spcAft>
                      </a:pPr>
                      <a:r>
                        <a:rPr lang="en-US" sz="400" dirty="0">
                          <a:solidFill>
                            <a:schemeClr val="accent1"/>
                          </a:solidFill>
                          <a:effectLst/>
                        </a:rPr>
                        <a:t>241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ERP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ERP_Outbound_Interface_Verify Positive Pay, Payments and Refunds from Kyriba to Banks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856081192"/>
                  </a:ext>
                </a:extLst>
              </a:tr>
              <a:tr h="112281">
                <a:tc>
                  <a:txBody>
                    <a:bodyPr/>
                    <a:lstStyle/>
                    <a:p>
                      <a:pPr marL="0" marR="0" algn="ctr">
                        <a:spcBef>
                          <a:spcPts val="0"/>
                        </a:spcBef>
                        <a:spcAft>
                          <a:spcPts val="0"/>
                        </a:spcAft>
                      </a:pPr>
                      <a:r>
                        <a:rPr lang="en-US" sz="400" dirty="0">
                          <a:solidFill>
                            <a:schemeClr val="accent1"/>
                          </a:solidFill>
                          <a:effectLst/>
                        </a:rPr>
                        <a:t>242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FA</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W2W-114-Tax Book Period Close</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2080287248"/>
                  </a:ext>
                </a:extLst>
              </a:tr>
              <a:tr h="112281">
                <a:tc>
                  <a:txBody>
                    <a:bodyPr/>
                    <a:lstStyle/>
                    <a:p>
                      <a:pPr marL="0" marR="0" algn="ctr">
                        <a:spcBef>
                          <a:spcPts val="0"/>
                        </a:spcBef>
                        <a:spcAft>
                          <a:spcPts val="0"/>
                        </a:spcAft>
                      </a:pPr>
                      <a:r>
                        <a:rPr lang="en-US" sz="400" dirty="0">
                          <a:solidFill>
                            <a:schemeClr val="accent1"/>
                          </a:solidFill>
                          <a:effectLst/>
                        </a:rPr>
                        <a:t>243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FA</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W2W-013-Maintain Assets Tax Books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2570168370"/>
                  </a:ext>
                </a:extLst>
              </a:tr>
              <a:tr h="112281">
                <a:tc>
                  <a:txBody>
                    <a:bodyPr/>
                    <a:lstStyle/>
                    <a:p>
                      <a:pPr marL="0" marR="0" algn="ctr">
                        <a:spcBef>
                          <a:spcPts val="0"/>
                        </a:spcBef>
                        <a:spcAft>
                          <a:spcPts val="0"/>
                        </a:spcAft>
                      </a:pPr>
                      <a:r>
                        <a:rPr lang="en-US" sz="400" dirty="0">
                          <a:solidFill>
                            <a:schemeClr val="accent1"/>
                          </a:solidFill>
                          <a:effectLst/>
                        </a:rPr>
                        <a:t>244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FA</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W2W-111-Tax Book Adjustments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2247471073"/>
                  </a:ext>
                </a:extLst>
              </a:tr>
              <a:tr h="112281">
                <a:tc>
                  <a:txBody>
                    <a:bodyPr/>
                    <a:lstStyle/>
                    <a:p>
                      <a:pPr marL="0" marR="0" algn="ctr">
                        <a:spcBef>
                          <a:spcPts val="0"/>
                        </a:spcBef>
                        <a:spcAft>
                          <a:spcPts val="0"/>
                        </a:spcAft>
                      </a:pPr>
                      <a:r>
                        <a:rPr lang="en-US" sz="400" dirty="0">
                          <a:solidFill>
                            <a:schemeClr val="accent1"/>
                          </a:solidFill>
                          <a:effectLst/>
                        </a:rPr>
                        <a:t>245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GL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W2W-014 Create journal through spreadsheet for US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3364815081"/>
                  </a:ext>
                </a:extLst>
              </a:tr>
              <a:tr h="112281">
                <a:tc>
                  <a:txBody>
                    <a:bodyPr/>
                    <a:lstStyle/>
                    <a:p>
                      <a:pPr marL="0" marR="0" algn="ctr">
                        <a:spcBef>
                          <a:spcPts val="0"/>
                        </a:spcBef>
                        <a:spcAft>
                          <a:spcPts val="0"/>
                        </a:spcAft>
                      </a:pPr>
                      <a:r>
                        <a:rPr lang="en-US" sz="400" dirty="0">
                          <a:solidFill>
                            <a:schemeClr val="accent1"/>
                          </a:solidFill>
                          <a:effectLst/>
                        </a:rPr>
                        <a:t>246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GL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W2W-276-02 Copy Journal Entry Reverse Sign</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421276636"/>
                  </a:ext>
                </a:extLst>
              </a:tr>
              <a:tr h="112281">
                <a:tc>
                  <a:txBody>
                    <a:bodyPr/>
                    <a:lstStyle/>
                    <a:p>
                      <a:pPr marL="0" marR="0" algn="ctr">
                        <a:spcBef>
                          <a:spcPts val="0"/>
                        </a:spcBef>
                        <a:spcAft>
                          <a:spcPts val="0"/>
                        </a:spcAft>
                      </a:pPr>
                      <a:r>
                        <a:rPr lang="en-US" sz="400" dirty="0">
                          <a:solidFill>
                            <a:schemeClr val="accent1"/>
                          </a:solidFill>
                          <a:effectLst/>
                        </a:rPr>
                        <a:t>247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GL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W2W-283-1 Copy Journal Entry</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3364321757"/>
                  </a:ext>
                </a:extLst>
              </a:tr>
              <a:tr h="112281">
                <a:tc>
                  <a:txBody>
                    <a:bodyPr/>
                    <a:lstStyle/>
                    <a:p>
                      <a:pPr marL="0" marR="0" algn="ctr">
                        <a:spcBef>
                          <a:spcPts val="0"/>
                        </a:spcBef>
                        <a:spcAft>
                          <a:spcPts val="0"/>
                        </a:spcAft>
                      </a:pPr>
                      <a:r>
                        <a:rPr lang="en-US" sz="400" dirty="0">
                          <a:solidFill>
                            <a:schemeClr val="accent1"/>
                          </a:solidFill>
                          <a:effectLst/>
                        </a:rPr>
                        <a:t>248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GL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W2W-350-Correct Misclassified Accounts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2293496723"/>
                  </a:ext>
                </a:extLst>
              </a:tr>
              <a:tr h="112281">
                <a:tc>
                  <a:txBody>
                    <a:bodyPr/>
                    <a:lstStyle/>
                    <a:p>
                      <a:pPr marL="0" marR="0" algn="ctr">
                        <a:spcBef>
                          <a:spcPts val="0"/>
                        </a:spcBef>
                        <a:spcAft>
                          <a:spcPts val="0"/>
                        </a:spcAft>
                      </a:pPr>
                      <a:r>
                        <a:rPr lang="en-US" sz="400" dirty="0">
                          <a:solidFill>
                            <a:schemeClr val="accent1"/>
                          </a:solidFill>
                          <a:effectLst/>
                        </a:rPr>
                        <a:t>249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GL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W2W-203 - Period close in adjustment ledger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2946905076"/>
                  </a:ext>
                </a:extLst>
              </a:tr>
              <a:tr h="112281">
                <a:tc>
                  <a:txBody>
                    <a:bodyPr/>
                    <a:lstStyle/>
                    <a:p>
                      <a:pPr marL="0" marR="0" algn="ctr">
                        <a:spcBef>
                          <a:spcPts val="0"/>
                        </a:spcBef>
                        <a:spcAft>
                          <a:spcPts val="0"/>
                        </a:spcAft>
                      </a:pPr>
                      <a:r>
                        <a:rPr lang="en-US" sz="400" dirty="0">
                          <a:solidFill>
                            <a:schemeClr val="accent1"/>
                          </a:solidFill>
                          <a:effectLst/>
                        </a:rPr>
                        <a:t>250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GL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W2W-355 Manage Accounting Automation</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439261079"/>
                  </a:ext>
                </a:extLst>
              </a:tr>
              <a:tr h="112281">
                <a:tc>
                  <a:txBody>
                    <a:bodyPr/>
                    <a:lstStyle/>
                    <a:p>
                      <a:pPr marL="0" marR="0" algn="ctr">
                        <a:spcBef>
                          <a:spcPts val="0"/>
                        </a:spcBef>
                        <a:spcAft>
                          <a:spcPts val="0"/>
                        </a:spcAft>
                      </a:pPr>
                      <a:r>
                        <a:rPr lang="en-US" sz="400" dirty="0">
                          <a:solidFill>
                            <a:schemeClr val="accent1"/>
                          </a:solidFill>
                          <a:effectLst/>
                        </a:rPr>
                        <a:t>251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GL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W2W-222 - Year end close process HGV</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3577316791"/>
                  </a:ext>
                </a:extLst>
              </a:tr>
              <a:tr h="112281">
                <a:tc>
                  <a:txBody>
                    <a:bodyPr/>
                    <a:lstStyle/>
                    <a:p>
                      <a:pPr marL="0" marR="0" algn="ctr">
                        <a:spcBef>
                          <a:spcPts val="0"/>
                        </a:spcBef>
                        <a:spcAft>
                          <a:spcPts val="0"/>
                        </a:spcAft>
                      </a:pPr>
                      <a:r>
                        <a:rPr lang="en-US" sz="400" dirty="0">
                          <a:solidFill>
                            <a:schemeClr val="accent1"/>
                          </a:solidFill>
                          <a:effectLst/>
                        </a:rPr>
                        <a:t>252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GL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W2W-291-01 Run and test accuracy of revaluation</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1095096452"/>
                  </a:ext>
                </a:extLst>
              </a:tr>
              <a:tr h="112281">
                <a:tc>
                  <a:txBody>
                    <a:bodyPr/>
                    <a:lstStyle/>
                    <a:p>
                      <a:pPr marL="0" marR="0" algn="ctr">
                        <a:spcBef>
                          <a:spcPts val="0"/>
                        </a:spcBef>
                        <a:spcAft>
                          <a:spcPts val="0"/>
                        </a:spcAft>
                      </a:pPr>
                      <a:r>
                        <a:rPr lang="en-US" sz="400" dirty="0">
                          <a:solidFill>
                            <a:schemeClr val="accent1"/>
                          </a:solidFill>
                          <a:effectLst/>
                        </a:rPr>
                        <a:t>253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GL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W2W-277-02 - Reject journal for correction</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1839936332"/>
                  </a:ext>
                </a:extLst>
              </a:tr>
              <a:tr h="112281">
                <a:tc>
                  <a:txBody>
                    <a:bodyPr/>
                    <a:lstStyle/>
                    <a:p>
                      <a:pPr marL="0" marR="0" algn="ctr">
                        <a:spcBef>
                          <a:spcPts val="0"/>
                        </a:spcBef>
                        <a:spcAft>
                          <a:spcPts val="0"/>
                        </a:spcAft>
                      </a:pPr>
                      <a:r>
                        <a:rPr lang="en-US" sz="400" dirty="0">
                          <a:solidFill>
                            <a:schemeClr val="accent1"/>
                          </a:solidFill>
                          <a:effectLst/>
                        </a:rPr>
                        <a:t>254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GL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W2W-321Create foreign currency journals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2423710020"/>
                  </a:ext>
                </a:extLst>
              </a:tr>
              <a:tr h="112281">
                <a:tc>
                  <a:txBody>
                    <a:bodyPr/>
                    <a:lstStyle/>
                    <a:p>
                      <a:pPr marL="0" marR="0" algn="ctr">
                        <a:spcBef>
                          <a:spcPts val="0"/>
                        </a:spcBef>
                        <a:spcAft>
                          <a:spcPts val="0"/>
                        </a:spcAft>
                      </a:pPr>
                      <a:r>
                        <a:rPr lang="en-US" sz="400" dirty="0">
                          <a:solidFill>
                            <a:schemeClr val="accent1"/>
                          </a:solidFill>
                          <a:effectLst/>
                        </a:rPr>
                        <a:t>255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GL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W2W-016-01 Create auto-reverse journals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4108128408"/>
                  </a:ext>
                </a:extLst>
              </a:tr>
              <a:tr h="112281">
                <a:tc>
                  <a:txBody>
                    <a:bodyPr/>
                    <a:lstStyle/>
                    <a:p>
                      <a:pPr marL="0" marR="0" algn="ctr">
                        <a:spcBef>
                          <a:spcPts val="0"/>
                        </a:spcBef>
                        <a:spcAft>
                          <a:spcPts val="0"/>
                        </a:spcAft>
                      </a:pPr>
                      <a:r>
                        <a:rPr lang="en-US" sz="400" dirty="0">
                          <a:solidFill>
                            <a:schemeClr val="accent1"/>
                          </a:solidFill>
                          <a:effectLst/>
                        </a:rPr>
                        <a:t>256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GL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W2W-017-01 Manually reverse journals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1877409589"/>
                  </a:ext>
                </a:extLst>
              </a:tr>
              <a:tr h="112281">
                <a:tc>
                  <a:txBody>
                    <a:bodyPr/>
                    <a:lstStyle/>
                    <a:p>
                      <a:pPr marL="0" marR="0" algn="ctr">
                        <a:spcBef>
                          <a:spcPts val="0"/>
                        </a:spcBef>
                        <a:spcAft>
                          <a:spcPts val="0"/>
                        </a:spcAft>
                      </a:pPr>
                      <a:r>
                        <a:rPr lang="en-US" sz="400" dirty="0">
                          <a:solidFill>
                            <a:schemeClr val="accent1"/>
                          </a:solidFill>
                          <a:effectLst/>
                        </a:rPr>
                        <a:t>257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GL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W2W-322 Create Manual Journals for control accounts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3397639413"/>
                  </a:ext>
                </a:extLst>
              </a:tr>
              <a:tr h="112281">
                <a:tc>
                  <a:txBody>
                    <a:bodyPr/>
                    <a:lstStyle/>
                    <a:p>
                      <a:pPr marL="0" marR="0" algn="ctr">
                        <a:spcBef>
                          <a:spcPts val="0"/>
                        </a:spcBef>
                        <a:spcAft>
                          <a:spcPts val="0"/>
                        </a:spcAft>
                      </a:pPr>
                      <a:r>
                        <a:rPr lang="en-US" sz="400" dirty="0">
                          <a:solidFill>
                            <a:schemeClr val="accent1"/>
                          </a:solidFill>
                          <a:effectLst/>
                        </a:rPr>
                        <a:t>258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GL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W2W-019-01-Allocate costs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1055563657"/>
                  </a:ext>
                </a:extLst>
              </a:tr>
              <a:tr h="112281">
                <a:tc>
                  <a:txBody>
                    <a:bodyPr/>
                    <a:lstStyle/>
                    <a:p>
                      <a:pPr marL="0" marR="0" algn="ctr">
                        <a:spcBef>
                          <a:spcPts val="0"/>
                        </a:spcBef>
                        <a:spcAft>
                          <a:spcPts val="0"/>
                        </a:spcAft>
                      </a:pPr>
                      <a:r>
                        <a:rPr lang="en-US" sz="400" dirty="0">
                          <a:solidFill>
                            <a:schemeClr val="accent1"/>
                          </a:solidFill>
                          <a:effectLst/>
                        </a:rPr>
                        <a:t>259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GL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W2W-286 - Testing Cross Validation Rules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Medium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2062494509"/>
                  </a:ext>
                </a:extLst>
              </a:tr>
              <a:tr h="112281">
                <a:tc>
                  <a:txBody>
                    <a:bodyPr/>
                    <a:lstStyle/>
                    <a:p>
                      <a:pPr marL="0" marR="0" algn="ctr">
                        <a:spcBef>
                          <a:spcPts val="0"/>
                        </a:spcBef>
                        <a:spcAft>
                          <a:spcPts val="0"/>
                        </a:spcAft>
                      </a:pPr>
                      <a:r>
                        <a:rPr lang="en-US" sz="400" dirty="0">
                          <a:solidFill>
                            <a:schemeClr val="accent1"/>
                          </a:solidFill>
                          <a:effectLst/>
                        </a:rPr>
                        <a:t>260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GL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W2W-022-Correct unposted journal in adjustment ledger</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2556765823"/>
                  </a:ext>
                </a:extLst>
              </a:tr>
              <a:tr h="112281">
                <a:tc>
                  <a:txBody>
                    <a:bodyPr/>
                    <a:lstStyle/>
                    <a:p>
                      <a:pPr marL="0" marR="0" algn="ctr">
                        <a:spcBef>
                          <a:spcPts val="0"/>
                        </a:spcBef>
                        <a:spcAft>
                          <a:spcPts val="0"/>
                        </a:spcAft>
                      </a:pPr>
                      <a:r>
                        <a:rPr lang="en-US" sz="400" dirty="0">
                          <a:solidFill>
                            <a:schemeClr val="accent1"/>
                          </a:solidFill>
                          <a:effectLst/>
                        </a:rPr>
                        <a:t>261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GL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W2W-225-01 Journal approvals forwarding</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3928964192"/>
                  </a:ext>
                </a:extLst>
              </a:tr>
              <a:tr h="147154">
                <a:tc>
                  <a:txBody>
                    <a:bodyPr/>
                    <a:lstStyle/>
                    <a:p>
                      <a:pPr marL="0" marR="0" algn="ctr">
                        <a:spcBef>
                          <a:spcPts val="0"/>
                        </a:spcBef>
                        <a:spcAft>
                          <a:spcPts val="0"/>
                        </a:spcAft>
                      </a:pPr>
                      <a:r>
                        <a:rPr lang="en-US" sz="400" dirty="0">
                          <a:solidFill>
                            <a:schemeClr val="accent1"/>
                          </a:solidFill>
                          <a:effectLst/>
                        </a:rPr>
                        <a:t>262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HCM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HCM_Inbound_Interface_WIT 49981 Verify Hewitt Commuter Deduction</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4071452566"/>
                  </a:ext>
                </a:extLst>
              </a:tr>
              <a:tr h="147154">
                <a:tc>
                  <a:txBody>
                    <a:bodyPr/>
                    <a:lstStyle/>
                    <a:p>
                      <a:pPr marL="0" marR="0" algn="ctr">
                        <a:spcBef>
                          <a:spcPts val="0"/>
                        </a:spcBef>
                        <a:spcAft>
                          <a:spcPts val="0"/>
                        </a:spcAft>
                      </a:pPr>
                      <a:r>
                        <a:rPr lang="en-US" sz="400" dirty="0">
                          <a:solidFill>
                            <a:schemeClr val="accent1"/>
                          </a:solidFill>
                          <a:effectLst/>
                        </a:rPr>
                        <a:t>263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HCM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UpdateEmailAddress_N_EMLUPD - IDM</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3492515293"/>
                  </a:ext>
                </a:extLst>
              </a:tr>
              <a:tr h="147154">
                <a:tc>
                  <a:txBody>
                    <a:bodyPr/>
                    <a:lstStyle/>
                    <a:p>
                      <a:pPr marL="0" marR="0" algn="ctr">
                        <a:spcBef>
                          <a:spcPts val="0"/>
                        </a:spcBef>
                        <a:spcAft>
                          <a:spcPts val="0"/>
                        </a:spcAft>
                      </a:pPr>
                      <a:r>
                        <a:rPr lang="en-US" sz="400" dirty="0">
                          <a:solidFill>
                            <a:schemeClr val="accent1"/>
                          </a:solidFill>
                          <a:effectLst/>
                        </a:rPr>
                        <a:t>264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HCM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Cell plan allocation Inbound Interface from Vision Wireless/Rivermine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77328832"/>
                  </a:ext>
                </a:extLst>
              </a:tr>
              <a:tr h="147154">
                <a:tc>
                  <a:txBody>
                    <a:bodyPr/>
                    <a:lstStyle/>
                    <a:p>
                      <a:pPr marL="0" marR="0" algn="ctr">
                        <a:spcBef>
                          <a:spcPts val="0"/>
                        </a:spcBef>
                        <a:spcAft>
                          <a:spcPts val="0"/>
                        </a:spcAft>
                      </a:pPr>
                      <a:r>
                        <a:rPr lang="en-US" sz="400" dirty="0">
                          <a:solidFill>
                            <a:schemeClr val="accent1"/>
                          </a:solidFill>
                          <a:effectLst/>
                        </a:rPr>
                        <a:t>265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HCM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New Hire – Employee (2nd Feed) Onboarding</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3885113239"/>
                  </a:ext>
                </a:extLst>
              </a:tr>
              <a:tr h="147154">
                <a:tc>
                  <a:txBody>
                    <a:bodyPr/>
                    <a:lstStyle/>
                    <a:p>
                      <a:pPr marL="0" marR="0" algn="ctr">
                        <a:spcBef>
                          <a:spcPts val="0"/>
                        </a:spcBef>
                        <a:spcAft>
                          <a:spcPts val="0"/>
                        </a:spcAft>
                      </a:pPr>
                      <a:r>
                        <a:rPr lang="en-US" sz="400" dirty="0">
                          <a:solidFill>
                            <a:schemeClr val="accent1"/>
                          </a:solidFill>
                          <a:effectLst/>
                        </a:rPr>
                        <a:t>266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HCM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Start date updates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357651563"/>
                  </a:ext>
                </a:extLst>
              </a:tr>
              <a:tr h="147154">
                <a:tc>
                  <a:txBody>
                    <a:bodyPr/>
                    <a:lstStyle/>
                    <a:p>
                      <a:pPr marL="0" marR="0" algn="ctr">
                        <a:spcBef>
                          <a:spcPts val="0"/>
                        </a:spcBef>
                        <a:spcAft>
                          <a:spcPts val="0"/>
                        </a:spcAft>
                      </a:pPr>
                      <a:r>
                        <a:rPr lang="en-US" sz="400" dirty="0">
                          <a:solidFill>
                            <a:schemeClr val="accent1"/>
                          </a:solidFill>
                          <a:effectLst/>
                        </a:rPr>
                        <a:t>267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HCM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HCM_Inbound_Interface_WIT 49790 Verify Hewitt Benefits Deduction</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4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721" marR="35721" marT="0" marB="0"/>
                </a:tc>
                <a:extLst>
                  <a:ext uri="{0D108BD9-81ED-4DB2-BD59-A6C34878D82A}">
                    <a16:rowId xmlns:a16="http://schemas.microsoft.com/office/drawing/2014/main" val="2311531886"/>
                  </a:ext>
                </a:extLst>
              </a:tr>
            </a:tbl>
          </a:graphicData>
        </a:graphic>
      </p:graphicFrame>
      <p:graphicFrame>
        <p:nvGraphicFramePr>
          <p:cNvPr id="5" name="Table 4">
            <a:extLst>
              <a:ext uri="{FF2B5EF4-FFF2-40B4-BE49-F238E27FC236}">
                <a16:creationId xmlns:a16="http://schemas.microsoft.com/office/drawing/2014/main" id="{F134C8C2-5B31-47B1-9D3C-778337B3F803}"/>
              </a:ext>
            </a:extLst>
          </p:cNvPr>
          <p:cNvGraphicFramePr>
            <a:graphicFrameLocks noGrp="1"/>
          </p:cNvGraphicFramePr>
          <p:nvPr>
            <p:extLst>
              <p:ext uri="{D42A27DB-BD31-4B8C-83A1-F6EECF244321}">
                <p14:modId xmlns:p14="http://schemas.microsoft.com/office/powerpoint/2010/main" val="2036436134"/>
              </p:ext>
            </p:extLst>
          </p:nvPr>
        </p:nvGraphicFramePr>
        <p:xfrm>
          <a:off x="6198263" y="1302691"/>
          <a:ext cx="5717217" cy="5041559"/>
        </p:xfrm>
        <a:graphic>
          <a:graphicData uri="http://schemas.openxmlformats.org/drawingml/2006/table">
            <a:tbl>
              <a:tblPr firstRow="1" firstCol="1" bandRow="1">
                <a:tableStyleId>{5C22544A-7EE6-4342-B048-85BDC9FD1C3A}</a:tableStyleId>
              </a:tblPr>
              <a:tblGrid>
                <a:gridCol w="409456">
                  <a:extLst>
                    <a:ext uri="{9D8B030D-6E8A-4147-A177-3AD203B41FA5}">
                      <a16:colId xmlns:a16="http://schemas.microsoft.com/office/drawing/2014/main" val="3467401673"/>
                    </a:ext>
                  </a:extLst>
                </a:gridCol>
                <a:gridCol w="534315">
                  <a:extLst>
                    <a:ext uri="{9D8B030D-6E8A-4147-A177-3AD203B41FA5}">
                      <a16:colId xmlns:a16="http://schemas.microsoft.com/office/drawing/2014/main" val="1839384522"/>
                    </a:ext>
                  </a:extLst>
                </a:gridCol>
                <a:gridCol w="3818050">
                  <a:extLst>
                    <a:ext uri="{9D8B030D-6E8A-4147-A177-3AD203B41FA5}">
                      <a16:colId xmlns:a16="http://schemas.microsoft.com/office/drawing/2014/main" val="2093724096"/>
                    </a:ext>
                  </a:extLst>
                </a:gridCol>
                <a:gridCol w="526731">
                  <a:extLst>
                    <a:ext uri="{9D8B030D-6E8A-4147-A177-3AD203B41FA5}">
                      <a16:colId xmlns:a16="http://schemas.microsoft.com/office/drawing/2014/main" val="3893385361"/>
                    </a:ext>
                  </a:extLst>
                </a:gridCol>
                <a:gridCol w="428665">
                  <a:extLst>
                    <a:ext uri="{9D8B030D-6E8A-4147-A177-3AD203B41FA5}">
                      <a16:colId xmlns:a16="http://schemas.microsoft.com/office/drawing/2014/main" val="1226804005"/>
                    </a:ext>
                  </a:extLst>
                </a:gridCol>
              </a:tblGrid>
              <a:tr h="141455">
                <a:tc>
                  <a:txBody>
                    <a:bodyPr/>
                    <a:lstStyle/>
                    <a:p>
                      <a:pPr marL="0" marR="0" algn="ctr">
                        <a:spcBef>
                          <a:spcPts val="0"/>
                        </a:spcBef>
                        <a:spcAft>
                          <a:spcPts val="0"/>
                        </a:spcAft>
                      </a:pPr>
                      <a:r>
                        <a:rPr lang="en-US" sz="400" dirty="0">
                          <a:solidFill>
                            <a:schemeClr val="accent1"/>
                          </a:solidFill>
                          <a:effectLst/>
                        </a:rPr>
                        <a:t>268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(1st Feed) Contingent</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2537200044"/>
                  </a:ext>
                </a:extLst>
              </a:tr>
              <a:tr h="148488">
                <a:tc>
                  <a:txBody>
                    <a:bodyPr/>
                    <a:lstStyle/>
                    <a:p>
                      <a:pPr marL="0" marR="0" algn="ctr">
                        <a:spcBef>
                          <a:spcPts val="0"/>
                        </a:spcBef>
                        <a:spcAft>
                          <a:spcPts val="0"/>
                        </a:spcAft>
                      </a:pPr>
                      <a:r>
                        <a:rPr lang="en-US" sz="400" dirty="0">
                          <a:solidFill>
                            <a:schemeClr val="accent1"/>
                          </a:solidFill>
                          <a:effectLst/>
                        </a:rPr>
                        <a:t>269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Inbound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New Hire - Employee (1st Feed) Onboarding</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High</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430705987"/>
                  </a:ext>
                </a:extLst>
              </a:tr>
              <a:tr h="148488">
                <a:tc>
                  <a:txBody>
                    <a:bodyPr/>
                    <a:lstStyle/>
                    <a:p>
                      <a:pPr marL="0" marR="0" algn="ctr">
                        <a:spcBef>
                          <a:spcPts val="0"/>
                        </a:spcBef>
                        <a:spcAft>
                          <a:spcPts val="0"/>
                        </a:spcAft>
                      </a:pPr>
                      <a:r>
                        <a:rPr lang="en-US" sz="400" dirty="0">
                          <a:solidFill>
                            <a:schemeClr val="accent1"/>
                          </a:solidFill>
                          <a:effectLst/>
                        </a:rPr>
                        <a:t>270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HCM_Outbound_Interfaces_Callidus_EmployeeMaster_Verify Outbound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1648933145"/>
                  </a:ext>
                </a:extLst>
              </a:tr>
              <a:tr h="148488">
                <a:tc>
                  <a:txBody>
                    <a:bodyPr/>
                    <a:lstStyle/>
                    <a:p>
                      <a:pPr marL="0" marR="0" algn="ctr">
                        <a:spcBef>
                          <a:spcPts val="0"/>
                        </a:spcBef>
                        <a:spcAft>
                          <a:spcPts val="0"/>
                        </a:spcAft>
                      </a:pPr>
                      <a:r>
                        <a:rPr lang="en-US" sz="400" dirty="0">
                          <a:solidFill>
                            <a:schemeClr val="accent1"/>
                          </a:solidFill>
                          <a:effectLst/>
                        </a:rPr>
                        <a:t>271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HCM_Outbound_Interfaces_FirstAdvantage_WOTC_NewHire_Verify Outbound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2952342293"/>
                  </a:ext>
                </a:extLst>
              </a:tr>
              <a:tr h="148488">
                <a:tc>
                  <a:txBody>
                    <a:bodyPr/>
                    <a:lstStyle/>
                    <a:p>
                      <a:pPr marL="0" marR="0" algn="ctr">
                        <a:spcBef>
                          <a:spcPts val="0"/>
                        </a:spcBef>
                        <a:spcAft>
                          <a:spcPts val="0"/>
                        </a:spcAft>
                      </a:pPr>
                      <a:r>
                        <a:rPr lang="en-US" sz="400" dirty="0">
                          <a:solidFill>
                            <a:schemeClr val="accent1"/>
                          </a:solidFill>
                          <a:effectLst/>
                        </a:rPr>
                        <a:t>272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HCM_Outbound_Interfaces_HGV_Marketing_Data_Warehouse_Verify Outbound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1755621289"/>
                  </a:ext>
                </a:extLst>
              </a:tr>
              <a:tr h="148488">
                <a:tc>
                  <a:txBody>
                    <a:bodyPr/>
                    <a:lstStyle/>
                    <a:p>
                      <a:pPr marL="0" marR="0" algn="ctr">
                        <a:spcBef>
                          <a:spcPts val="0"/>
                        </a:spcBef>
                        <a:spcAft>
                          <a:spcPts val="0"/>
                        </a:spcAft>
                      </a:pPr>
                      <a:r>
                        <a:rPr lang="en-US" sz="400" dirty="0">
                          <a:solidFill>
                            <a:schemeClr val="accent1"/>
                          </a:solidFill>
                          <a:effectLst/>
                        </a:rPr>
                        <a:t>273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HCM_Outbound_Interfaces_Next Jump_Verify Outbound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2690636829"/>
                  </a:ext>
                </a:extLst>
              </a:tr>
              <a:tr h="148488">
                <a:tc>
                  <a:txBody>
                    <a:bodyPr/>
                    <a:lstStyle/>
                    <a:p>
                      <a:pPr marL="0" marR="0" algn="ctr">
                        <a:spcBef>
                          <a:spcPts val="0"/>
                        </a:spcBef>
                        <a:spcAft>
                          <a:spcPts val="0"/>
                        </a:spcAft>
                      </a:pPr>
                      <a:r>
                        <a:rPr lang="en-US" sz="400" dirty="0">
                          <a:solidFill>
                            <a:schemeClr val="accent1"/>
                          </a:solidFill>
                          <a:effectLst/>
                        </a:rPr>
                        <a:t>274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HCM_Outbound_Interfaces_OC_Tanner_Weekly_Verify Outbound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1732611886"/>
                  </a:ext>
                </a:extLst>
              </a:tr>
              <a:tr h="148488">
                <a:tc>
                  <a:txBody>
                    <a:bodyPr/>
                    <a:lstStyle/>
                    <a:p>
                      <a:pPr marL="0" marR="0" algn="ctr">
                        <a:spcBef>
                          <a:spcPts val="0"/>
                        </a:spcBef>
                        <a:spcAft>
                          <a:spcPts val="0"/>
                        </a:spcAft>
                      </a:pPr>
                      <a:r>
                        <a:rPr lang="en-US" sz="400" dirty="0">
                          <a:solidFill>
                            <a:schemeClr val="accent1"/>
                          </a:solidFill>
                          <a:effectLst/>
                        </a:rPr>
                        <a:t>275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HCM_Outbound_Interfaces_Prudential_Census_Verify Outbound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2624320632"/>
                  </a:ext>
                </a:extLst>
              </a:tr>
              <a:tr h="148488">
                <a:tc>
                  <a:txBody>
                    <a:bodyPr/>
                    <a:lstStyle/>
                    <a:p>
                      <a:pPr marL="0" marR="0" algn="ctr">
                        <a:spcBef>
                          <a:spcPts val="0"/>
                        </a:spcBef>
                        <a:spcAft>
                          <a:spcPts val="0"/>
                        </a:spcAft>
                      </a:pPr>
                      <a:r>
                        <a:rPr lang="en-US" sz="400" dirty="0">
                          <a:solidFill>
                            <a:schemeClr val="accent1"/>
                          </a:solidFill>
                          <a:effectLst/>
                        </a:rPr>
                        <a:t>276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HCM_Outbound_Interfaces_Salesforce_Verify Outbound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2257624156"/>
                  </a:ext>
                </a:extLst>
              </a:tr>
              <a:tr h="148488">
                <a:tc>
                  <a:txBody>
                    <a:bodyPr/>
                    <a:lstStyle/>
                    <a:p>
                      <a:pPr marL="0" marR="0" algn="ctr">
                        <a:spcBef>
                          <a:spcPts val="0"/>
                        </a:spcBef>
                        <a:spcAft>
                          <a:spcPts val="0"/>
                        </a:spcAft>
                      </a:pPr>
                      <a:r>
                        <a:rPr lang="en-US" sz="400" dirty="0">
                          <a:solidFill>
                            <a:schemeClr val="accent1"/>
                          </a:solidFill>
                          <a:effectLst/>
                        </a:rPr>
                        <a:t>277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HCM_Outbound_Interfaces_T Rowe Price_Maintenance_Verify Outbound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3952728748"/>
                  </a:ext>
                </a:extLst>
              </a:tr>
              <a:tr h="148488">
                <a:tc>
                  <a:txBody>
                    <a:bodyPr/>
                    <a:lstStyle/>
                    <a:p>
                      <a:pPr marL="0" marR="0" algn="ctr">
                        <a:spcBef>
                          <a:spcPts val="0"/>
                        </a:spcBef>
                        <a:spcAft>
                          <a:spcPts val="0"/>
                        </a:spcAft>
                      </a:pPr>
                      <a:r>
                        <a:rPr lang="en-US" sz="400" dirty="0">
                          <a:solidFill>
                            <a:schemeClr val="accent1"/>
                          </a:solidFill>
                          <a:effectLst/>
                        </a:rPr>
                        <a:t>278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HCM_Outbound_Interfaces_UFirst_Verify Outbound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2302657037"/>
                  </a:ext>
                </a:extLst>
              </a:tr>
              <a:tr h="148488">
                <a:tc>
                  <a:txBody>
                    <a:bodyPr/>
                    <a:lstStyle/>
                    <a:p>
                      <a:pPr marL="0" marR="0" algn="ctr">
                        <a:spcBef>
                          <a:spcPts val="0"/>
                        </a:spcBef>
                        <a:spcAft>
                          <a:spcPts val="0"/>
                        </a:spcAft>
                      </a:pPr>
                      <a:r>
                        <a:rPr lang="en-US" sz="400" dirty="0">
                          <a:solidFill>
                            <a:schemeClr val="accent1"/>
                          </a:solidFill>
                          <a:effectLst/>
                        </a:rPr>
                        <a:t>279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 OC Tanner Career Achievement File (Monthly) Outbound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2381634781"/>
                  </a:ext>
                </a:extLst>
              </a:tr>
              <a:tr h="148488">
                <a:tc>
                  <a:txBody>
                    <a:bodyPr/>
                    <a:lstStyle/>
                    <a:p>
                      <a:pPr marL="0" marR="0" algn="ctr">
                        <a:spcBef>
                          <a:spcPts val="0"/>
                        </a:spcBef>
                        <a:spcAft>
                          <a:spcPts val="0"/>
                        </a:spcAft>
                      </a:pPr>
                      <a:r>
                        <a:rPr lang="en-US" sz="400" dirty="0">
                          <a:solidFill>
                            <a:schemeClr val="accent1"/>
                          </a:solidFill>
                          <a:effectLst/>
                        </a:rPr>
                        <a:t>280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HCM_Outbound_Interfaces_Next Jump_UK_Verify Outbound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1127314063"/>
                  </a:ext>
                </a:extLst>
              </a:tr>
              <a:tr h="148488">
                <a:tc>
                  <a:txBody>
                    <a:bodyPr/>
                    <a:lstStyle/>
                    <a:p>
                      <a:pPr marL="0" marR="0" algn="ctr">
                        <a:spcBef>
                          <a:spcPts val="0"/>
                        </a:spcBef>
                        <a:spcAft>
                          <a:spcPts val="0"/>
                        </a:spcAft>
                      </a:pPr>
                      <a:r>
                        <a:rPr lang="en-US" sz="400" dirty="0">
                          <a:solidFill>
                            <a:schemeClr val="accent1"/>
                          </a:solidFill>
                          <a:effectLst/>
                        </a:rPr>
                        <a:t>281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HCM_Outbound_Interfaces_Cloud_to_Concur_Verify Outbound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463329433"/>
                  </a:ext>
                </a:extLst>
              </a:tr>
              <a:tr h="148488">
                <a:tc>
                  <a:txBody>
                    <a:bodyPr/>
                    <a:lstStyle/>
                    <a:p>
                      <a:pPr marL="0" marR="0" algn="ctr">
                        <a:spcBef>
                          <a:spcPts val="0"/>
                        </a:spcBef>
                        <a:spcAft>
                          <a:spcPts val="0"/>
                        </a:spcAft>
                      </a:pPr>
                      <a:r>
                        <a:rPr lang="en-US" sz="400" dirty="0">
                          <a:solidFill>
                            <a:schemeClr val="accent1"/>
                          </a:solidFill>
                          <a:effectLst/>
                        </a:rPr>
                        <a:t>282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HCM_Outbound_Interfaces_Fidelity_Indicative_AB_Verify Outbound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2946115075"/>
                  </a:ext>
                </a:extLst>
              </a:tr>
              <a:tr h="148488">
                <a:tc>
                  <a:txBody>
                    <a:bodyPr/>
                    <a:lstStyle/>
                    <a:p>
                      <a:pPr marL="0" marR="0" algn="ctr">
                        <a:spcBef>
                          <a:spcPts val="0"/>
                        </a:spcBef>
                        <a:spcAft>
                          <a:spcPts val="0"/>
                        </a:spcAft>
                      </a:pPr>
                      <a:r>
                        <a:rPr lang="en-US" sz="400" dirty="0">
                          <a:solidFill>
                            <a:schemeClr val="accent1"/>
                          </a:solidFill>
                          <a:effectLst/>
                        </a:rPr>
                        <a:t>283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HCM_Outbound_Interfaces_IDM_Verify Outbound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2933061651"/>
                  </a:ext>
                </a:extLst>
              </a:tr>
              <a:tr h="148488">
                <a:tc>
                  <a:txBody>
                    <a:bodyPr/>
                    <a:lstStyle/>
                    <a:p>
                      <a:pPr marL="0" marR="0" algn="ctr">
                        <a:spcBef>
                          <a:spcPts val="0"/>
                        </a:spcBef>
                        <a:spcAft>
                          <a:spcPts val="0"/>
                        </a:spcAft>
                      </a:pPr>
                      <a:r>
                        <a:rPr lang="en-US" sz="400" dirty="0">
                          <a:solidFill>
                            <a:schemeClr val="accent1"/>
                          </a:solidFill>
                          <a:effectLst/>
                        </a:rPr>
                        <a:t>284</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HCM_Outbound_Interfaces_Thomas and Thorngren_Verify Outbound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2093316594"/>
                  </a:ext>
                </a:extLst>
              </a:tr>
              <a:tr h="148488">
                <a:tc>
                  <a:txBody>
                    <a:bodyPr/>
                    <a:lstStyle/>
                    <a:p>
                      <a:pPr marL="0" marR="0" algn="ctr">
                        <a:spcBef>
                          <a:spcPts val="0"/>
                        </a:spcBef>
                        <a:spcAft>
                          <a:spcPts val="0"/>
                        </a:spcAft>
                      </a:pPr>
                      <a:r>
                        <a:rPr lang="en-US" sz="400" dirty="0">
                          <a:solidFill>
                            <a:schemeClr val="accent1"/>
                          </a:solidFill>
                          <a:effectLst/>
                        </a:rPr>
                        <a:t>285</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HCM_Outbound_Interfaces_TimeSaver_Verify Outbound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316348551"/>
                  </a:ext>
                </a:extLst>
              </a:tr>
              <a:tr h="148488">
                <a:tc>
                  <a:txBody>
                    <a:bodyPr/>
                    <a:lstStyle/>
                    <a:p>
                      <a:pPr marL="0" marR="0" algn="ctr">
                        <a:spcBef>
                          <a:spcPts val="0"/>
                        </a:spcBef>
                        <a:spcAft>
                          <a:spcPts val="0"/>
                        </a:spcAft>
                      </a:pPr>
                      <a:r>
                        <a:rPr lang="en-US" sz="400" dirty="0">
                          <a:solidFill>
                            <a:schemeClr val="accent1"/>
                          </a:solidFill>
                          <a:effectLst/>
                        </a:rPr>
                        <a:t>286</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HCM_Outbound_Interfaces_Rehire Identification_Verify_Outbound_process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1077338105"/>
                  </a:ext>
                </a:extLst>
              </a:tr>
              <a:tr h="148488">
                <a:tc>
                  <a:txBody>
                    <a:bodyPr/>
                    <a:lstStyle/>
                    <a:p>
                      <a:pPr marL="0" marR="0" algn="ctr">
                        <a:spcBef>
                          <a:spcPts val="0"/>
                        </a:spcBef>
                        <a:spcAft>
                          <a:spcPts val="0"/>
                        </a:spcAft>
                      </a:pPr>
                      <a:r>
                        <a:rPr lang="en-US" sz="400" dirty="0">
                          <a:solidFill>
                            <a:schemeClr val="accent1"/>
                          </a:solidFill>
                          <a:effectLst/>
                        </a:rPr>
                        <a:t>287</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HCM_Outbound_Interfaces_Users (Hiring Manager) _Verify_Outbound_process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1433446617"/>
                  </a:ext>
                </a:extLst>
              </a:tr>
              <a:tr h="148488">
                <a:tc>
                  <a:txBody>
                    <a:bodyPr/>
                    <a:lstStyle/>
                    <a:p>
                      <a:pPr marL="0" marR="0" algn="ctr">
                        <a:spcBef>
                          <a:spcPts val="0"/>
                        </a:spcBef>
                        <a:spcAft>
                          <a:spcPts val="0"/>
                        </a:spcAft>
                      </a:pPr>
                      <a:r>
                        <a:rPr lang="en-US" sz="400" dirty="0">
                          <a:solidFill>
                            <a:schemeClr val="accent1"/>
                          </a:solidFill>
                          <a:effectLst/>
                        </a:rPr>
                        <a:t>288</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HCM_Outbound_Interfaces_New Hire - Employee (1st Feed) Onboarding_Outbound_proces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1040804979"/>
                  </a:ext>
                </a:extLst>
              </a:tr>
              <a:tr h="148488">
                <a:tc>
                  <a:txBody>
                    <a:bodyPr/>
                    <a:lstStyle/>
                    <a:p>
                      <a:pPr marL="0" marR="0" algn="ctr">
                        <a:spcBef>
                          <a:spcPts val="0"/>
                        </a:spcBef>
                        <a:spcAft>
                          <a:spcPts val="0"/>
                        </a:spcAft>
                      </a:pPr>
                      <a:r>
                        <a:rPr lang="en-US" sz="400" dirty="0">
                          <a:solidFill>
                            <a:schemeClr val="accent1"/>
                          </a:solidFill>
                          <a:effectLst/>
                        </a:rPr>
                        <a:t>289</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HCM_Outbound_Interfaces_Person Number Feed (Sent between the 1st and 2nd Inbound feed) _Verify_Outbound_process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3063778538"/>
                  </a:ext>
                </a:extLst>
              </a:tr>
              <a:tr h="148488">
                <a:tc>
                  <a:txBody>
                    <a:bodyPr/>
                    <a:lstStyle/>
                    <a:p>
                      <a:pPr marL="0" marR="0" algn="ctr">
                        <a:spcBef>
                          <a:spcPts val="0"/>
                        </a:spcBef>
                        <a:spcAft>
                          <a:spcPts val="0"/>
                        </a:spcAft>
                      </a:pPr>
                      <a:r>
                        <a:rPr lang="en-US" sz="400" dirty="0">
                          <a:solidFill>
                            <a:schemeClr val="accent1"/>
                          </a:solidFill>
                          <a:effectLst/>
                        </a:rPr>
                        <a:t>290</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HCM_Outbound_Interfaces_Start date updates_Verify_Outbound_process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3823864929"/>
                  </a:ext>
                </a:extLst>
              </a:tr>
              <a:tr h="148488">
                <a:tc>
                  <a:txBody>
                    <a:bodyPr/>
                    <a:lstStyle/>
                    <a:p>
                      <a:pPr marL="0" marR="0" algn="ctr">
                        <a:spcBef>
                          <a:spcPts val="0"/>
                        </a:spcBef>
                        <a:spcAft>
                          <a:spcPts val="0"/>
                        </a:spcAft>
                      </a:pPr>
                      <a:r>
                        <a:rPr lang="en-US" sz="400" dirty="0">
                          <a:solidFill>
                            <a:schemeClr val="accent1"/>
                          </a:solidFill>
                          <a:effectLst/>
                        </a:rPr>
                        <a:t>291</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HCM_Outbound_Interfaces_New Hire – Employee (2nd Feed) Onboarding_Verify_Outbound_process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988855678"/>
                  </a:ext>
                </a:extLst>
              </a:tr>
              <a:tr h="148488">
                <a:tc>
                  <a:txBody>
                    <a:bodyPr/>
                    <a:lstStyle/>
                    <a:p>
                      <a:pPr marL="0" marR="0" algn="ctr">
                        <a:spcBef>
                          <a:spcPts val="0"/>
                        </a:spcBef>
                        <a:spcAft>
                          <a:spcPts val="0"/>
                        </a:spcAft>
                      </a:pPr>
                      <a:r>
                        <a:rPr lang="en-US" sz="400" dirty="0">
                          <a:solidFill>
                            <a:schemeClr val="accent1"/>
                          </a:solidFill>
                          <a:effectLst/>
                        </a:rPr>
                        <a:t>292</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HCM_Outbound_Interfaces_ (1st Feed) Contingent_Verify_Outbound_process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Low</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3033981016"/>
                  </a:ext>
                </a:extLst>
              </a:tr>
              <a:tr h="148488">
                <a:tc>
                  <a:txBody>
                    <a:bodyPr/>
                    <a:lstStyle/>
                    <a:p>
                      <a:pPr marL="0" marR="0" algn="ctr">
                        <a:spcBef>
                          <a:spcPts val="0"/>
                        </a:spcBef>
                        <a:spcAft>
                          <a:spcPts val="0"/>
                        </a:spcAft>
                      </a:pPr>
                      <a:r>
                        <a:rPr lang="en-US" sz="400" dirty="0">
                          <a:solidFill>
                            <a:schemeClr val="accent1"/>
                          </a:solidFill>
                          <a:effectLst/>
                        </a:rPr>
                        <a:t>293</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a:solidFill>
                            <a:schemeClr val="accent1"/>
                          </a:solidFill>
                          <a:effectLst/>
                        </a:rPr>
                        <a:t>HCM Outbound</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err="1">
                          <a:solidFill>
                            <a:schemeClr val="accent1"/>
                          </a:solidFill>
                          <a:effectLst/>
                        </a:rPr>
                        <a:t>HCM_Outbound_Interfaces_Hewitt_Census_Verify</a:t>
                      </a:r>
                      <a:r>
                        <a:rPr lang="en-US" sz="400" dirty="0">
                          <a:solidFill>
                            <a:schemeClr val="accent1"/>
                          </a:solidFill>
                          <a:effectLst/>
                        </a:rPr>
                        <a:t> Outbound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1999039037"/>
                  </a:ext>
                </a:extLst>
              </a:tr>
              <a:tr h="148488">
                <a:tc>
                  <a:txBody>
                    <a:bodyPr/>
                    <a:lstStyle/>
                    <a:p>
                      <a:pPr marL="0" marR="0" algn="ctr">
                        <a:spcBef>
                          <a:spcPts val="0"/>
                        </a:spcBef>
                        <a:spcAft>
                          <a:spcPts val="0"/>
                        </a:spcAft>
                      </a:pPr>
                      <a:r>
                        <a:rPr lang="en-US" sz="400">
                          <a:solidFill>
                            <a:schemeClr val="accent1"/>
                          </a:solidFill>
                          <a:effectLst/>
                        </a:rPr>
                        <a:t>294</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HCM Outbound</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dirty="0" err="1">
                          <a:solidFill>
                            <a:schemeClr val="accent1"/>
                          </a:solidFill>
                          <a:effectLst/>
                        </a:rPr>
                        <a:t>HCM_Outbound_Interfaces_Rivermine_VisionWireless_Verify</a:t>
                      </a:r>
                      <a:r>
                        <a:rPr lang="en-US" sz="400" dirty="0">
                          <a:solidFill>
                            <a:schemeClr val="accent1"/>
                          </a:solidFill>
                          <a:effectLst/>
                        </a:rPr>
                        <a:t> Outbound process</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2356288227"/>
                  </a:ext>
                </a:extLst>
              </a:tr>
              <a:tr h="148488">
                <a:tc>
                  <a:txBody>
                    <a:bodyPr/>
                    <a:lstStyle/>
                    <a:p>
                      <a:pPr marL="0" marR="0" algn="ctr">
                        <a:spcBef>
                          <a:spcPts val="0"/>
                        </a:spcBef>
                        <a:spcAft>
                          <a:spcPts val="0"/>
                        </a:spcAft>
                      </a:pPr>
                      <a:r>
                        <a:rPr lang="en-US" sz="400">
                          <a:solidFill>
                            <a:schemeClr val="accent1"/>
                          </a:solidFill>
                          <a:effectLst/>
                        </a:rPr>
                        <a:t>295</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HCM Outbound</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Post HR-HCM_Outbound_Interfaces Prudential (Deferral) Outbound process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2354669181"/>
                  </a:ext>
                </a:extLst>
              </a:tr>
              <a:tr h="148488">
                <a:tc>
                  <a:txBody>
                    <a:bodyPr/>
                    <a:lstStyle/>
                    <a:p>
                      <a:pPr marL="0" marR="0" algn="ctr">
                        <a:spcBef>
                          <a:spcPts val="0"/>
                        </a:spcBef>
                        <a:spcAft>
                          <a:spcPts val="0"/>
                        </a:spcAft>
                      </a:pPr>
                      <a:r>
                        <a:rPr lang="en-US" sz="400">
                          <a:solidFill>
                            <a:schemeClr val="accent1"/>
                          </a:solidFill>
                          <a:effectLst/>
                        </a:rPr>
                        <a:t>296</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HCM Outbound</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Post HR-HCM_Outbound_Interfaces ACA Reporting Requirements/Hours (weekly) Outbound process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847072750"/>
                  </a:ext>
                </a:extLst>
              </a:tr>
              <a:tr h="148488">
                <a:tc>
                  <a:txBody>
                    <a:bodyPr/>
                    <a:lstStyle/>
                    <a:p>
                      <a:pPr marL="0" marR="0" algn="ctr">
                        <a:spcBef>
                          <a:spcPts val="0"/>
                        </a:spcBef>
                        <a:spcAft>
                          <a:spcPts val="0"/>
                        </a:spcAft>
                      </a:pPr>
                      <a:r>
                        <a:rPr lang="en-US" sz="400">
                          <a:solidFill>
                            <a:schemeClr val="accent1"/>
                          </a:solidFill>
                          <a:effectLst/>
                        </a:rPr>
                        <a:t>297</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HCM Outbound</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Post HR-HCM_Outbound_Interfaces ACA Reporting Requirements/Hours - FMLA Hours (monthly) Outbound process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1057737254"/>
                  </a:ext>
                </a:extLst>
              </a:tr>
              <a:tr h="148488">
                <a:tc>
                  <a:txBody>
                    <a:bodyPr/>
                    <a:lstStyle/>
                    <a:p>
                      <a:pPr marL="0" marR="0" algn="ctr">
                        <a:spcBef>
                          <a:spcPts val="0"/>
                        </a:spcBef>
                        <a:spcAft>
                          <a:spcPts val="0"/>
                        </a:spcAft>
                      </a:pPr>
                      <a:r>
                        <a:rPr lang="en-US" sz="400">
                          <a:solidFill>
                            <a:schemeClr val="accent1"/>
                          </a:solidFill>
                          <a:effectLst/>
                        </a:rPr>
                        <a:t>298</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HCM Outbound</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Post HR-HCM_Outbound_Interfaces Fidelity - Employee Tax details (Indicative C) Outbound process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160446501"/>
                  </a:ext>
                </a:extLst>
              </a:tr>
              <a:tr h="148488">
                <a:tc>
                  <a:txBody>
                    <a:bodyPr/>
                    <a:lstStyle/>
                    <a:p>
                      <a:pPr marL="0" marR="0" algn="ctr">
                        <a:spcBef>
                          <a:spcPts val="0"/>
                        </a:spcBef>
                        <a:spcAft>
                          <a:spcPts val="0"/>
                        </a:spcAft>
                      </a:pPr>
                      <a:r>
                        <a:rPr lang="en-US" sz="400">
                          <a:solidFill>
                            <a:schemeClr val="accent1"/>
                          </a:solidFill>
                          <a:effectLst/>
                        </a:rPr>
                        <a:t>299</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HCM Outbound</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HCM_Outbound_Interfaces_Open_Requisition_feed_from_Taleo_to_Symphony_Verify_Outbound_process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1688405564"/>
                  </a:ext>
                </a:extLst>
              </a:tr>
              <a:tr h="148488">
                <a:tc>
                  <a:txBody>
                    <a:bodyPr/>
                    <a:lstStyle/>
                    <a:p>
                      <a:pPr marL="0" marR="0" algn="ctr">
                        <a:spcBef>
                          <a:spcPts val="0"/>
                        </a:spcBef>
                        <a:spcAft>
                          <a:spcPts val="0"/>
                        </a:spcAft>
                      </a:pPr>
                      <a:r>
                        <a:rPr lang="en-US" sz="400">
                          <a:solidFill>
                            <a:schemeClr val="accent1"/>
                          </a:solidFill>
                          <a:effectLst/>
                        </a:rPr>
                        <a:t>300</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HCM Outbound</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HCM_Outbound_Interfaces_Candidate and application status details from Taleo to Symphony_Verify_Outbound_process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807941003"/>
                  </a:ext>
                </a:extLst>
              </a:tr>
              <a:tr h="148488">
                <a:tc>
                  <a:txBody>
                    <a:bodyPr/>
                    <a:lstStyle/>
                    <a:p>
                      <a:pPr marL="0" marR="0" algn="ctr">
                        <a:spcBef>
                          <a:spcPts val="0"/>
                        </a:spcBef>
                        <a:spcAft>
                          <a:spcPts val="0"/>
                        </a:spcAft>
                      </a:pPr>
                      <a:r>
                        <a:rPr lang="en-US" sz="400">
                          <a:solidFill>
                            <a:schemeClr val="accent1"/>
                          </a:solidFill>
                          <a:effectLst/>
                        </a:rPr>
                        <a:t>301</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HCM Outbound</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HCM_Outbound_Interfaces_Taleo_Verify Outbound process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5995" marR="35995" marT="0" marB="0"/>
                </a:tc>
                <a:extLst>
                  <a:ext uri="{0D108BD9-81ED-4DB2-BD59-A6C34878D82A}">
                    <a16:rowId xmlns:a16="http://schemas.microsoft.com/office/drawing/2014/main" val="2159243780"/>
                  </a:ext>
                </a:extLst>
              </a:tr>
            </a:tbl>
          </a:graphicData>
        </a:graphic>
      </p:graphicFrame>
    </p:spTree>
    <p:extLst>
      <p:ext uri="{BB962C8B-B14F-4D97-AF65-F5344CB8AC3E}">
        <p14:creationId xmlns:p14="http://schemas.microsoft.com/office/powerpoint/2010/main" val="3728070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itle 3"/>
          <p:cNvSpPr txBox="1">
            <a:spLocks/>
          </p:cNvSpPr>
          <p:nvPr/>
        </p:nvSpPr>
        <p:spPr>
          <a:xfrm>
            <a:off x="505725" y="247459"/>
            <a:ext cx="11071907" cy="1176550"/>
          </a:xfrm>
          <a:prstGeom prst="rect">
            <a:avLst/>
          </a:prstGeom>
        </p:spPr>
        <p:txBody>
          <a:bodyPr vert="horz" lIns="91440" tIns="45720" rIns="91440" bIns="45720" rtlCol="0" anchor="ctr">
            <a:noAutofit/>
          </a:bodyPr>
          <a:lstStyle>
            <a:lvl1pPr>
              <a:lnSpc>
                <a:spcPct val="90000"/>
              </a:lnSpc>
              <a:spcBef>
                <a:spcPct val="0"/>
              </a:spcBef>
              <a:buNone/>
              <a:defRPr sz="6000" cap="all" spc="50" baseline="0">
                <a:solidFill>
                  <a:schemeClr val="accent1"/>
                </a:solidFill>
                <a:latin typeface="+mj-lt"/>
                <a:ea typeface="+mj-ea"/>
                <a:cs typeface="+mj-cs"/>
              </a:defRPr>
            </a:lvl1pPr>
          </a:lstStyle>
          <a:p>
            <a:r>
              <a:rPr lang="en-US" cap="none" dirty="0"/>
              <a:t>Scenarios Listing</a:t>
            </a:r>
          </a:p>
        </p:txBody>
      </p:sp>
      <p:graphicFrame>
        <p:nvGraphicFramePr>
          <p:cNvPr id="2" name="Table 1">
            <a:extLst>
              <a:ext uri="{FF2B5EF4-FFF2-40B4-BE49-F238E27FC236}">
                <a16:creationId xmlns:a16="http://schemas.microsoft.com/office/drawing/2014/main" id="{CBC080CE-D4C3-4D1D-8D42-94D87290445E}"/>
              </a:ext>
            </a:extLst>
          </p:cNvPr>
          <p:cNvGraphicFramePr>
            <a:graphicFrameLocks noGrp="1"/>
          </p:cNvGraphicFramePr>
          <p:nvPr>
            <p:extLst>
              <p:ext uri="{D42A27DB-BD31-4B8C-83A1-F6EECF244321}">
                <p14:modId xmlns:p14="http://schemas.microsoft.com/office/powerpoint/2010/main" val="3664601118"/>
              </p:ext>
            </p:extLst>
          </p:nvPr>
        </p:nvGraphicFramePr>
        <p:xfrm>
          <a:off x="633268" y="1330970"/>
          <a:ext cx="5315045" cy="5041536"/>
        </p:xfrm>
        <a:graphic>
          <a:graphicData uri="http://schemas.openxmlformats.org/drawingml/2006/table">
            <a:tbl>
              <a:tblPr firstRow="1" firstCol="1" bandRow="1">
                <a:tableStyleId>{5C22544A-7EE6-4342-B048-85BDC9FD1C3A}</a:tableStyleId>
              </a:tblPr>
              <a:tblGrid>
                <a:gridCol w="380654">
                  <a:extLst>
                    <a:ext uri="{9D8B030D-6E8A-4147-A177-3AD203B41FA5}">
                      <a16:colId xmlns:a16="http://schemas.microsoft.com/office/drawing/2014/main" val="4137950105"/>
                    </a:ext>
                  </a:extLst>
                </a:gridCol>
                <a:gridCol w="496728">
                  <a:extLst>
                    <a:ext uri="{9D8B030D-6E8A-4147-A177-3AD203B41FA5}">
                      <a16:colId xmlns:a16="http://schemas.microsoft.com/office/drawing/2014/main" val="528072317"/>
                    </a:ext>
                  </a:extLst>
                </a:gridCol>
                <a:gridCol w="3549472">
                  <a:extLst>
                    <a:ext uri="{9D8B030D-6E8A-4147-A177-3AD203B41FA5}">
                      <a16:colId xmlns:a16="http://schemas.microsoft.com/office/drawing/2014/main" val="4190435578"/>
                    </a:ext>
                  </a:extLst>
                </a:gridCol>
                <a:gridCol w="489680">
                  <a:extLst>
                    <a:ext uri="{9D8B030D-6E8A-4147-A177-3AD203B41FA5}">
                      <a16:colId xmlns:a16="http://schemas.microsoft.com/office/drawing/2014/main" val="2562582492"/>
                    </a:ext>
                  </a:extLst>
                </a:gridCol>
                <a:gridCol w="398511">
                  <a:extLst>
                    <a:ext uri="{9D8B030D-6E8A-4147-A177-3AD203B41FA5}">
                      <a16:colId xmlns:a16="http://schemas.microsoft.com/office/drawing/2014/main" val="3662616894"/>
                    </a:ext>
                  </a:extLst>
                </a:gridCol>
              </a:tblGrid>
              <a:tr h="148531">
                <a:tc>
                  <a:txBody>
                    <a:bodyPr/>
                    <a:lstStyle/>
                    <a:p>
                      <a:pPr marL="0" marR="0" algn="ctr">
                        <a:spcBef>
                          <a:spcPts val="0"/>
                        </a:spcBef>
                        <a:spcAft>
                          <a:spcPts val="0"/>
                        </a:spcAft>
                      </a:pPr>
                      <a:r>
                        <a:rPr lang="en-US" sz="400">
                          <a:solidFill>
                            <a:schemeClr val="accent1"/>
                          </a:solidFill>
                          <a:effectLst/>
                        </a:rPr>
                        <a:t>302</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HCM Outbound</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HCM_Outbound_Interfaces_Feed to send OLF (Organizations, Locations, Job Function) from Oracle Cloud_Verify_Outbound_process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115217075"/>
                  </a:ext>
                </a:extLst>
              </a:tr>
              <a:tr h="148531">
                <a:tc>
                  <a:txBody>
                    <a:bodyPr/>
                    <a:lstStyle/>
                    <a:p>
                      <a:pPr marL="0" marR="0" algn="ctr">
                        <a:spcBef>
                          <a:spcPts val="0"/>
                        </a:spcBef>
                        <a:spcAft>
                          <a:spcPts val="0"/>
                        </a:spcAft>
                      </a:pPr>
                      <a:r>
                        <a:rPr lang="en-US" sz="400">
                          <a:solidFill>
                            <a:schemeClr val="accent1"/>
                          </a:solidFill>
                          <a:effectLst/>
                        </a:rPr>
                        <a:t>303</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HCM Outbound</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HCM_Outbound_Interfaces_Job Template to Taleo_Verify_Outbound_process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3804577517"/>
                  </a:ext>
                </a:extLst>
              </a:tr>
              <a:tr h="148531">
                <a:tc>
                  <a:txBody>
                    <a:bodyPr/>
                    <a:lstStyle/>
                    <a:p>
                      <a:pPr marL="0" marR="0" algn="ctr">
                        <a:spcBef>
                          <a:spcPts val="0"/>
                        </a:spcBef>
                        <a:spcAft>
                          <a:spcPts val="0"/>
                        </a:spcAft>
                      </a:pPr>
                      <a:r>
                        <a:rPr lang="en-US" sz="400">
                          <a:solidFill>
                            <a:schemeClr val="accent1"/>
                          </a:solidFill>
                          <a:effectLst/>
                        </a:rPr>
                        <a:t>304</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HCM Outbound</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HCM_Outbound_Interfaces_Internal Candidates_Verify_Outbound_process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100515948"/>
                  </a:ext>
                </a:extLst>
              </a:tr>
              <a:tr h="148531">
                <a:tc>
                  <a:txBody>
                    <a:bodyPr/>
                    <a:lstStyle/>
                    <a:p>
                      <a:pPr marL="0" marR="0" algn="ctr">
                        <a:spcBef>
                          <a:spcPts val="0"/>
                        </a:spcBef>
                        <a:spcAft>
                          <a:spcPts val="0"/>
                        </a:spcAft>
                      </a:pPr>
                      <a:r>
                        <a:rPr lang="en-US" sz="400">
                          <a:solidFill>
                            <a:schemeClr val="accent1"/>
                          </a:solidFill>
                          <a:effectLst/>
                        </a:rPr>
                        <a:t>305</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HCM Outbound</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Post HR-HCM_Outbound_Interfaces_EV_ADP_Verify Outbound process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110862232"/>
                  </a:ext>
                </a:extLst>
              </a:tr>
              <a:tr h="113332">
                <a:tc>
                  <a:txBody>
                    <a:bodyPr/>
                    <a:lstStyle/>
                    <a:p>
                      <a:pPr marL="0" marR="0" algn="ctr">
                        <a:spcBef>
                          <a:spcPts val="0"/>
                        </a:spcBef>
                        <a:spcAft>
                          <a:spcPts val="0"/>
                        </a:spcAft>
                      </a:pPr>
                      <a:r>
                        <a:rPr lang="en-US" sz="400">
                          <a:solidFill>
                            <a:schemeClr val="accent1"/>
                          </a:solidFill>
                          <a:effectLst/>
                        </a:rPr>
                        <a:t>306</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HR</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HR.01.10_W2W_ESS - Japan Employee - Able to view Marital Status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2794321427"/>
                  </a:ext>
                </a:extLst>
              </a:tr>
              <a:tr h="148531">
                <a:tc>
                  <a:txBody>
                    <a:bodyPr/>
                    <a:lstStyle/>
                    <a:p>
                      <a:pPr marL="0" marR="0" algn="ctr">
                        <a:spcBef>
                          <a:spcPts val="0"/>
                        </a:spcBef>
                        <a:spcAft>
                          <a:spcPts val="0"/>
                        </a:spcAft>
                      </a:pPr>
                      <a:r>
                        <a:rPr lang="en-US" sz="400">
                          <a:solidFill>
                            <a:schemeClr val="accent1"/>
                          </a:solidFill>
                          <a:effectLst/>
                        </a:rPr>
                        <a:t>307</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HR</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Japan HR Specialist -  Able to track Labor Type for Japan employees to report to vendors (Exempt, Non-Exempt/Flextime, Non-Exempt/Regular Time, Non-Exempt/Shift, Exempt/Flextime)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4256151455"/>
                  </a:ext>
                </a:extLst>
              </a:tr>
              <a:tr h="113332">
                <a:tc>
                  <a:txBody>
                    <a:bodyPr/>
                    <a:lstStyle/>
                    <a:p>
                      <a:pPr marL="0" marR="0" algn="ctr">
                        <a:spcBef>
                          <a:spcPts val="0"/>
                        </a:spcBef>
                        <a:spcAft>
                          <a:spcPts val="0"/>
                        </a:spcAft>
                      </a:pPr>
                      <a:r>
                        <a:rPr lang="en-US" sz="400">
                          <a:solidFill>
                            <a:schemeClr val="accent1"/>
                          </a:solidFill>
                          <a:effectLst/>
                        </a:rPr>
                        <a:t>308</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HR</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HR.01.46_W2W_HR Specialist - Manage Work Relationship</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1965909936"/>
                  </a:ext>
                </a:extLst>
              </a:tr>
              <a:tr h="113332">
                <a:tc>
                  <a:txBody>
                    <a:bodyPr/>
                    <a:lstStyle/>
                    <a:p>
                      <a:pPr marL="0" marR="0" algn="ctr">
                        <a:spcBef>
                          <a:spcPts val="0"/>
                        </a:spcBef>
                        <a:spcAft>
                          <a:spcPts val="0"/>
                        </a:spcAft>
                      </a:pPr>
                      <a:r>
                        <a:rPr lang="en-US" sz="400">
                          <a:solidFill>
                            <a:schemeClr val="accent1"/>
                          </a:solidFill>
                          <a:effectLst/>
                        </a:rPr>
                        <a:t>309</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ERP.125. Initiate test AP Payments using all Payment Types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1960964395"/>
                  </a:ext>
                </a:extLst>
              </a:tr>
              <a:tr h="148531">
                <a:tc>
                  <a:txBody>
                    <a:bodyPr/>
                    <a:lstStyle/>
                    <a:p>
                      <a:pPr marL="0" marR="0" algn="ctr">
                        <a:spcBef>
                          <a:spcPts val="0"/>
                        </a:spcBef>
                        <a:spcAft>
                          <a:spcPts val="0"/>
                        </a:spcAft>
                      </a:pPr>
                      <a:r>
                        <a:rPr lang="en-US" sz="400">
                          <a:solidFill>
                            <a:schemeClr val="accent1"/>
                          </a:solidFill>
                          <a:effectLst/>
                        </a:rPr>
                        <a:t>310</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ERP.133.Create an internal Invoice Payment from AP for internal HOA payment to test internal AR reconciliations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3605857370"/>
                  </a:ext>
                </a:extLst>
              </a:tr>
              <a:tr h="113332">
                <a:tc>
                  <a:txBody>
                    <a:bodyPr/>
                    <a:lstStyle/>
                    <a:p>
                      <a:pPr marL="0" marR="0" algn="ctr">
                        <a:spcBef>
                          <a:spcPts val="0"/>
                        </a:spcBef>
                        <a:spcAft>
                          <a:spcPts val="0"/>
                        </a:spcAft>
                      </a:pPr>
                      <a:r>
                        <a:rPr lang="en-US" sz="400">
                          <a:solidFill>
                            <a:schemeClr val="accent1"/>
                          </a:solidFill>
                          <a:effectLst/>
                        </a:rPr>
                        <a:t>311</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ERP.134.Pay internal invoice from AP via ACH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614870735"/>
                  </a:ext>
                </a:extLst>
              </a:tr>
              <a:tr h="113332">
                <a:tc>
                  <a:txBody>
                    <a:bodyPr/>
                    <a:lstStyle/>
                    <a:p>
                      <a:pPr marL="0" marR="0" algn="ctr">
                        <a:spcBef>
                          <a:spcPts val="0"/>
                        </a:spcBef>
                        <a:spcAft>
                          <a:spcPts val="0"/>
                        </a:spcAft>
                      </a:pPr>
                      <a:r>
                        <a:rPr lang="en-US" sz="400">
                          <a:solidFill>
                            <a:schemeClr val="accent1"/>
                          </a:solidFill>
                          <a:effectLst/>
                        </a:rPr>
                        <a:t>312</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ERP.117.Bank Transaction Code is missing in Cash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3858972379"/>
                  </a:ext>
                </a:extLst>
              </a:tr>
              <a:tr h="113332">
                <a:tc>
                  <a:txBody>
                    <a:bodyPr/>
                    <a:lstStyle/>
                    <a:p>
                      <a:pPr marL="0" marR="0" algn="ctr">
                        <a:spcBef>
                          <a:spcPts val="0"/>
                        </a:spcBef>
                        <a:spcAft>
                          <a:spcPts val="0"/>
                        </a:spcAft>
                      </a:pPr>
                      <a:r>
                        <a:rPr lang="en-US" sz="400">
                          <a:solidFill>
                            <a:schemeClr val="accent1"/>
                          </a:solidFill>
                          <a:effectLst/>
                        </a:rPr>
                        <a:t>313</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ERP.118.Retry the same dated BAI2 File import to Cash Management for Second time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4210777518"/>
                  </a:ext>
                </a:extLst>
              </a:tr>
              <a:tr h="113332">
                <a:tc>
                  <a:txBody>
                    <a:bodyPr/>
                    <a:lstStyle/>
                    <a:p>
                      <a:pPr marL="0" marR="0" algn="ctr">
                        <a:spcBef>
                          <a:spcPts val="0"/>
                        </a:spcBef>
                        <a:spcAft>
                          <a:spcPts val="0"/>
                        </a:spcAft>
                      </a:pPr>
                      <a:r>
                        <a:rPr lang="en-US" sz="400">
                          <a:solidFill>
                            <a:schemeClr val="accent1"/>
                          </a:solidFill>
                          <a:effectLst/>
                        </a:rPr>
                        <a:t>314</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ERP.120.Manually delete a Bank account from Oracle and run the BAI2 import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3443023231"/>
                  </a:ext>
                </a:extLst>
              </a:tr>
              <a:tr h="113332">
                <a:tc>
                  <a:txBody>
                    <a:bodyPr/>
                    <a:lstStyle/>
                    <a:p>
                      <a:pPr marL="0" marR="0" algn="ctr">
                        <a:spcBef>
                          <a:spcPts val="0"/>
                        </a:spcBef>
                        <a:spcAft>
                          <a:spcPts val="0"/>
                        </a:spcAft>
                      </a:pPr>
                      <a:r>
                        <a:rPr lang="en-US" sz="400">
                          <a:solidFill>
                            <a:schemeClr val="accent1"/>
                          </a:solidFill>
                          <a:effectLst/>
                        </a:rPr>
                        <a:t>315</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ERP.121.Test the Cash Management Auto-reconciliation</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4266858581"/>
                  </a:ext>
                </a:extLst>
              </a:tr>
              <a:tr h="113332">
                <a:tc>
                  <a:txBody>
                    <a:bodyPr/>
                    <a:lstStyle/>
                    <a:p>
                      <a:pPr marL="0" marR="0" algn="ctr">
                        <a:spcBef>
                          <a:spcPts val="0"/>
                        </a:spcBef>
                        <a:spcAft>
                          <a:spcPts val="0"/>
                        </a:spcAft>
                      </a:pPr>
                      <a:r>
                        <a:rPr lang="en-US" sz="400">
                          <a:solidFill>
                            <a:schemeClr val="accent1"/>
                          </a:solidFill>
                          <a:effectLst/>
                        </a:rPr>
                        <a:t>316</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ERP.122.Validate the Cash Management GL entries posted when a payment is matched or pending in the queue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1800610371"/>
                  </a:ext>
                </a:extLst>
              </a:tr>
              <a:tr h="113332">
                <a:tc>
                  <a:txBody>
                    <a:bodyPr/>
                    <a:lstStyle/>
                    <a:p>
                      <a:pPr marL="0" marR="0" algn="ctr">
                        <a:spcBef>
                          <a:spcPts val="0"/>
                        </a:spcBef>
                        <a:spcAft>
                          <a:spcPts val="0"/>
                        </a:spcAft>
                      </a:pPr>
                      <a:r>
                        <a:rPr lang="en-US" sz="400">
                          <a:solidFill>
                            <a:schemeClr val="accent1"/>
                          </a:solidFill>
                          <a:effectLst/>
                        </a:rPr>
                        <a:t>317</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ERP.123.Manually match an item in Cash Management and validate the GL entry that gets posted</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933919951"/>
                  </a:ext>
                </a:extLst>
              </a:tr>
              <a:tr h="148531">
                <a:tc>
                  <a:txBody>
                    <a:bodyPr/>
                    <a:lstStyle/>
                    <a:p>
                      <a:pPr marL="0" marR="0" algn="ctr">
                        <a:spcBef>
                          <a:spcPts val="0"/>
                        </a:spcBef>
                        <a:spcAft>
                          <a:spcPts val="0"/>
                        </a:spcAft>
                      </a:pPr>
                      <a:r>
                        <a:rPr lang="en-US" sz="400">
                          <a:solidFill>
                            <a:schemeClr val="accent1"/>
                          </a:solidFill>
                          <a:effectLst/>
                        </a:rPr>
                        <a:t>318</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ERP.124.validate by account in Cash Managment that prior day ending balances equals following day beginning balance.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4228468102"/>
                  </a:ext>
                </a:extLst>
              </a:tr>
              <a:tr h="113332">
                <a:tc>
                  <a:txBody>
                    <a:bodyPr/>
                    <a:lstStyle/>
                    <a:p>
                      <a:pPr marL="0" marR="0" algn="ctr">
                        <a:spcBef>
                          <a:spcPts val="0"/>
                        </a:spcBef>
                        <a:spcAft>
                          <a:spcPts val="0"/>
                        </a:spcAft>
                      </a:pPr>
                      <a:r>
                        <a:rPr lang="en-US" sz="400">
                          <a:solidFill>
                            <a:schemeClr val="accent1"/>
                          </a:solidFill>
                          <a:effectLst/>
                        </a:rPr>
                        <a:t>319</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ERP.128.01 Bank of America -Verify that AP file loaded successfully to Kyriba for all Payment Types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2517011036"/>
                  </a:ext>
                </a:extLst>
              </a:tr>
              <a:tr h="113332">
                <a:tc>
                  <a:txBody>
                    <a:bodyPr/>
                    <a:lstStyle/>
                    <a:p>
                      <a:pPr marL="0" marR="0" algn="ctr">
                        <a:spcBef>
                          <a:spcPts val="0"/>
                        </a:spcBef>
                        <a:spcAft>
                          <a:spcPts val="0"/>
                        </a:spcAft>
                      </a:pPr>
                      <a:r>
                        <a:rPr lang="en-US" sz="400">
                          <a:solidFill>
                            <a:schemeClr val="accent1"/>
                          </a:solidFill>
                          <a:effectLst/>
                        </a:rPr>
                        <a:t>320</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ERP.114.Verify that Bank accounts are set-up in Cash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1346062931"/>
                  </a:ext>
                </a:extLst>
              </a:tr>
              <a:tr h="113332">
                <a:tc>
                  <a:txBody>
                    <a:bodyPr/>
                    <a:lstStyle/>
                    <a:p>
                      <a:pPr marL="0" marR="0" algn="ctr">
                        <a:spcBef>
                          <a:spcPts val="0"/>
                        </a:spcBef>
                        <a:spcAft>
                          <a:spcPts val="0"/>
                        </a:spcAft>
                      </a:pPr>
                      <a:r>
                        <a:rPr lang="en-US" sz="400">
                          <a:solidFill>
                            <a:schemeClr val="accent1"/>
                          </a:solidFill>
                          <a:effectLst/>
                        </a:rPr>
                        <a:t>321</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ERP.115.Oracle Cash Management Should receive daily bank statement from 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921283463"/>
                  </a:ext>
                </a:extLst>
              </a:tr>
              <a:tr h="113332">
                <a:tc>
                  <a:txBody>
                    <a:bodyPr/>
                    <a:lstStyle/>
                    <a:p>
                      <a:pPr marL="0" marR="0" algn="ctr">
                        <a:spcBef>
                          <a:spcPts val="0"/>
                        </a:spcBef>
                        <a:spcAft>
                          <a:spcPts val="0"/>
                        </a:spcAft>
                      </a:pPr>
                      <a:r>
                        <a:rPr lang="en-US" sz="400">
                          <a:solidFill>
                            <a:schemeClr val="accent1"/>
                          </a:solidFill>
                          <a:effectLst/>
                        </a:rPr>
                        <a:t>322</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ERP.128.02 Wells Fargo -Verify that AP file loaded successfully to Kyriba for all Payment Types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3434759272"/>
                  </a:ext>
                </a:extLst>
              </a:tr>
              <a:tr h="113332">
                <a:tc>
                  <a:txBody>
                    <a:bodyPr/>
                    <a:lstStyle/>
                    <a:p>
                      <a:pPr marL="0" marR="0" algn="ctr">
                        <a:spcBef>
                          <a:spcPts val="0"/>
                        </a:spcBef>
                        <a:spcAft>
                          <a:spcPts val="0"/>
                        </a:spcAft>
                      </a:pPr>
                      <a:r>
                        <a:rPr lang="en-US" sz="400">
                          <a:solidFill>
                            <a:schemeClr val="accent1"/>
                          </a:solidFill>
                          <a:effectLst/>
                        </a:rPr>
                        <a:t>323</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ERP.100:Add New GL Account in HOA and HGV s COA Account segment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3940973275"/>
                  </a:ext>
                </a:extLst>
              </a:tr>
              <a:tr h="113332">
                <a:tc>
                  <a:txBody>
                    <a:bodyPr/>
                    <a:lstStyle/>
                    <a:p>
                      <a:pPr marL="0" marR="0" algn="ctr">
                        <a:spcBef>
                          <a:spcPts val="0"/>
                        </a:spcBef>
                        <a:spcAft>
                          <a:spcPts val="0"/>
                        </a:spcAft>
                      </a:pPr>
                      <a:r>
                        <a:rPr lang="en-US" sz="400">
                          <a:solidFill>
                            <a:schemeClr val="accent1"/>
                          </a:solidFill>
                          <a:effectLst/>
                        </a:rPr>
                        <a:t>324</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ERP.101:Inactive /End Dated GL Account in HOA and HGV s COA Account segment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4191831110"/>
                  </a:ext>
                </a:extLst>
              </a:tr>
              <a:tr h="148531">
                <a:tc>
                  <a:txBody>
                    <a:bodyPr/>
                    <a:lstStyle/>
                    <a:p>
                      <a:pPr marL="0" marR="0" algn="ctr">
                        <a:spcBef>
                          <a:spcPts val="0"/>
                        </a:spcBef>
                        <a:spcAft>
                          <a:spcPts val="0"/>
                        </a:spcAft>
                      </a:pPr>
                      <a:r>
                        <a:rPr lang="en-US" sz="400">
                          <a:solidFill>
                            <a:schemeClr val="accent1"/>
                          </a:solidFill>
                          <a:effectLst/>
                        </a:rPr>
                        <a:t>325</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ERP.103.Kryba should have a process monitor log to display errors for subsequent imports if GL Account already exists in 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1836616450"/>
                  </a:ext>
                </a:extLst>
              </a:tr>
              <a:tr h="113332">
                <a:tc>
                  <a:txBody>
                    <a:bodyPr/>
                    <a:lstStyle/>
                    <a:p>
                      <a:pPr marL="0" marR="0" algn="ctr">
                        <a:spcBef>
                          <a:spcPts val="0"/>
                        </a:spcBef>
                        <a:spcAft>
                          <a:spcPts val="0"/>
                        </a:spcAft>
                      </a:pPr>
                      <a:r>
                        <a:rPr lang="en-US" sz="400">
                          <a:solidFill>
                            <a:schemeClr val="accent1"/>
                          </a:solidFill>
                          <a:effectLst/>
                        </a:rPr>
                        <a:t>326</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ERP.102:Account description for GL Account in Oracle Export COA files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56042463"/>
                  </a:ext>
                </a:extLst>
              </a:tr>
              <a:tr h="113332">
                <a:tc>
                  <a:txBody>
                    <a:bodyPr/>
                    <a:lstStyle/>
                    <a:p>
                      <a:pPr marL="0" marR="0" algn="ctr">
                        <a:spcBef>
                          <a:spcPts val="0"/>
                        </a:spcBef>
                        <a:spcAft>
                          <a:spcPts val="0"/>
                        </a:spcAft>
                      </a:pPr>
                      <a:r>
                        <a:rPr lang="en-US" sz="400">
                          <a:solidFill>
                            <a:schemeClr val="accent1"/>
                          </a:solidFill>
                          <a:effectLst/>
                        </a:rPr>
                        <a:t>327</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ERP.130.Currency Data extracts from Kyriba and upload the exchange rates to Cloud GL</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2890002124"/>
                  </a:ext>
                </a:extLst>
              </a:tr>
              <a:tr h="113332">
                <a:tc>
                  <a:txBody>
                    <a:bodyPr/>
                    <a:lstStyle/>
                    <a:p>
                      <a:pPr marL="0" marR="0" algn="ctr">
                        <a:spcBef>
                          <a:spcPts val="0"/>
                        </a:spcBef>
                        <a:spcAft>
                          <a:spcPts val="0"/>
                        </a:spcAft>
                      </a:pPr>
                      <a:r>
                        <a:rPr lang="en-US" sz="400">
                          <a:solidFill>
                            <a:schemeClr val="accent1"/>
                          </a:solidFill>
                          <a:effectLst/>
                        </a:rPr>
                        <a:t>328</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ERP.131.Upload Data extract from Kyriba with missing fields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1445581793"/>
                  </a:ext>
                </a:extLst>
              </a:tr>
              <a:tr h="113332">
                <a:tc>
                  <a:txBody>
                    <a:bodyPr/>
                    <a:lstStyle/>
                    <a:p>
                      <a:pPr marL="0" marR="0" algn="ctr">
                        <a:spcBef>
                          <a:spcPts val="0"/>
                        </a:spcBef>
                        <a:spcAft>
                          <a:spcPts val="0"/>
                        </a:spcAft>
                      </a:pPr>
                      <a:r>
                        <a:rPr lang="en-US" sz="400">
                          <a:solidFill>
                            <a:schemeClr val="accent1"/>
                          </a:solidFill>
                          <a:effectLst/>
                        </a:rPr>
                        <a:t>329</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ERP.132.Month end average FX rate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2085343057"/>
                  </a:ext>
                </a:extLst>
              </a:tr>
              <a:tr h="113332">
                <a:tc>
                  <a:txBody>
                    <a:bodyPr/>
                    <a:lstStyle/>
                    <a:p>
                      <a:pPr marL="0" marR="0" algn="ctr">
                        <a:spcBef>
                          <a:spcPts val="0"/>
                        </a:spcBef>
                        <a:spcAft>
                          <a:spcPts val="0"/>
                        </a:spcAft>
                      </a:pPr>
                      <a:r>
                        <a:rPr lang="en-US" sz="400">
                          <a:solidFill>
                            <a:schemeClr val="accent1"/>
                          </a:solidFill>
                          <a:effectLst/>
                        </a:rPr>
                        <a:t>330</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Kyriba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ERP.104.Data extracts for HOA and HGV from Kyriba and upload the journal to Cloud GL</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2956695449"/>
                  </a:ext>
                </a:extLst>
              </a:tr>
              <a:tr h="113332">
                <a:tc>
                  <a:txBody>
                    <a:bodyPr/>
                    <a:lstStyle/>
                    <a:p>
                      <a:pPr marL="0" marR="0" algn="ctr">
                        <a:spcBef>
                          <a:spcPts val="0"/>
                        </a:spcBef>
                        <a:spcAft>
                          <a:spcPts val="0"/>
                        </a:spcAft>
                      </a:pPr>
                      <a:r>
                        <a:rPr lang="en-US" sz="400">
                          <a:solidFill>
                            <a:schemeClr val="accent1"/>
                          </a:solidFill>
                          <a:effectLst/>
                        </a:rPr>
                        <a:t>331</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W2W-289-01 Review and Modify Intercompany Transactions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3908138024"/>
                  </a:ext>
                </a:extLst>
              </a:tr>
              <a:tr h="113332">
                <a:tc>
                  <a:txBody>
                    <a:bodyPr/>
                    <a:lstStyle/>
                    <a:p>
                      <a:pPr marL="0" marR="0" algn="ctr">
                        <a:spcBef>
                          <a:spcPts val="0"/>
                        </a:spcBef>
                        <a:spcAft>
                          <a:spcPts val="0"/>
                        </a:spcAft>
                      </a:pPr>
                      <a:r>
                        <a:rPr lang="en-US" sz="400">
                          <a:solidFill>
                            <a:schemeClr val="accent1"/>
                          </a:solidFill>
                          <a:effectLst/>
                        </a:rPr>
                        <a:t>332</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W2W-290-01 Reconcile Intercompany Transactions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4003083094"/>
                  </a:ext>
                </a:extLst>
              </a:tr>
              <a:tr h="113332">
                <a:tc>
                  <a:txBody>
                    <a:bodyPr/>
                    <a:lstStyle/>
                    <a:p>
                      <a:pPr marL="0" marR="0" algn="ctr">
                        <a:spcBef>
                          <a:spcPts val="0"/>
                        </a:spcBef>
                        <a:spcAft>
                          <a:spcPts val="0"/>
                        </a:spcAft>
                      </a:pPr>
                      <a:r>
                        <a:rPr lang="en-US" sz="400">
                          <a:solidFill>
                            <a:schemeClr val="accent1"/>
                          </a:solidFill>
                          <a:effectLst/>
                        </a:rPr>
                        <a:t>333</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W2W-288-01-Create Intercompany Transactions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1101767186"/>
                  </a:ext>
                </a:extLst>
              </a:tr>
              <a:tr h="113332">
                <a:tc>
                  <a:txBody>
                    <a:bodyPr/>
                    <a:lstStyle/>
                    <a:p>
                      <a:pPr marL="0" marR="0" algn="ctr">
                        <a:spcBef>
                          <a:spcPts val="0"/>
                        </a:spcBef>
                        <a:spcAft>
                          <a:spcPts val="0"/>
                        </a:spcAft>
                      </a:pPr>
                      <a:r>
                        <a:rPr lang="en-US" sz="400">
                          <a:solidFill>
                            <a:schemeClr val="accent1"/>
                          </a:solidFill>
                          <a:effectLst/>
                        </a:rPr>
                        <a:t>334</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Payroll</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PR.01.65_W2W Process T Rowe Price loan inbound interface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3955517675"/>
                  </a:ext>
                </a:extLst>
              </a:tr>
              <a:tr h="113332">
                <a:tc>
                  <a:txBody>
                    <a:bodyPr/>
                    <a:lstStyle/>
                    <a:p>
                      <a:pPr marL="0" marR="0" algn="ctr">
                        <a:spcBef>
                          <a:spcPts val="0"/>
                        </a:spcBef>
                        <a:spcAft>
                          <a:spcPts val="0"/>
                        </a:spcAft>
                      </a:pPr>
                      <a:r>
                        <a:rPr lang="en-US" sz="400">
                          <a:solidFill>
                            <a:schemeClr val="accent1"/>
                          </a:solidFill>
                          <a:effectLst/>
                        </a:rPr>
                        <a:t>335</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Payroll</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PR.01.66_W2W Process Adoption Assistance inbound interface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267035156"/>
                  </a:ext>
                </a:extLst>
              </a:tr>
              <a:tr h="113332">
                <a:tc>
                  <a:txBody>
                    <a:bodyPr/>
                    <a:lstStyle/>
                    <a:p>
                      <a:pPr marL="0" marR="0" algn="ctr">
                        <a:spcBef>
                          <a:spcPts val="0"/>
                        </a:spcBef>
                        <a:spcAft>
                          <a:spcPts val="0"/>
                        </a:spcAft>
                      </a:pPr>
                      <a:r>
                        <a:rPr lang="en-US" sz="400">
                          <a:solidFill>
                            <a:schemeClr val="accent1"/>
                          </a:solidFill>
                          <a:effectLst/>
                        </a:rPr>
                        <a:t>336</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Payroll</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PR.01.67_W2W Process Hewitt inbound interface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928247614"/>
                  </a:ext>
                </a:extLst>
              </a:tr>
              <a:tr h="113332">
                <a:tc>
                  <a:txBody>
                    <a:bodyPr/>
                    <a:lstStyle/>
                    <a:p>
                      <a:pPr marL="0" marR="0" algn="ctr">
                        <a:spcBef>
                          <a:spcPts val="0"/>
                        </a:spcBef>
                        <a:spcAft>
                          <a:spcPts val="0"/>
                        </a:spcAft>
                      </a:pPr>
                      <a:r>
                        <a:rPr lang="en-US" sz="400">
                          <a:solidFill>
                            <a:schemeClr val="accent1"/>
                          </a:solidFill>
                          <a:effectLst/>
                        </a:rPr>
                        <a:t>337</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Payroll</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PR.01.68_W2W Process T Rowe Price deferral inbound interface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1064439817"/>
                  </a:ext>
                </a:extLst>
              </a:tr>
              <a:tr h="113332">
                <a:tc>
                  <a:txBody>
                    <a:bodyPr/>
                    <a:lstStyle/>
                    <a:p>
                      <a:pPr marL="0" marR="0" algn="ctr">
                        <a:spcBef>
                          <a:spcPts val="0"/>
                        </a:spcBef>
                        <a:spcAft>
                          <a:spcPts val="0"/>
                        </a:spcAft>
                      </a:pPr>
                      <a:r>
                        <a:rPr lang="en-US" sz="400">
                          <a:solidFill>
                            <a:schemeClr val="accent1"/>
                          </a:solidFill>
                          <a:effectLst/>
                        </a:rPr>
                        <a:t>338</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Payroll</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PR.01.69_W2W Process Timesaver inbound interface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2246181952"/>
                  </a:ext>
                </a:extLst>
              </a:tr>
              <a:tr h="113332">
                <a:tc>
                  <a:txBody>
                    <a:bodyPr/>
                    <a:lstStyle/>
                    <a:p>
                      <a:pPr marL="0" marR="0" algn="ctr">
                        <a:spcBef>
                          <a:spcPts val="0"/>
                        </a:spcBef>
                        <a:spcAft>
                          <a:spcPts val="0"/>
                        </a:spcAft>
                      </a:pPr>
                      <a:r>
                        <a:rPr lang="en-US" sz="400">
                          <a:solidFill>
                            <a:schemeClr val="accent1"/>
                          </a:solidFill>
                          <a:effectLst/>
                        </a:rPr>
                        <a:t>339</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Payroll</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PR.01.88_W2W Run HGV Hewitt Contributions Outbound</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2455636088"/>
                  </a:ext>
                </a:extLst>
              </a:tr>
              <a:tr h="113332">
                <a:tc>
                  <a:txBody>
                    <a:bodyPr/>
                    <a:lstStyle/>
                    <a:p>
                      <a:pPr marL="0" marR="0" algn="ctr">
                        <a:spcBef>
                          <a:spcPts val="0"/>
                        </a:spcBef>
                        <a:spcAft>
                          <a:spcPts val="0"/>
                        </a:spcAft>
                      </a:pPr>
                      <a:r>
                        <a:rPr lang="en-US" sz="400">
                          <a:solidFill>
                            <a:schemeClr val="accent1"/>
                          </a:solidFill>
                          <a:effectLst/>
                        </a:rPr>
                        <a:t>340</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Payroll</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PR.01.89_W2W Run Greenware_TimeSaver_Outbound_N_TRM001</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2956222774"/>
                  </a:ext>
                </a:extLst>
              </a:tr>
              <a:tr h="113332">
                <a:tc>
                  <a:txBody>
                    <a:bodyPr/>
                    <a:lstStyle/>
                    <a:p>
                      <a:pPr marL="0" marR="0" algn="ctr">
                        <a:spcBef>
                          <a:spcPts val="0"/>
                        </a:spcBef>
                        <a:spcAft>
                          <a:spcPts val="0"/>
                        </a:spcAft>
                      </a:pPr>
                      <a:r>
                        <a:rPr lang="en-US" sz="400">
                          <a:solidFill>
                            <a:schemeClr val="accent1"/>
                          </a:solidFill>
                          <a:effectLst/>
                        </a:rPr>
                        <a:t>341</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Payroll</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PR.01.90_W2W Run TRowePrice_Outbound_N_BNI002 - Maintenance File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3400525099"/>
                  </a:ext>
                </a:extLst>
              </a:tr>
              <a:tr h="113332">
                <a:tc>
                  <a:txBody>
                    <a:bodyPr/>
                    <a:lstStyle/>
                    <a:p>
                      <a:pPr marL="0" marR="0" algn="ctr">
                        <a:spcBef>
                          <a:spcPts val="0"/>
                        </a:spcBef>
                        <a:spcAft>
                          <a:spcPts val="0"/>
                        </a:spcAft>
                      </a:pPr>
                      <a:r>
                        <a:rPr lang="en-US" sz="400">
                          <a:solidFill>
                            <a:schemeClr val="accent1"/>
                          </a:solidFill>
                          <a:effectLst/>
                        </a:rPr>
                        <a:t>342</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Payroll</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PR.01.91_W2W Run HCM to First Advantage (WOTC) - Payroll</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228829502"/>
                  </a:ext>
                </a:extLst>
              </a:tr>
              <a:tr h="113332">
                <a:tc>
                  <a:txBody>
                    <a:bodyPr/>
                    <a:lstStyle/>
                    <a:p>
                      <a:pPr marL="0" marR="0" algn="ctr">
                        <a:spcBef>
                          <a:spcPts val="0"/>
                        </a:spcBef>
                        <a:spcAft>
                          <a:spcPts val="0"/>
                        </a:spcAft>
                      </a:pPr>
                      <a:r>
                        <a:rPr lang="en-US" sz="400">
                          <a:solidFill>
                            <a:schemeClr val="accent1"/>
                          </a:solidFill>
                          <a:effectLst/>
                        </a:rPr>
                        <a:t>343</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Payroll</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PR.01.92_W2W Run Fidelity ESPP outbound file processes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055" marR="36055" marT="0" marB="0"/>
                </a:tc>
                <a:extLst>
                  <a:ext uri="{0D108BD9-81ED-4DB2-BD59-A6C34878D82A}">
                    <a16:rowId xmlns:a16="http://schemas.microsoft.com/office/drawing/2014/main" val="1697973127"/>
                  </a:ext>
                </a:extLst>
              </a:tr>
            </a:tbl>
          </a:graphicData>
        </a:graphic>
      </p:graphicFrame>
      <p:graphicFrame>
        <p:nvGraphicFramePr>
          <p:cNvPr id="4" name="Table 3">
            <a:extLst>
              <a:ext uri="{FF2B5EF4-FFF2-40B4-BE49-F238E27FC236}">
                <a16:creationId xmlns:a16="http://schemas.microsoft.com/office/drawing/2014/main" id="{BE0EEDB8-5706-47D9-90DF-4BD3E51FEC8D}"/>
              </a:ext>
            </a:extLst>
          </p:cNvPr>
          <p:cNvGraphicFramePr>
            <a:graphicFrameLocks noGrp="1"/>
          </p:cNvGraphicFramePr>
          <p:nvPr>
            <p:extLst>
              <p:ext uri="{D42A27DB-BD31-4B8C-83A1-F6EECF244321}">
                <p14:modId xmlns:p14="http://schemas.microsoft.com/office/powerpoint/2010/main" val="2361191082"/>
              </p:ext>
            </p:extLst>
          </p:nvPr>
        </p:nvGraphicFramePr>
        <p:xfrm>
          <a:off x="6041677" y="1330970"/>
          <a:ext cx="5663496" cy="5041539"/>
        </p:xfrm>
        <a:graphic>
          <a:graphicData uri="http://schemas.openxmlformats.org/drawingml/2006/table">
            <a:tbl>
              <a:tblPr firstRow="1" firstCol="1" bandRow="1">
                <a:tableStyleId>{5C22544A-7EE6-4342-B048-85BDC9FD1C3A}</a:tableStyleId>
              </a:tblPr>
              <a:tblGrid>
                <a:gridCol w="405609">
                  <a:extLst>
                    <a:ext uri="{9D8B030D-6E8A-4147-A177-3AD203B41FA5}">
                      <a16:colId xmlns:a16="http://schemas.microsoft.com/office/drawing/2014/main" val="1617932093"/>
                    </a:ext>
                  </a:extLst>
                </a:gridCol>
                <a:gridCol w="529294">
                  <a:extLst>
                    <a:ext uri="{9D8B030D-6E8A-4147-A177-3AD203B41FA5}">
                      <a16:colId xmlns:a16="http://schemas.microsoft.com/office/drawing/2014/main" val="2673096820"/>
                    </a:ext>
                  </a:extLst>
                </a:gridCol>
                <a:gridCol w="3782174">
                  <a:extLst>
                    <a:ext uri="{9D8B030D-6E8A-4147-A177-3AD203B41FA5}">
                      <a16:colId xmlns:a16="http://schemas.microsoft.com/office/drawing/2014/main" val="1263671805"/>
                    </a:ext>
                  </a:extLst>
                </a:gridCol>
                <a:gridCol w="521782">
                  <a:extLst>
                    <a:ext uri="{9D8B030D-6E8A-4147-A177-3AD203B41FA5}">
                      <a16:colId xmlns:a16="http://schemas.microsoft.com/office/drawing/2014/main" val="4175305847"/>
                    </a:ext>
                  </a:extLst>
                </a:gridCol>
                <a:gridCol w="424637">
                  <a:extLst>
                    <a:ext uri="{9D8B030D-6E8A-4147-A177-3AD203B41FA5}">
                      <a16:colId xmlns:a16="http://schemas.microsoft.com/office/drawing/2014/main" val="1755797997"/>
                    </a:ext>
                  </a:extLst>
                </a:gridCol>
              </a:tblGrid>
              <a:tr h="113585">
                <a:tc>
                  <a:txBody>
                    <a:bodyPr/>
                    <a:lstStyle/>
                    <a:p>
                      <a:pPr marL="0" marR="0" algn="ctr">
                        <a:spcBef>
                          <a:spcPts val="0"/>
                        </a:spcBef>
                        <a:spcAft>
                          <a:spcPts val="0"/>
                        </a:spcAft>
                      </a:pPr>
                      <a:r>
                        <a:rPr lang="en-US" sz="400">
                          <a:solidFill>
                            <a:schemeClr val="accent1"/>
                          </a:solidFill>
                          <a:effectLst/>
                        </a:rPr>
                        <a:t>344</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Payroll</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PR.01.93_W2W Run Run ADP Employment Interface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3418998223"/>
                  </a:ext>
                </a:extLst>
              </a:tr>
              <a:tr h="113585">
                <a:tc>
                  <a:txBody>
                    <a:bodyPr/>
                    <a:lstStyle/>
                    <a:p>
                      <a:pPr marL="0" marR="0" algn="ctr">
                        <a:spcBef>
                          <a:spcPts val="0"/>
                        </a:spcBef>
                        <a:spcAft>
                          <a:spcPts val="0"/>
                        </a:spcAft>
                      </a:pPr>
                      <a:r>
                        <a:rPr lang="en-US" sz="400">
                          <a:solidFill>
                            <a:schemeClr val="accent1"/>
                          </a:solidFill>
                          <a:effectLst/>
                        </a:rPr>
                        <a:t>345</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PO</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W2W-256-01 - Create a Receipt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2804116876"/>
                  </a:ext>
                </a:extLst>
              </a:tr>
              <a:tr h="113585">
                <a:tc>
                  <a:txBody>
                    <a:bodyPr/>
                    <a:lstStyle/>
                    <a:p>
                      <a:pPr marL="0" marR="0" algn="ctr">
                        <a:spcBef>
                          <a:spcPts val="0"/>
                        </a:spcBef>
                        <a:spcAft>
                          <a:spcPts val="0"/>
                        </a:spcAft>
                      </a:pPr>
                      <a:r>
                        <a:rPr lang="en-US" sz="400">
                          <a:solidFill>
                            <a:schemeClr val="accent1"/>
                          </a:solidFill>
                          <a:effectLst/>
                        </a:rPr>
                        <a:t>346</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PO</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W2W-265-01 - Create Purchase Order Automatically</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1747939060"/>
                  </a:ext>
                </a:extLst>
              </a:tr>
              <a:tr h="113585">
                <a:tc>
                  <a:txBody>
                    <a:bodyPr/>
                    <a:lstStyle/>
                    <a:p>
                      <a:pPr marL="0" marR="0" algn="ctr">
                        <a:spcBef>
                          <a:spcPts val="0"/>
                        </a:spcBef>
                        <a:spcAft>
                          <a:spcPts val="0"/>
                        </a:spcAft>
                      </a:pPr>
                      <a:r>
                        <a:rPr lang="en-US" sz="400">
                          <a:solidFill>
                            <a:schemeClr val="accent1"/>
                          </a:solidFill>
                          <a:effectLst/>
                        </a:rPr>
                        <a:t>347</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PO</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W2W-304-01- GL Code Favorite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818031663"/>
                  </a:ext>
                </a:extLst>
              </a:tr>
              <a:tr h="113585">
                <a:tc>
                  <a:txBody>
                    <a:bodyPr/>
                    <a:lstStyle/>
                    <a:p>
                      <a:pPr marL="0" marR="0" algn="ctr">
                        <a:spcBef>
                          <a:spcPts val="0"/>
                        </a:spcBef>
                        <a:spcAft>
                          <a:spcPts val="0"/>
                        </a:spcAft>
                      </a:pPr>
                      <a:r>
                        <a:rPr lang="en-US" sz="400">
                          <a:solidFill>
                            <a:schemeClr val="accent1"/>
                          </a:solidFill>
                          <a:effectLst/>
                        </a:rPr>
                        <a:t>348</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PO</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W2W-251-01 Create Requisition by Requisition Line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1527939650"/>
                  </a:ext>
                </a:extLst>
              </a:tr>
              <a:tr h="113585">
                <a:tc>
                  <a:txBody>
                    <a:bodyPr/>
                    <a:lstStyle/>
                    <a:p>
                      <a:pPr marL="0" marR="0" algn="ctr">
                        <a:spcBef>
                          <a:spcPts val="0"/>
                        </a:spcBef>
                        <a:spcAft>
                          <a:spcPts val="0"/>
                        </a:spcAft>
                      </a:pPr>
                      <a:r>
                        <a:rPr lang="en-US" sz="400">
                          <a:solidFill>
                            <a:schemeClr val="accent1"/>
                          </a:solidFill>
                          <a:effectLst/>
                        </a:rPr>
                        <a:t>349</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PO</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W2W-252-01 Duplicate Requisition</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1473826312"/>
                  </a:ext>
                </a:extLst>
              </a:tr>
              <a:tr h="113585">
                <a:tc>
                  <a:txBody>
                    <a:bodyPr/>
                    <a:lstStyle/>
                    <a:p>
                      <a:pPr marL="0" marR="0" algn="ctr">
                        <a:spcBef>
                          <a:spcPts val="0"/>
                        </a:spcBef>
                        <a:spcAft>
                          <a:spcPts val="0"/>
                        </a:spcAft>
                      </a:pPr>
                      <a:r>
                        <a:rPr lang="en-US" sz="400">
                          <a:solidFill>
                            <a:schemeClr val="accent1"/>
                          </a:solidFill>
                          <a:effectLst/>
                        </a:rPr>
                        <a:t>350</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PO</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W2W-259-01 - Change GL Coding</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1608290881"/>
                  </a:ext>
                </a:extLst>
              </a:tr>
              <a:tr h="113585">
                <a:tc>
                  <a:txBody>
                    <a:bodyPr/>
                    <a:lstStyle/>
                    <a:p>
                      <a:pPr marL="0" marR="0" algn="ctr">
                        <a:spcBef>
                          <a:spcPts val="0"/>
                        </a:spcBef>
                        <a:spcAft>
                          <a:spcPts val="0"/>
                        </a:spcAft>
                      </a:pPr>
                      <a:r>
                        <a:rPr lang="en-US" sz="400">
                          <a:solidFill>
                            <a:schemeClr val="accent1"/>
                          </a:solidFill>
                          <a:effectLst/>
                        </a:rPr>
                        <a:t>351</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PO</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W2W-266-01 - Approve Purchase Order</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945127456"/>
                  </a:ext>
                </a:extLst>
              </a:tr>
              <a:tr h="113585">
                <a:tc>
                  <a:txBody>
                    <a:bodyPr/>
                    <a:lstStyle/>
                    <a:p>
                      <a:pPr marL="0" marR="0" algn="ctr">
                        <a:spcBef>
                          <a:spcPts val="0"/>
                        </a:spcBef>
                        <a:spcAft>
                          <a:spcPts val="0"/>
                        </a:spcAft>
                      </a:pPr>
                      <a:r>
                        <a:rPr lang="en-US" sz="400">
                          <a:solidFill>
                            <a:schemeClr val="accent1"/>
                          </a:solidFill>
                          <a:effectLst/>
                        </a:rPr>
                        <a:t>352</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PO</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W2W-051-Import PO from BirchStreet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1802585535"/>
                  </a:ext>
                </a:extLst>
              </a:tr>
              <a:tr h="148862">
                <a:tc>
                  <a:txBody>
                    <a:bodyPr/>
                    <a:lstStyle/>
                    <a:p>
                      <a:pPr marL="0" marR="0" algn="ctr">
                        <a:spcBef>
                          <a:spcPts val="0"/>
                        </a:spcBef>
                        <a:spcAft>
                          <a:spcPts val="0"/>
                        </a:spcAft>
                      </a:pPr>
                      <a:r>
                        <a:rPr lang="en-US" sz="400">
                          <a:solidFill>
                            <a:schemeClr val="accent1"/>
                          </a:solidFill>
                          <a:effectLst/>
                        </a:rPr>
                        <a:t>353</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SNF 001 - Enhanced Role Comparison</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1915870788"/>
                  </a:ext>
                </a:extLst>
              </a:tr>
              <a:tr h="148862">
                <a:tc>
                  <a:txBody>
                    <a:bodyPr/>
                    <a:lstStyle/>
                    <a:p>
                      <a:pPr marL="0" marR="0" algn="ctr">
                        <a:spcBef>
                          <a:spcPts val="0"/>
                        </a:spcBef>
                        <a:spcAft>
                          <a:spcPts val="0"/>
                        </a:spcAft>
                      </a:pPr>
                      <a:r>
                        <a:rPr lang="en-US" sz="400">
                          <a:solidFill>
                            <a:schemeClr val="accent1"/>
                          </a:solidFill>
                          <a:effectLst/>
                        </a:rPr>
                        <a:t>354</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SNF 008 - User Categories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862894187"/>
                  </a:ext>
                </a:extLst>
              </a:tr>
              <a:tr h="148862">
                <a:tc>
                  <a:txBody>
                    <a:bodyPr/>
                    <a:lstStyle/>
                    <a:p>
                      <a:pPr marL="0" marR="0" algn="ctr">
                        <a:spcBef>
                          <a:spcPts val="0"/>
                        </a:spcBef>
                        <a:spcAft>
                          <a:spcPts val="0"/>
                        </a:spcAft>
                      </a:pPr>
                      <a:r>
                        <a:rPr lang="en-US" sz="400">
                          <a:solidFill>
                            <a:schemeClr val="accent1"/>
                          </a:solidFill>
                          <a:effectLst/>
                        </a:rPr>
                        <a:t>355</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SNF 003 - Deletion of user using User.dat file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2509633107"/>
                  </a:ext>
                </a:extLst>
              </a:tr>
              <a:tr h="148862">
                <a:tc>
                  <a:txBody>
                    <a:bodyPr/>
                    <a:lstStyle/>
                    <a:p>
                      <a:pPr marL="0" marR="0" algn="ctr">
                        <a:spcBef>
                          <a:spcPts val="0"/>
                        </a:spcBef>
                        <a:spcAft>
                          <a:spcPts val="0"/>
                        </a:spcAft>
                      </a:pPr>
                      <a:r>
                        <a:rPr lang="en-US" sz="400">
                          <a:solidFill>
                            <a:schemeClr val="accent1"/>
                          </a:solidFill>
                          <a:effectLst/>
                        </a:rPr>
                        <a:t>356</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SNF 006 - Resubmit all Data Roles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3034891253"/>
                  </a:ext>
                </a:extLst>
              </a:tr>
              <a:tr h="148862">
                <a:tc>
                  <a:txBody>
                    <a:bodyPr/>
                    <a:lstStyle/>
                    <a:p>
                      <a:pPr marL="0" marR="0" algn="ctr">
                        <a:spcBef>
                          <a:spcPts val="0"/>
                        </a:spcBef>
                        <a:spcAft>
                          <a:spcPts val="0"/>
                        </a:spcAft>
                      </a:pPr>
                      <a:r>
                        <a:rPr lang="en-US" sz="400">
                          <a:solidFill>
                            <a:schemeClr val="accent1"/>
                          </a:solidFill>
                          <a:effectLst/>
                        </a:rPr>
                        <a:t>357</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SNF 009 - Link Standalone user accounts to person records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2078567284"/>
                  </a:ext>
                </a:extLst>
              </a:tr>
              <a:tr h="148862">
                <a:tc>
                  <a:txBody>
                    <a:bodyPr/>
                    <a:lstStyle/>
                    <a:p>
                      <a:pPr marL="0" marR="0" algn="ctr">
                        <a:spcBef>
                          <a:spcPts val="0"/>
                        </a:spcBef>
                        <a:spcAft>
                          <a:spcPts val="0"/>
                        </a:spcAft>
                      </a:pPr>
                      <a:r>
                        <a:rPr lang="en-US" sz="400">
                          <a:solidFill>
                            <a:schemeClr val="accent1"/>
                          </a:solidFill>
                          <a:effectLst/>
                        </a:rPr>
                        <a:t>358</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001 - Copy Roles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672590231"/>
                  </a:ext>
                </a:extLst>
              </a:tr>
              <a:tr h="148862">
                <a:tc>
                  <a:txBody>
                    <a:bodyPr/>
                    <a:lstStyle/>
                    <a:p>
                      <a:pPr marL="0" marR="0" algn="ctr">
                        <a:spcBef>
                          <a:spcPts val="0"/>
                        </a:spcBef>
                        <a:spcAft>
                          <a:spcPts val="0"/>
                        </a:spcAft>
                      </a:pPr>
                      <a:r>
                        <a:rPr lang="en-US" sz="400">
                          <a:solidFill>
                            <a:schemeClr val="accent1"/>
                          </a:solidFill>
                          <a:effectLst/>
                        </a:rPr>
                        <a:t>359</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002 - Edit Roles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3365896774"/>
                  </a:ext>
                </a:extLst>
              </a:tr>
              <a:tr h="148862">
                <a:tc>
                  <a:txBody>
                    <a:bodyPr/>
                    <a:lstStyle/>
                    <a:p>
                      <a:pPr marL="0" marR="0" algn="ctr">
                        <a:spcBef>
                          <a:spcPts val="0"/>
                        </a:spcBef>
                        <a:spcAft>
                          <a:spcPts val="0"/>
                        </a:spcAft>
                      </a:pPr>
                      <a:r>
                        <a:rPr lang="en-US" sz="400">
                          <a:solidFill>
                            <a:schemeClr val="accent1"/>
                          </a:solidFill>
                          <a:effectLst/>
                        </a:rPr>
                        <a:t>360</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004 - Simulate Navigator</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131668601"/>
                  </a:ext>
                </a:extLst>
              </a:tr>
              <a:tr h="148862">
                <a:tc>
                  <a:txBody>
                    <a:bodyPr/>
                    <a:lstStyle/>
                    <a:p>
                      <a:pPr marL="0" marR="0" algn="ctr">
                        <a:spcBef>
                          <a:spcPts val="0"/>
                        </a:spcBef>
                        <a:spcAft>
                          <a:spcPts val="0"/>
                        </a:spcAft>
                      </a:pPr>
                      <a:r>
                        <a:rPr lang="en-US" sz="400">
                          <a:solidFill>
                            <a:schemeClr val="accent1"/>
                          </a:solidFill>
                          <a:effectLst/>
                        </a:rPr>
                        <a:t>361</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005 - Addition of privileges to a role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3944364406"/>
                  </a:ext>
                </a:extLst>
              </a:tr>
              <a:tr h="148862">
                <a:tc>
                  <a:txBody>
                    <a:bodyPr/>
                    <a:lstStyle/>
                    <a:p>
                      <a:pPr marL="0" marR="0" algn="ctr">
                        <a:spcBef>
                          <a:spcPts val="0"/>
                        </a:spcBef>
                        <a:spcAft>
                          <a:spcPts val="0"/>
                        </a:spcAft>
                      </a:pPr>
                      <a:r>
                        <a:rPr lang="en-US" sz="400">
                          <a:solidFill>
                            <a:schemeClr val="accent1"/>
                          </a:solidFill>
                          <a:effectLst/>
                        </a:rPr>
                        <a:t>362</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006 - Addition of OBI duties to a role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2389638189"/>
                  </a:ext>
                </a:extLst>
              </a:tr>
              <a:tr h="148862">
                <a:tc>
                  <a:txBody>
                    <a:bodyPr/>
                    <a:lstStyle/>
                    <a:p>
                      <a:pPr marL="0" marR="0" algn="ctr">
                        <a:spcBef>
                          <a:spcPts val="0"/>
                        </a:spcBef>
                        <a:spcAft>
                          <a:spcPts val="0"/>
                        </a:spcAft>
                      </a:pPr>
                      <a:r>
                        <a:rPr lang="en-US" sz="400">
                          <a:solidFill>
                            <a:schemeClr val="accent1"/>
                          </a:solidFill>
                          <a:effectLst/>
                        </a:rPr>
                        <a:t>363</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007 - Addition of Transaction Analysis duties to a role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109955979"/>
                  </a:ext>
                </a:extLst>
              </a:tr>
              <a:tr h="148862">
                <a:tc>
                  <a:txBody>
                    <a:bodyPr/>
                    <a:lstStyle/>
                    <a:p>
                      <a:pPr marL="0" marR="0" algn="ctr">
                        <a:spcBef>
                          <a:spcPts val="0"/>
                        </a:spcBef>
                        <a:spcAft>
                          <a:spcPts val="0"/>
                        </a:spcAft>
                      </a:pPr>
                      <a:r>
                        <a:rPr lang="en-US" sz="400">
                          <a:solidFill>
                            <a:schemeClr val="accent1"/>
                          </a:solidFill>
                          <a:effectLst/>
                        </a:rPr>
                        <a:t>364</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013 - Delete role from a user</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439389086"/>
                  </a:ext>
                </a:extLst>
              </a:tr>
              <a:tr h="148862">
                <a:tc>
                  <a:txBody>
                    <a:bodyPr/>
                    <a:lstStyle/>
                    <a:p>
                      <a:pPr marL="0" marR="0" algn="ctr">
                        <a:spcBef>
                          <a:spcPts val="0"/>
                        </a:spcBef>
                        <a:spcAft>
                          <a:spcPts val="0"/>
                        </a:spcAft>
                      </a:pPr>
                      <a:r>
                        <a:rPr lang="en-US" sz="400">
                          <a:solidFill>
                            <a:schemeClr val="accent1"/>
                          </a:solidFill>
                          <a:effectLst/>
                        </a:rPr>
                        <a:t>365</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014 - Reset password of a user</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3488214102"/>
                  </a:ext>
                </a:extLst>
              </a:tr>
              <a:tr h="148862">
                <a:tc>
                  <a:txBody>
                    <a:bodyPr/>
                    <a:lstStyle/>
                    <a:p>
                      <a:pPr marL="0" marR="0" algn="ctr">
                        <a:spcBef>
                          <a:spcPts val="0"/>
                        </a:spcBef>
                        <a:spcAft>
                          <a:spcPts val="0"/>
                        </a:spcAft>
                      </a:pPr>
                      <a:r>
                        <a:rPr lang="en-US" sz="400">
                          <a:solidFill>
                            <a:schemeClr val="accent1"/>
                          </a:solidFill>
                          <a:effectLst/>
                        </a:rPr>
                        <a:t>366</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015 - User Account Locked</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1553192368"/>
                  </a:ext>
                </a:extLst>
              </a:tr>
              <a:tr h="148862">
                <a:tc>
                  <a:txBody>
                    <a:bodyPr/>
                    <a:lstStyle/>
                    <a:p>
                      <a:pPr marL="0" marR="0" algn="ctr">
                        <a:spcBef>
                          <a:spcPts val="0"/>
                        </a:spcBef>
                        <a:spcAft>
                          <a:spcPts val="0"/>
                        </a:spcAft>
                      </a:pPr>
                      <a:r>
                        <a:rPr lang="en-US" sz="400">
                          <a:solidFill>
                            <a:schemeClr val="accent1"/>
                          </a:solidFill>
                          <a:effectLst/>
                        </a:rPr>
                        <a:t>367</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016 - User Account Active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2277690324"/>
                  </a:ext>
                </a:extLst>
              </a:tr>
              <a:tr h="148862">
                <a:tc>
                  <a:txBody>
                    <a:bodyPr/>
                    <a:lstStyle/>
                    <a:p>
                      <a:pPr marL="0" marR="0" algn="ctr">
                        <a:spcBef>
                          <a:spcPts val="0"/>
                        </a:spcBef>
                        <a:spcAft>
                          <a:spcPts val="0"/>
                        </a:spcAft>
                      </a:pPr>
                      <a:r>
                        <a:rPr lang="en-US" sz="400">
                          <a:solidFill>
                            <a:schemeClr val="accent1"/>
                          </a:solidFill>
                          <a:effectLst/>
                        </a:rPr>
                        <a:t>368</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017 - Administration Tab -  Role Name Defaults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1097345255"/>
                  </a:ext>
                </a:extLst>
              </a:tr>
              <a:tr h="148862">
                <a:tc>
                  <a:txBody>
                    <a:bodyPr/>
                    <a:lstStyle/>
                    <a:p>
                      <a:pPr marL="0" marR="0" algn="ctr">
                        <a:spcBef>
                          <a:spcPts val="0"/>
                        </a:spcBef>
                        <a:spcAft>
                          <a:spcPts val="0"/>
                        </a:spcAft>
                      </a:pPr>
                      <a:r>
                        <a:rPr lang="en-US" sz="400">
                          <a:solidFill>
                            <a:schemeClr val="accent1"/>
                          </a:solidFill>
                          <a:effectLst/>
                        </a:rPr>
                        <a:t>369</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018 - Administration Tab -  Username and password policies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1016893626"/>
                  </a:ext>
                </a:extLst>
              </a:tr>
              <a:tr h="148862">
                <a:tc>
                  <a:txBody>
                    <a:bodyPr/>
                    <a:lstStyle/>
                    <a:p>
                      <a:pPr marL="0" marR="0" algn="ctr">
                        <a:spcBef>
                          <a:spcPts val="0"/>
                        </a:spcBef>
                        <a:spcAft>
                          <a:spcPts val="0"/>
                        </a:spcAft>
                      </a:pPr>
                      <a:r>
                        <a:rPr lang="en-US" sz="400">
                          <a:solidFill>
                            <a:schemeClr val="accent1"/>
                          </a:solidFill>
                          <a:effectLst/>
                        </a:rPr>
                        <a:t>370</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020 - Send Pending LDAP Requests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1825678282"/>
                  </a:ext>
                </a:extLst>
              </a:tr>
              <a:tr h="148862">
                <a:tc>
                  <a:txBody>
                    <a:bodyPr/>
                    <a:lstStyle/>
                    <a:p>
                      <a:pPr marL="0" marR="0" algn="ctr">
                        <a:spcBef>
                          <a:spcPts val="0"/>
                        </a:spcBef>
                        <a:spcAft>
                          <a:spcPts val="0"/>
                        </a:spcAft>
                      </a:pPr>
                      <a:r>
                        <a:rPr lang="en-US" sz="400">
                          <a:solidFill>
                            <a:schemeClr val="accent1"/>
                          </a:solidFill>
                          <a:effectLst/>
                        </a:rPr>
                        <a:t>371</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021 - Retrieve Pending LDAP Requests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4155971690"/>
                  </a:ext>
                </a:extLst>
              </a:tr>
              <a:tr h="148862">
                <a:tc>
                  <a:txBody>
                    <a:bodyPr/>
                    <a:lstStyle/>
                    <a:p>
                      <a:pPr marL="0" marR="0" algn="ctr">
                        <a:spcBef>
                          <a:spcPts val="0"/>
                        </a:spcBef>
                        <a:spcAft>
                          <a:spcPts val="0"/>
                        </a:spcAft>
                      </a:pPr>
                      <a:r>
                        <a:rPr lang="en-US" sz="400">
                          <a:solidFill>
                            <a:schemeClr val="accent1"/>
                          </a:solidFill>
                          <a:effectLst/>
                        </a:rPr>
                        <a:t>372</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022 - Import User and Role Application Security Data</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507203674"/>
                  </a:ext>
                </a:extLst>
              </a:tr>
              <a:tr h="148862">
                <a:tc>
                  <a:txBody>
                    <a:bodyPr/>
                    <a:lstStyle/>
                    <a:p>
                      <a:pPr marL="0" marR="0" algn="ctr">
                        <a:spcBef>
                          <a:spcPts val="0"/>
                        </a:spcBef>
                        <a:spcAft>
                          <a:spcPts val="0"/>
                        </a:spcAft>
                      </a:pPr>
                      <a:r>
                        <a:rPr lang="en-US" sz="400">
                          <a:solidFill>
                            <a:schemeClr val="accent1"/>
                          </a:solidFill>
                          <a:effectLst/>
                        </a:rPr>
                        <a:t>373</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023 - User Role and Access Audit Report/User Role Membership Report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2266065282"/>
                  </a:ext>
                </a:extLst>
              </a:tr>
              <a:tr h="148862">
                <a:tc>
                  <a:txBody>
                    <a:bodyPr/>
                    <a:lstStyle/>
                    <a:p>
                      <a:pPr marL="0" marR="0" algn="ctr">
                        <a:spcBef>
                          <a:spcPts val="0"/>
                        </a:spcBef>
                        <a:spcAft>
                          <a:spcPts val="0"/>
                        </a:spcAft>
                      </a:pPr>
                      <a:r>
                        <a:rPr lang="en-US" sz="400">
                          <a:solidFill>
                            <a:schemeClr val="accent1"/>
                          </a:solidFill>
                          <a:effectLst/>
                        </a:rPr>
                        <a:t>374</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024 - Manage Audit Policies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314324064"/>
                  </a:ext>
                </a:extLst>
              </a:tr>
              <a:tr h="148862">
                <a:tc>
                  <a:txBody>
                    <a:bodyPr/>
                    <a:lstStyle/>
                    <a:p>
                      <a:pPr marL="0" marR="0" algn="ctr">
                        <a:spcBef>
                          <a:spcPts val="0"/>
                        </a:spcBef>
                        <a:spcAft>
                          <a:spcPts val="0"/>
                        </a:spcAft>
                      </a:pPr>
                      <a:r>
                        <a:rPr lang="en-US" sz="400">
                          <a:solidFill>
                            <a:schemeClr val="accent1"/>
                          </a:solidFill>
                          <a:effectLst/>
                        </a:rPr>
                        <a:t>375</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025 - Audit Reports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4267291439"/>
                  </a:ext>
                </a:extLst>
              </a:tr>
              <a:tr h="148862">
                <a:tc>
                  <a:txBody>
                    <a:bodyPr/>
                    <a:lstStyle/>
                    <a:p>
                      <a:pPr marL="0" marR="0" algn="ctr">
                        <a:spcBef>
                          <a:spcPts val="0"/>
                        </a:spcBef>
                        <a:spcAft>
                          <a:spcPts val="0"/>
                        </a:spcAft>
                      </a:pPr>
                      <a:r>
                        <a:rPr lang="en-US" sz="400">
                          <a:solidFill>
                            <a:schemeClr val="accent1"/>
                          </a:solidFill>
                          <a:effectLst/>
                        </a:rPr>
                        <a:t>376</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029 - Reports and Analytics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1681269889"/>
                  </a:ext>
                </a:extLst>
              </a:tr>
              <a:tr h="148862">
                <a:tc>
                  <a:txBody>
                    <a:bodyPr/>
                    <a:lstStyle/>
                    <a:p>
                      <a:pPr marL="0" marR="0" algn="ctr">
                        <a:spcBef>
                          <a:spcPts val="0"/>
                        </a:spcBef>
                        <a:spcAft>
                          <a:spcPts val="0"/>
                        </a:spcAft>
                      </a:pPr>
                      <a:r>
                        <a:rPr lang="en-US" sz="400">
                          <a:solidFill>
                            <a:schemeClr val="accent1"/>
                          </a:solidFill>
                          <a:effectLst/>
                        </a:rPr>
                        <a:t>377</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028 - Manage Data Access for Users -  Deletion of Data Access Set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1224556934"/>
                  </a:ext>
                </a:extLst>
              </a:tr>
              <a:tr h="148862">
                <a:tc>
                  <a:txBody>
                    <a:bodyPr/>
                    <a:lstStyle/>
                    <a:p>
                      <a:pPr marL="0" marR="0" algn="ctr">
                        <a:spcBef>
                          <a:spcPts val="0"/>
                        </a:spcBef>
                        <a:spcAft>
                          <a:spcPts val="0"/>
                        </a:spcAft>
                      </a:pPr>
                      <a:r>
                        <a:rPr lang="en-US" sz="400">
                          <a:solidFill>
                            <a:schemeClr val="accent1"/>
                          </a:solidFill>
                          <a:effectLst/>
                        </a:rPr>
                        <a:t>378</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003 - Create Roles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2058076242"/>
                  </a:ext>
                </a:extLst>
              </a:tr>
              <a:tr h="148862">
                <a:tc>
                  <a:txBody>
                    <a:bodyPr/>
                    <a:lstStyle/>
                    <a:p>
                      <a:pPr marL="0" marR="0" algn="ctr">
                        <a:spcBef>
                          <a:spcPts val="0"/>
                        </a:spcBef>
                        <a:spcAft>
                          <a:spcPts val="0"/>
                        </a:spcAft>
                      </a:pPr>
                      <a:r>
                        <a:rPr lang="en-US" sz="400">
                          <a:solidFill>
                            <a:schemeClr val="accent1"/>
                          </a:solidFill>
                          <a:effectLst/>
                        </a:rPr>
                        <a:t>379</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SC REG 008 - Create Data roles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136" marR="36136" marT="0" marB="0"/>
                </a:tc>
                <a:extLst>
                  <a:ext uri="{0D108BD9-81ED-4DB2-BD59-A6C34878D82A}">
                    <a16:rowId xmlns:a16="http://schemas.microsoft.com/office/drawing/2014/main" val="1574290694"/>
                  </a:ext>
                </a:extLst>
              </a:tr>
            </a:tbl>
          </a:graphicData>
        </a:graphic>
      </p:graphicFrame>
    </p:spTree>
    <p:extLst>
      <p:ext uri="{BB962C8B-B14F-4D97-AF65-F5344CB8AC3E}">
        <p14:creationId xmlns:p14="http://schemas.microsoft.com/office/powerpoint/2010/main" val="2638677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itle 3"/>
          <p:cNvSpPr txBox="1">
            <a:spLocks/>
          </p:cNvSpPr>
          <p:nvPr/>
        </p:nvSpPr>
        <p:spPr>
          <a:xfrm>
            <a:off x="505725" y="247459"/>
            <a:ext cx="11071907" cy="1176550"/>
          </a:xfrm>
          <a:prstGeom prst="rect">
            <a:avLst/>
          </a:prstGeom>
        </p:spPr>
        <p:txBody>
          <a:bodyPr vert="horz" lIns="91440" tIns="45720" rIns="91440" bIns="45720" rtlCol="0" anchor="ctr">
            <a:noAutofit/>
          </a:bodyPr>
          <a:lstStyle>
            <a:lvl1pPr>
              <a:lnSpc>
                <a:spcPct val="90000"/>
              </a:lnSpc>
              <a:spcBef>
                <a:spcPct val="0"/>
              </a:spcBef>
              <a:buNone/>
              <a:defRPr sz="6000" cap="all" spc="50" baseline="0">
                <a:solidFill>
                  <a:schemeClr val="accent1"/>
                </a:solidFill>
                <a:latin typeface="+mj-lt"/>
                <a:ea typeface="+mj-ea"/>
                <a:cs typeface="+mj-cs"/>
              </a:defRPr>
            </a:lvl1pPr>
          </a:lstStyle>
          <a:p>
            <a:r>
              <a:rPr lang="en-US" cap="none" dirty="0"/>
              <a:t>Scenarios Listing</a:t>
            </a:r>
          </a:p>
        </p:txBody>
      </p:sp>
      <p:graphicFrame>
        <p:nvGraphicFramePr>
          <p:cNvPr id="3" name="Table 2">
            <a:extLst>
              <a:ext uri="{FF2B5EF4-FFF2-40B4-BE49-F238E27FC236}">
                <a16:creationId xmlns:a16="http://schemas.microsoft.com/office/drawing/2014/main" id="{70AC293D-3A93-4CB4-AFFF-E6C302733E62}"/>
              </a:ext>
            </a:extLst>
          </p:cNvPr>
          <p:cNvGraphicFramePr>
            <a:graphicFrameLocks noGrp="1"/>
          </p:cNvGraphicFramePr>
          <p:nvPr>
            <p:extLst>
              <p:ext uri="{D42A27DB-BD31-4B8C-83A1-F6EECF244321}">
                <p14:modId xmlns:p14="http://schemas.microsoft.com/office/powerpoint/2010/main" val="2630223085"/>
              </p:ext>
            </p:extLst>
          </p:nvPr>
        </p:nvGraphicFramePr>
        <p:xfrm>
          <a:off x="589465" y="1302699"/>
          <a:ext cx="5575665" cy="5192366"/>
        </p:xfrm>
        <a:graphic>
          <a:graphicData uri="http://schemas.openxmlformats.org/drawingml/2006/table">
            <a:tbl>
              <a:tblPr firstRow="1" firstCol="1" bandRow="1">
                <a:tableStyleId>{5C22544A-7EE6-4342-B048-85BDC9FD1C3A}</a:tableStyleId>
              </a:tblPr>
              <a:tblGrid>
                <a:gridCol w="399318">
                  <a:extLst>
                    <a:ext uri="{9D8B030D-6E8A-4147-A177-3AD203B41FA5}">
                      <a16:colId xmlns:a16="http://schemas.microsoft.com/office/drawing/2014/main" val="3768057073"/>
                    </a:ext>
                  </a:extLst>
                </a:gridCol>
                <a:gridCol w="521086">
                  <a:extLst>
                    <a:ext uri="{9D8B030D-6E8A-4147-A177-3AD203B41FA5}">
                      <a16:colId xmlns:a16="http://schemas.microsoft.com/office/drawing/2014/main" val="653789530"/>
                    </a:ext>
                  </a:extLst>
                </a:gridCol>
                <a:gridCol w="3723518">
                  <a:extLst>
                    <a:ext uri="{9D8B030D-6E8A-4147-A177-3AD203B41FA5}">
                      <a16:colId xmlns:a16="http://schemas.microsoft.com/office/drawing/2014/main" val="12295938"/>
                    </a:ext>
                  </a:extLst>
                </a:gridCol>
                <a:gridCol w="513691">
                  <a:extLst>
                    <a:ext uri="{9D8B030D-6E8A-4147-A177-3AD203B41FA5}">
                      <a16:colId xmlns:a16="http://schemas.microsoft.com/office/drawing/2014/main" val="344825462"/>
                    </a:ext>
                  </a:extLst>
                </a:gridCol>
                <a:gridCol w="418052">
                  <a:extLst>
                    <a:ext uri="{9D8B030D-6E8A-4147-A177-3AD203B41FA5}">
                      <a16:colId xmlns:a16="http://schemas.microsoft.com/office/drawing/2014/main" val="3370061073"/>
                    </a:ext>
                  </a:extLst>
                </a:gridCol>
              </a:tblGrid>
              <a:tr h="154996">
                <a:tc>
                  <a:txBody>
                    <a:bodyPr/>
                    <a:lstStyle/>
                    <a:p>
                      <a:pPr marL="0" marR="0" algn="ctr">
                        <a:spcBef>
                          <a:spcPts val="0"/>
                        </a:spcBef>
                        <a:spcAft>
                          <a:spcPts val="0"/>
                        </a:spcAft>
                      </a:pPr>
                      <a:r>
                        <a:rPr lang="en-US" sz="400">
                          <a:solidFill>
                            <a:schemeClr val="accent1"/>
                          </a:solidFill>
                          <a:effectLst/>
                        </a:rPr>
                        <a:t>380</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SC REG 009 - Edit Security Profiles of a Data role</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3943750056"/>
                  </a:ext>
                </a:extLst>
              </a:tr>
              <a:tr h="154996">
                <a:tc>
                  <a:txBody>
                    <a:bodyPr/>
                    <a:lstStyle/>
                    <a:p>
                      <a:pPr marL="0" marR="0" algn="ctr">
                        <a:spcBef>
                          <a:spcPts val="0"/>
                        </a:spcBef>
                        <a:spcAft>
                          <a:spcPts val="0"/>
                        </a:spcAft>
                      </a:pPr>
                      <a:r>
                        <a:rPr lang="en-US" sz="400">
                          <a:solidFill>
                            <a:schemeClr val="accent1"/>
                          </a:solidFill>
                          <a:effectLst/>
                        </a:rPr>
                        <a:t>381</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SC REG 010 - View Users and the roles user has access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1584736174"/>
                  </a:ext>
                </a:extLst>
              </a:tr>
              <a:tr h="154996">
                <a:tc>
                  <a:txBody>
                    <a:bodyPr/>
                    <a:lstStyle/>
                    <a:p>
                      <a:pPr marL="0" marR="0" algn="ctr">
                        <a:spcBef>
                          <a:spcPts val="0"/>
                        </a:spcBef>
                        <a:spcAft>
                          <a:spcPts val="0"/>
                        </a:spcAft>
                      </a:pPr>
                      <a:r>
                        <a:rPr lang="en-US" sz="400">
                          <a:solidFill>
                            <a:schemeClr val="accent1"/>
                          </a:solidFill>
                          <a:effectLst/>
                        </a:rPr>
                        <a:t>382</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SC REG 011 - Add Users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3480761818"/>
                  </a:ext>
                </a:extLst>
              </a:tr>
              <a:tr h="154996">
                <a:tc>
                  <a:txBody>
                    <a:bodyPr/>
                    <a:lstStyle/>
                    <a:p>
                      <a:pPr marL="0" marR="0" algn="ctr">
                        <a:spcBef>
                          <a:spcPts val="0"/>
                        </a:spcBef>
                        <a:spcAft>
                          <a:spcPts val="0"/>
                        </a:spcAft>
                      </a:pPr>
                      <a:r>
                        <a:rPr lang="en-US" sz="400">
                          <a:solidFill>
                            <a:schemeClr val="accent1"/>
                          </a:solidFill>
                          <a:effectLst/>
                        </a:rPr>
                        <a:t>383</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SC REG 012 - Add role to a user</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3642749343"/>
                  </a:ext>
                </a:extLst>
              </a:tr>
              <a:tr h="154996">
                <a:tc>
                  <a:txBody>
                    <a:bodyPr/>
                    <a:lstStyle/>
                    <a:p>
                      <a:pPr marL="0" marR="0" algn="ctr">
                        <a:spcBef>
                          <a:spcPts val="0"/>
                        </a:spcBef>
                        <a:spcAft>
                          <a:spcPts val="0"/>
                        </a:spcAft>
                      </a:pPr>
                      <a:r>
                        <a:rPr lang="en-US" sz="400">
                          <a:solidFill>
                            <a:schemeClr val="accent1"/>
                          </a:solidFill>
                          <a:effectLst/>
                        </a:rPr>
                        <a:t>384</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Security Controls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SC REG 026 - Manage Data Access for Users</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2285413146"/>
                  </a:ext>
                </a:extLst>
              </a:tr>
              <a:tr h="232494">
                <a:tc>
                  <a:txBody>
                    <a:bodyPr/>
                    <a:lstStyle/>
                    <a:p>
                      <a:pPr marL="0" marR="0" algn="ctr">
                        <a:spcBef>
                          <a:spcPts val="0"/>
                        </a:spcBef>
                        <a:spcAft>
                          <a:spcPts val="0"/>
                        </a:spcAft>
                      </a:pPr>
                      <a:r>
                        <a:rPr lang="en-US" sz="400">
                          <a:solidFill>
                            <a:schemeClr val="accent1"/>
                          </a:solidFill>
                          <a:effectLst/>
                        </a:rPr>
                        <a:t>385</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15</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2145244407"/>
                  </a:ext>
                </a:extLst>
              </a:tr>
              <a:tr h="232494">
                <a:tc>
                  <a:txBody>
                    <a:bodyPr/>
                    <a:lstStyle/>
                    <a:p>
                      <a:pPr marL="0" marR="0" algn="ctr">
                        <a:spcBef>
                          <a:spcPts val="0"/>
                        </a:spcBef>
                        <a:spcAft>
                          <a:spcPts val="0"/>
                        </a:spcAft>
                      </a:pPr>
                      <a:r>
                        <a:rPr lang="en-US" sz="400">
                          <a:solidFill>
                            <a:schemeClr val="accent1"/>
                          </a:solidFill>
                          <a:effectLst/>
                        </a:rPr>
                        <a:t>386</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16</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288383476"/>
                  </a:ext>
                </a:extLst>
              </a:tr>
              <a:tr h="232494">
                <a:tc>
                  <a:txBody>
                    <a:bodyPr/>
                    <a:lstStyle/>
                    <a:p>
                      <a:pPr marL="0" marR="0" algn="ctr">
                        <a:spcBef>
                          <a:spcPts val="0"/>
                        </a:spcBef>
                        <a:spcAft>
                          <a:spcPts val="0"/>
                        </a:spcAft>
                      </a:pPr>
                      <a:r>
                        <a:rPr lang="en-US" sz="400">
                          <a:solidFill>
                            <a:schemeClr val="accent1"/>
                          </a:solidFill>
                          <a:effectLst/>
                        </a:rPr>
                        <a:t>387</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17</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896361809"/>
                  </a:ext>
                </a:extLst>
              </a:tr>
              <a:tr h="232494">
                <a:tc>
                  <a:txBody>
                    <a:bodyPr/>
                    <a:lstStyle/>
                    <a:p>
                      <a:pPr marL="0" marR="0" algn="ctr">
                        <a:spcBef>
                          <a:spcPts val="0"/>
                        </a:spcBef>
                        <a:spcAft>
                          <a:spcPts val="0"/>
                        </a:spcAft>
                      </a:pPr>
                      <a:r>
                        <a:rPr lang="en-US" sz="400">
                          <a:solidFill>
                            <a:schemeClr val="accent1"/>
                          </a:solidFill>
                          <a:effectLst/>
                        </a:rPr>
                        <a:t>388</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18</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872512341"/>
                  </a:ext>
                </a:extLst>
              </a:tr>
              <a:tr h="232494">
                <a:tc>
                  <a:txBody>
                    <a:bodyPr/>
                    <a:lstStyle/>
                    <a:p>
                      <a:pPr marL="0" marR="0" algn="ctr">
                        <a:spcBef>
                          <a:spcPts val="0"/>
                        </a:spcBef>
                        <a:spcAft>
                          <a:spcPts val="0"/>
                        </a:spcAft>
                      </a:pPr>
                      <a:r>
                        <a:rPr lang="en-US" sz="400">
                          <a:solidFill>
                            <a:schemeClr val="accent1"/>
                          </a:solidFill>
                          <a:effectLst/>
                        </a:rPr>
                        <a:t>389</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19</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4226714379"/>
                  </a:ext>
                </a:extLst>
              </a:tr>
              <a:tr h="232494">
                <a:tc>
                  <a:txBody>
                    <a:bodyPr/>
                    <a:lstStyle/>
                    <a:p>
                      <a:pPr marL="0" marR="0" algn="ctr">
                        <a:spcBef>
                          <a:spcPts val="0"/>
                        </a:spcBef>
                        <a:spcAft>
                          <a:spcPts val="0"/>
                        </a:spcAft>
                      </a:pPr>
                      <a:r>
                        <a:rPr lang="en-US" sz="400">
                          <a:solidFill>
                            <a:schemeClr val="accent1"/>
                          </a:solidFill>
                          <a:effectLst/>
                        </a:rPr>
                        <a:t>390</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20</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899488486"/>
                  </a:ext>
                </a:extLst>
              </a:tr>
              <a:tr h="232494">
                <a:tc>
                  <a:txBody>
                    <a:bodyPr/>
                    <a:lstStyle/>
                    <a:p>
                      <a:pPr marL="0" marR="0" algn="ctr">
                        <a:spcBef>
                          <a:spcPts val="0"/>
                        </a:spcBef>
                        <a:spcAft>
                          <a:spcPts val="0"/>
                        </a:spcAft>
                      </a:pPr>
                      <a:r>
                        <a:rPr lang="en-US" sz="400">
                          <a:solidFill>
                            <a:schemeClr val="accent1"/>
                          </a:solidFill>
                          <a:effectLst/>
                        </a:rPr>
                        <a:t>391</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20</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599012178"/>
                  </a:ext>
                </a:extLst>
              </a:tr>
              <a:tr h="232494">
                <a:tc>
                  <a:txBody>
                    <a:bodyPr/>
                    <a:lstStyle/>
                    <a:p>
                      <a:pPr marL="0" marR="0" algn="ctr">
                        <a:spcBef>
                          <a:spcPts val="0"/>
                        </a:spcBef>
                        <a:spcAft>
                          <a:spcPts val="0"/>
                        </a:spcAft>
                      </a:pPr>
                      <a:r>
                        <a:rPr lang="en-US" sz="400">
                          <a:solidFill>
                            <a:schemeClr val="accent1"/>
                          </a:solidFill>
                          <a:effectLst/>
                        </a:rPr>
                        <a:t>392</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8</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2787220053"/>
                  </a:ext>
                </a:extLst>
              </a:tr>
              <a:tr h="232494">
                <a:tc>
                  <a:txBody>
                    <a:bodyPr/>
                    <a:lstStyle/>
                    <a:p>
                      <a:pPr marL="0" marR="0" algn="ctr">
                        <a:spcBef>
                          <a:spcPts val="0"/>
                        </a:spcBef>
                        <a:spcAft>
                          <a:spcPts val="0"/>
                        </a:spcAft>
                      </a:pPr>
                      <a:r>
                        <a:rPr lang="en-US" sz="400">
                          <a:solidFill>
                            <a:schemeClr val="accent1"/>
                          </a:solidFill>
                          <a:effectLst/>
                        </a:rPr>
                        <a:t>393</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9</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4203312132"/>
                  </a:ext>
                </a:extLst>
              </a:tr>
              <a:tr h="232494">
                <a:tc>
                  <a:txBody>
                    <a:bodyPr/>
                    <a:lstStyle/>
                    <a:p>
                      <a:pPr marL="0" marR="0" algn="ctr">
                        <a:spcBef>
                          <a:spcPts val="0"/>
                        </a:spcBef>
                        <a:spcAft>
                          <a:spcPts val="0"/>
                        </a:spcAft>
                      </a:pPr>
                      <a:r>
                        <a:rPr lang="en-US" sz="400">
                          <a:solidFill>
                            <a:schemeClr val="accent1"/>
                          </a:solidFill>
                          <a:effectLst/>
                        </a:rPr>
                        <a:t>394</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10</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4103450193"/>
                  </a:ext>
                </a:extLst>
              </a:tr>
              <a:tr h="232494">
                <a:tc>
                  <a:txBody>
                    <a:bodyPr/>
                    <a:lstStyle/>
                    <a:p>
                      <a:pPr marL="0" marR="0" algn="ctr">
                        <a:spcBef>
                          <a:spcPts val="0"/>
                        </a:spcBef>
                        <a:spcAft>
                          <a:spcPts val="0"/>
                        </a:spcAft>
                      </a:pPr>
                      <a:r>
                        <a:rPr lang="en-US" sz="400">
                          <a:solidFill>
                            <a:schemeClr val="accent1"/>
                          </a:solidFill>
                          <a:effectLst/>
                        </a:rPr>
                        <a:t>395</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11</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2165360187"/>
                  </a:ext>
                </a:extLst>
              </a:tr>
              <a:tr h="232494">
                <a:tc>
                  <a:txBody>
                    <a:bodyPr/>
                    <a:lstStyle/>
                    <a:p>
                      <a:pPr marL="0" marR="0" algn="ctr">
                        <a:spcBef>
                          <a:spcPts val="0"/>
                        </a:spcBef>
                        <a:spcAft>
                          <a:spcPts val="0"/>
                        </a:spcAft>
                      </a:pPr>
                      <a:r>
                        <a:rPr lang="en-US" sz="400">
                          <a:solidFill>
                            <a:schemeClr val="accent1"/>
                          </a:solidFill>
                          <a:effectLst/>
                        </a:rPr>
                        <a:t>396</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12</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3163813480"/>
                  </a:ext>
                </a:extLst>
              </a:tr>
              <a:tr h="232494">
                <a:tc>
                  <a:txBody>
                    <a:bodyPr/>
                    <a:lstStyle/>
                    <a:p>
                      <a:pPr marL="0" marR="0" algn="ctr">
                        <a:spcBef>
                          <a:spcPts val="0"/>
                        </a:spcBef>
                        <a:spcAft>
                          <a:spcPts val="0"/>
                        </a:spcAft>
                      </a:pPr>
                      <a:r>
                        <a:rPr lang="en-US" sz="400">
                          <a:solidFill>
                            <a:schemeClr val="accent1"/>
                          </a:solidFill>
                          <a:effectLst/>
                        </a:rPr>
                        <a:t>397</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13</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1507761784"/>
                  </a:ext>
                </a:extLst>
              </a:tr>
              <a:tr h="232494">
                <a:tc>
                  <a:txBody>
                    <a:bodyPr/>
                    <a:lstStyle/>
                    <a:p>
                      <a:pPr marL="0" marR="0" algn="ctr">
                        <a:spcBef>
                          <a:spcPts val="0"/>
                        </a:spcBef>
                        <a:spcAft>
                          <a:spcPts val="0"/>
                        </a:spcAft>
                      </a:pPr>
                      <a:r>
                        <a:rPr lang="en-US" sz="400">
                          <a:solidFill>
                            <a:schemeClr val="accent1"/>
                          </a:solidFill>
                          <a:effectLst/>
                        </a:rPr>
                        <a:t>398</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14</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946860361"/>
                  </a:ext>
                </a:extLst>
              </a:tr>
              <a:tr h="232494">
                <a:tc>
                  <a:txBody>
                    <a:bodyPr/>
                    <a:lstStyle/>
                    <a:p>
                      <a:pPr marL="0" marR="0" algn="ctr">
                        <a:spcBef>
                          <a:spcPts val="0"/>
                        </a:spcBef>
                        <a:spcAft>
                          <a:spcPts val="0"/>
                        </a:spcAft>
                      </a:pPr>
                      <a:r>
                        <a:rPr lang="en-US" sz="400">
                          <a:solidFill>
                            <a:schemeClr val="accent1"/>
                          </a:solidFill>
                          <a:effectLst/>
                        </a:rPr>
                        <a:t>399</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1</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760107698"/>
                  </a:ext>
                </a:extLst>
              </a:tr>
              <a:tr h="232494">
                <a:tc>
                  <a:txBody>
                    <a:bodyPr/>
                    <a:lstStyle/>
                    <a:p>
                      <a:pPr marL="0" marR="0" algn="ctr">
                        <a:spcBef>
                          <a:spcPts val="0"/>
                        </a:spcBef>
                        <a:spcAft>
                          <a:spcPts val="0"/>
                        </a:spcAft>
                      </a:pPr>
                      <a:r>
                        <a:rPr lang="en-US" sz="400">
                          <a:solidFill>
                            <a:schemeClr val="accent1"/>
                          </a:solidFill>
                          <a:effectLst/>
                        </a:rPr>
                        <a:t>400</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2</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1768220908"/>
                  </a:ext>
                </a:extLst>
              </a:tr>
              <a:tr h="232494">
                <a:tc>
                  <a:txBody>
                    <a:bodyPr/>
                    <a:lstStyle/>
                    <a:p>
                      <a:pPr marL="0" marR="0" algn="ctr">
                        <a:spcBef>
                          <a:spcPts val="0"/>
                        </a:spcBef>
                        <a:spcAft>
                          <a:spcPts val="0"/>
                        </a:spcAft>
                      </a:pPr>
                      <a:r>
                        <a:rPr lang="en-US" sz="400">
                          <a:solidFill>
                            <a:schemeClr val="accent1"/>
                          </a:solidFill>
                          <a:effectLst/>
                        </a:rPr>
                        <a:t>401</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3</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259528485"/>
                  </a:ext>
                </a:extLst>
              </a:tr>
              <a:tr h="232494">
                <a:tc>
                  <a:txBody>
                    <a:bodyPr/>
                    <a:lstStyle/>
                    <a:p>
                      <a:pPr marL="0" marR="0" algn="ctr">
                        <a:spcBef>
                          <a:spcPts val="0"/>
                        </a:spcBef>
                        <a:spcAft>
                          <a:spcPts val="0"/>
                        </a:spcAft>
                      </a:pPr>
                      <a:r>
                        <a:rPr lang="en-US" sz="400">
                          <a:solidFill>
                            <a:schemeClr val="accent1"/>
                          </a:solidFill>
                          <a:effectLst/>
                        </a:rPr>
                        <a:t>402</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4</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1628027393"/>
                  </a:ext>
                </a:extLst>
              </a:tr>
              <a:tr h="232494">
                <a:tc>
                  <a:txBody>
                    <a:bodyPr/>
                    <a:lstStyle/>
                    <a:p>
                      <a:pPr marL="0" marR="0" algn="ctr">
                        <a:spcBef>
                          <a:spcPts val="0"/>
                        </a:spcBef>
                        <a:spcAft>
                          <a:spcPts val="0"/>
                        </a:spcAft>
                      </a:pPr>
                      <a:r>
                        <a:rPr lang="en-US" sz="400">
                          <a:solidFill>
                            <a:schemeClr val="accent1"/>
                          </a:solidFill>
                          <a:effectLst/>
                        </a:rPr>
                        <a:t>403</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Placeholder 5</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nchor="ctr"/>
                </a:tc>
                <a:tc>
                  <a:txBody>
                    <a:bodyPr/>
                    <a:lstStyle/>
                    <a:p>
                      <a:pPr marL="0" marR="0">
                        <a:spcBef>
                          <a:spcPts val="0"/>
                        </a:spcBef>
                        <a:spcAft>
                          <a:spcPts val="0"/>
                        </a:spcAft>
                      </a:pPr>
                      <a:r>
                        <a:rPr lang="en-US" sz="6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6532" marR="36532" marT="0" marB="0"/>
                </a:tc>
                <a:extLst>
                  <a:ext uri="{0D108BD9-81ED-4DB2-BD59-A6C34878D82A}">
                    <a16:rowId xmlns:a16="http://schemas.microsoft.com/office/drawing/2014/main" val="1961517156"/>
                  </a:ext>
                </a:extLst>
              </a:tr>
            </a:tbl>
          </a:graphicData>
        </a:graphic>
      </p:graphicFrame>
      <p:graphicFrame>
        <p:nvGraphicFramePr>
          <p:cNvPr id="5" name="Table 4">
            <a:extLst>
              <a:ext uri="{FF2B5EF4-FFF2-40B4-BE49-F238E27FC236}">
                <a16:creationId xmlns:a16="http://schemas.microsoft.com/office/drawing/2014/main" id="{F8BC9DDE-5748-46CC-A590-DB39F292584D}"/>
              </a:ext>
            </a:extLst>
          </p:cNvPr>
          <p:cNvGraphicFramePr>
            <a:graphicFrameLocks noGrp="1"/>
          </p:cNvGraphicFramePr>
          <p:nvPr>
            <p:extLst>
              <p:ext uri="{D42A27DB-BD31-4B8C-83A1-F6EECF244321}">
                <p14:modId xmlns:p14="http://schemas.microsoft.com/office/powerpoint/2010/main" val="3911005356"/>
              </p:ext>
            </p:extLst>
          </p:nvPr>
        </p:nvGraphicFramePr>
        <p:xfrm>
          <a:off x="6248869" y="1302699"/>
          <a:ext cx="5581768" cy="5192370"/>
        </p:xfrm>
        <a:graphic>
          <a:graphicData uri="http://schemas.openxmlformats.org/drawingml/2006/table">
            <a:tbl>
              <a:tblPr firstRow="1" firstCol="1" bandRow="1">
                <a:tableStyleId>{5C22544A-7EE6-4342-B048-85BDC9FD1C3A}</a:tableStyleId>
              </a:tblPr>
              <a:tblGrid>
                <a:gridCol w="399755">
                  <a:extLst>
                    <a:ext uri="{9D8B030D-6E8A-4147-A177-3AD203B41FA5}">
                      <a16:colId xmlns:a16="http://schemas.microsoft.com/office/drawing/2014/main" val="1674675534"/>
                    </a:ext>
                  </a:extLst>
                </a:gridCol>
                <a:gridCol w="521656">
                  <a:extLst>
                    <a:ext uri="{9D8B030D-6E8A-4147-A177-3AD203B41FA5}">
                      <a16:colId xmlns:a16="http://schemas.microsoft.com/office/drawing/2014/main" val="907183952"/>
                    </a:ext>
                  </a:extLst>
                </a:gridCol>
                <a:gridCol w="3727594">
                  <a:extLst>
                    <a:ext uri="{9D8B030D-6E8A-4147-A177-3AD203B41FA5}">
                      <a16:colId xmlns:a16="http://schemas.microsoft.com/office/drawing/2014/main" val="73607820"/>
                    </a:ext>
                  </a:extLst>
                </a:gridCol>
                <a:gridCol w="514253">
                  <a:extLst>
                    <a:ext uri="{9D8B030D-6E8A-4147-A177-3AD203B41FA5}">
                      <a16:colId xmlns:a16="http://schemas.microsoft.com/office/drawing/2014/main" val="1975573261"/>
                    </a:ext>
                  </a:extLst>
                </a:gridCol>
                <a:gridCol w="418510">
                  <a:extLst>
                    <a:ext uri="{9D8B030D-6E8A-4147-A177-3AD203B41FA5}">
                      <a16:colId xmlns:a16="http://schemas.microsoft.com/office/drawing/2014/main" val="1578126595"/>
                    </a:ext>
                  </a:extLst>
                </a:gridCol>
              </a:tblGrid>
              <a:tr h="268435">
                <a:tc>
                  <a:txBody>
                    <a:bodyPr/>
                    <a:lstStyle/>
                    <a:p>
                      <a:pPr marL="0" marR="0" algn="ctr">
                        <a:spcBef>
                          <a:spcPts val="0"/>
                        </a:spcBef>
                        <a:spcAft>
                          <a:spcPts val="0"/>
                        </a:spcAft>
                      </a:pPr>
                      <a:r>
                        <a:rPr lang="en-US" sz="500">
                          <a:solidFill>
                            <a:schemeClr val="accent1"/>
                          </a:solidFill>
                          <a:effectLst/>
                        </a:rPr>
                        <a:t>404</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5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500">
                          <a:solidFill>
                            <a:schemeClr val="accent1"/>
                          </a:solidFill>
                          <a:effectLst/>
                        </a:rPr>
                        <a:t>Placeholder 6</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5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tc>
                <a:extLst>
                  <a:ext uri="{0D108BD9-81ED-4DB2-BD59-A6C34878D82A}">
                    <a16:rowId xmlns:a16="http://schemas.microsoft.com/office/drawing/2014/main" val="854639410"/>
                  </a:ext>
                </a:extLst>
              </a:tr>
              <a:tr h="268435">
                <a:tc>
                  <a:txBody>
                    <a:bodyPr/>
                    <a:lstStyle/>
                    <a:p>
                      <a:pPr marL="0" marR="0" algn="ctr">
                        <a:spcBef>
                          <a:spcPts val="0"/>
                        </a:spcBef>
                        <a:spcAft>
                          <a:spcPts val="0"/>
                        </a:spcAft>
                      </a:pPr>
                      <a:r>
                        <a:rPr lang="en-US" sz="500">
                          <a:solidFill>
                            <a:schemeClr val="accent1"/>
                          </a:solidFill>
                          <a:effectLst/>
                        </a:rPr>
                        <a:t>405</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500">
                          <a:solidFill>
                            <a:schemeClr val="accent1"/>
                          </a:solidFill>
                          <a:effectLst/>
                        </a:rPr>
                        <a:t>Talent Management</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500">
                          <a:solidFill>
                            <a:schemeClr val="accent1"/>
                          </a:solidFill>
                          <a:effectLst/>
                        </a:rPr>
                        <a:t>Placeholder 7</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5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tc>
                <a:extLst>
                  <a:ext uri="{0D108BD9-81ED-4DB2-BD59-A6C34878D82A}">
                    <a16:rowId xmlns:a16="http://schemas.microsoft.com/office/drawing/2014/main" val="77075706"/>
                  </a:ext>
                </a:extLst>
              </a:tr>
              <a:tr h="268435">
                <a:tc>
                  <a:txBody>
                    <a:bodyPr/>
                    <a:lstStyle/>
                    <a:p>
                      <a:pPr marL="0" marR="0" algn="ctr">
                        <a:spcBef>
                          <a:spcPts val="0"/>
                        </a:spcBef>
                        <a:spcAft>
                          <a:spcPts val="0"/>
                        </a:spcAft>
                      </a:pPr>
                      <a:r>
                        <a:rPr lang="en-US" sz="500">
                          <a:solidFill>
                            <a:schemeClr val="accent1"/>
                          </a:solidFill>
                          <a:effectLst/>
                        </a:rPr>
                        <a:t>406</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5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500">
                          <a:solidFill>
                            <a:schemeClr val="accent1"/>
                          </a:solidFill>
                          <a:effectLst/>
                        </a:rPr>
                        <a:t>Placeholder 19</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5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tc>
                <a:extLst>
                  <a:ext uri="{0D108BD9-81ED-4DB2-BD59-A6C34878D82A}">
                    <a16:rowId xmlns:a16="http://schemas.microsoft.com/office/drawing/2014/main" val="895264885"/>
                  </a:ext>
                </a:extLst>
              </a:tr>
              <a:tr h="268435">
                <a:tc>
                  <a:txBody>
                    <a:bodyPr/>
                    <a:lstStyle/>
                    <a:p>
                      <a:pPr marL="0" marR="0" algn="ctr">
                        <a:spcBef>
                          <a:spcPts val="0"/>
                        </a:spcBef>
                        <a:spcAft>
                          <a:spcPts val="0"/>
                        </a:spcAft>
                      </a:pPr>
                      <a:r>
                        <a:rPr lang="en-US" sz="500">
                          <a:solidFill>
                            <a:schemeClr val="accent1"/>
                          </a:solidFill>
                          <a:effectLst/>
                        </a:rPr>
                        <a:t>407</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5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500">
                          <a:solidFill>
                            <a:schemeClr val="accent1"/>
                          </a:solidFill>
                          <a:effectLst/>
                        </a:rPr>
                        <a:t>Placeholder 20</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5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6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tc>
                <a:extLst>
                  <a:ext uri="{0D108BD9-81ED-4DB2-BD59-A6C34878D82A}">
                    <a16:rowId xmlns:a16="http://schemas.microsoft.com/office/drawing/2014/main" val="1306561101"/>
                  </a:ext>
                </a:extLst>
              </a:tr>
              <a:tr h="216770">
                <a:tc>
                  <a:txBody>
                    <a:bodyPr/>
                    <a:lstStyle/>
                    <a:p>
                      <a:pPr marL="0" marR="0" algn="ctr">
                        <a:spcBef>
                          <a:spcPts val="0"/>
                        </a:spcBef>
                        <a:spcAft>
                          <a:spcPts val="0"/>
                        </a:spcAft>
                      </a:pPr>
                      <a:r>
                        <a:rPr lang="en-US" sz="500">
                          <a:solidFill>
                            <a:schemeClr val="accent1"/>
                          </a:solidFill>
                          <a:effectLst/>
                        </a:rPr>
                        <a:t>408</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19</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2144627827"/>
                  </a:ext>
                </a:extLst>
              </a:tr>
              <a:tr h="216770">
                <a:tc>
                  <a:txBody>
                    <a:bodyPr/>
                    <a:lstStyle/>
                    <a:p>
                      <a:pPr marL="0" marR="0" algn="ctr">
                        <a:spcBef>
                          <a:spcPts val="0"/>
                        </a:spcBef>
                        <a:spcAft>
                          <a:spcPts val="0"/>
                        </a:spcAft>
                      </a:pPr>
                      <a:r>
                        <a:rPr lang="en-US" sz="500">
                          <a:solidFill>
                            <a:schemeClr val="accent1"/>
                          </a:solidFill>
                          <a:effectLst/>
                        </a:rPr>
                        <a:t>409</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18</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3905636567"/>
                  </a:ext>
                </a:extLst>
              </a:tr>
              <a:tr h="216770">
                <a:tc>
                  <a:txBody>
                    <a:bodyPr/>
                    <a:lstStyle/>
                    <a:p>
                      <a:pPr marL="0" marR="0" algn="ctr">
                        <a:spcBef>
                          <a:spcPts val="0"/>
                        </a:spcBef>
                        <a:spcAft>
                          <a:spcPts val="0"/>
                        </a:spcAft>
                      </a:pPr>
                      <a:r>
                        <a:rPr lang="en-US" sz="500">
                          <a:solidFill>
                            <a:schemeClr val="accent1"/>
                          </a:solidFill>
                          <a:effectLst/>
                        </a:rPr>
                        <a:t>410</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17</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3614249818"/>
                  </a:ext>
                </a:extLst>
              </a:tr>
              <a:tr h="216770">
                <a:tc>
                  <a:txBody>
                    <a:bodyPr/>
                    <a:lstStyle/>
                    <a:p>
                      <a:pPr marL="0" marR="0" algn="ctr">
                        <a:spcBef>
                          <a:spcPts val="0"/>
                        </a:spcBef>
                        <a:spcAft>
                          <a:spcPts val="0"/>
                        </a:spcAft>
                      </a:pPr>
                      <a:r>
                        <a:rPr lang="en-US" sz="500">
                          <a:solidFill>
                            <a:schemeClr val="accent1"/>
                          </a:solidFill>
                          <a:effectLst/>
                        </a:rPr>
                        <a:t>411</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16</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1996126196"/>
                  </a:ext>
                </a:extLst>
              </a:tr>
              <a:tr h="216770">
                <a:tc>
                  <a:txBody>
                    <a:bodyPr/>
                    <a:lstStyle/>
                    <a:p>
                      <a:pPr marL="0" marR="0" algn="ctr">
                        <a:spcBef>
                          <a:spcPts val="0"/>
                        </a:spcBef>
                        <a:spcAft>
                          <a:spcPts val="0"/>
                        </a:spcAft>
                      </a:pPr>
                      <a:r>
                        <a:rPr lang="en-US" sz="500">
                          <a:solidFill>
                            <a:schemeClr val="accent1"/>
                          </a:solidFill>
                          <a:effectLst/>
                        </a:rPr>
                        <a:t>412</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15</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Low</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2111345109"/>
                  </a:ext>
                </a:extLst>
              </a:tr>
              <a:tr h="216770">
                <a:tc>
                  <a:txBody>
                    <a:bodyPr/>
                    <a:lstStyle/>
                    <a:p>
                      <a:pPr marL="0" marR="0" algn="ctr">
                        <a:spcBef>
                          <a:spcPts val="0"/>
                        </a:spcBef>
                        <a:spcAft>
                          <a:spcPts val="0"/>
                        </a:spcAft>
                      </a:pPr>
                      <a:r>
                        <a:rPr lang="en-US" sz="500">
                          <a:solidFill>
                            <a:schemeClr val="accent1"/>
                          </a:solidFill>
                          <a:effectLst/>
                        </a:rPr>
                        <a:t>413</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14</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3018347094"/>
                  </a:ext>
                </a:extLst>
              </a:tr>
              <a:tr h="216770">
                <a:tc>
                  <a:txBody>
                    <a:bodyPr/>
                    <a:lstStyle/>
                    <a:p>
                      <a:pPr marL="0" marR="0" algn="ctr">
                        <a:spcBef>
                          <a:spcPts val="0"/>
                        </a:spcBef>
                        <a:spcAft>
                          <a:spcPts val="0"/>
                        </a:spcAft>
                      </a:pPr>
                      <a:r>
                        <a:rPr lang="en-US" sz="500">
                          <a:solidFill>
                            <a:schemeClr val="accent1"/>
                          </a:solidFill>
                          <a:effectLst/>
                        </a:rPr>
                        <a:t>414</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13</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945860376"/>
                  </a:ext>
                </a:extLst>
              </a:tr>
              <a:tr h="216770">
                <a:tc>
                  <a:txBody>
                    <a:bodyPr/>
                    <a:lstStyle/>
                    <a:p>
                      <a:pPr marL="0" marR="0" algn="ctr">
                        <a:spcBef>
                          <a:spcPts val="0"/>
                        </a:spcBef>
                        <a:spcAft>
                          <a:spcPts val="0"/>
                        </a:spcAft>
                      </a:pPr>
                      <a:r>
                        <a:rPr lang="en-US" sz="500">
                          <a:solidFill>
                            <a:schemeClr val="accent1"/>
                          </a:solidFill>
                          <a:effectLst/>
                        </a:rPr>
                        <a:t>415</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12</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451177087"/>
                  </a:ext>
                </a:extLst>
              </a:tr>
              <a:tr h="216770">
                <a:tc>
                  <a:txBody>
                    <a:bodyPr/>
                    <a:lstStyle/>
                    <a:p>
                      <a:pPr marL="0" marR="0" algn="ctr">
                        <a:spcBef>
                          <a:spcPts val="0"/>
                        </a:spcBef>
                        <a:spcAft>
                          <a:spcPts val="0"/>
                        </a:spcAft>
                      </a:pPr>
                      <a:r>
                        <a:rPr lang="en-US" sz="500">
                          <a:solidFill>
                            <a:schemeClr val="accent1"/>
                          </a:solidFill>
                          <a:effectLst/>
                        </a:rPr>
                        <a:t>416</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11</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343053277"/>
                  </a:ext>
                </a:extLst>
              </a:tr>
              <a:tr h="216770">
                <a:tc>
                  <a:txBody>
                    <a:bodyPr/>
                    <a:lstStyle/>
                    <a:p>
                      <a:pPr marL="0" marR="0" algn="ctr">
                        <a:spcBef>
                          <a:spcPts val="0"/>
                        </a:spcBef>
                        <a:spcAft>
                          <a:spcPts val="0"/>
                        </a:spcAft>
                      </a:pPr>
                      <a:r>
                        <a:rPr lang="en-US" sz="500">
                          <a:solidFill>
                            <a:schemeClr val="accent1"/>
                          </a:solidFill>
                          <a:effectLst/>
                        </a:rPr>
                        <a:t>417</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10</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2151475711"/>
                  </a:ext>
                </a:extLst>
              </a:tr>
              <a:tr h="216770">
                <a:tc>
                  <a:txBody>
                    <a:bodyPr/>
                    <a:lstStyle/>
                    <a:p>
                      <a:pPr marL="0" marR="0" algn="ctr">
                        <a:spcBef>
                          <a:spcPts val="0"/>
                        </a:spcBef>
                        <a:spcAft>
                          <a:spcPts val="0"/>
                        </a:spcAft>
                      </a:pPr>
                      <a:r>
                        <a:rPr lang="en-US" sz="500">
                          <a:solidFill>
                            <a:schemeClr val="accent1"/>
                          </a:solidFill>
                          <a:effectLst/>
                        </a:rPr>
                        <a:t>418</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9</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990776162"/>
                  </a:ext>
                </a:extLst>
              </a:tr>
              <a:tr h="216770">
                <a:tc>
                  <a:txBody>
                    <a:bodyPr/>
                    <a:lstStyle/>
                    <a:p>
                      <a:pPr marL="0" marR="0" algn="ctr">
                        <a:spcBef>
                          <a:spcPts val="0"/>
                        </a:spcBef>
                        <a:spcAft>
                          <a:spcPts val="0"/>
                        </a:spcAft>
                      </a:pPr>
                      <a:r>
                        <a:rPr lang="en-US" sz="500">
                          <a:solidFill>
                            <a:schemeClr val="accent1"/>
                          </a:solidFill>
                          <a:effectLst/>
                        </a:rPr>
                        <a:t>419</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8</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Medium</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4290881669"/>
                  </a:ext>
                </a:extLst>
              </a:tr>
              <a:tr h="216770">
                <a:tc>
                  <a:txBody>
                    <a:bodyPr/>
                    <a:lstStyle/>
                    <a:p>
                      <a:pPr marL="0" marR="0" algn="ctr">
                        <a:spcBef>
                          <a:spcPts val="0"/>
                        </a:spcBef>
                        <a:spcAft>
                          <a:spcPts val="0"/>
                        </a:spcAft>
                      </a:pPr>
                      <a:r>
                        <a:rPr lang="en-US" sz="500">
                          <a:solidFill>
                            <a:schemeClr val="accent1"/>
                          </a:solidFill>
                          <a:effectLst/>
                        </a:rPr>
                        <a:t>420</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7</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514785034"/>
                  </a:ext>
                </a:extLst>
              </a:tr>
              <a:tr h="216770">
                <a:tc>
                  <a:txBody>
                    <a:bodyPr/>
                    <a:lstStyle/>
                    <a:p>
                      <a:pPr marL="0" marR="0" algn="ctr">
                        <a:spcBef>
                          <a:spcPts val="0"/>
                        </a:spcBef>
                        <a:spcAft>
                          <a:spcPts val="0"/>
                        </a:spcAft>
                      </a:pPr>
                      <a:r>
                        <a:rPr lang="en-US" sz="500">
                          <a:solidFill>
                            <a:schemeClr val="accent1"/>
                          </a:solidFill>
                          <a:effectLst/>
                        </a:rPr>
                        <a:t>421</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6</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3934268515"/>
                  </a:ext>
                </a:extLst>
              </a:tr>
              <a:tr h="216770">
                <a:tc>
                  <a:txBody>
                    <a:bodyPr/>
                    <a:lstStyle/>
                    <a:p>
                      <a:pPr marL="0" marR="0" algn="ctr">
                        <a:spcBef>
                          <a:spcPts val="0"/>
                        </a:spcBef>
                        <a:spcAft>
                          <a:spcPts val="0"/>
                        </a:spcAft>
                      </a:pPr>
                      <a:r>
                        <a:rPr lang="en-US" sz="500">
                          <a:solidFill>
                            <a:schemeClr val="accent1"/>
                          </a:solidFill>
                          <a:effectLst/>
                        </a:rPr>
                        <a:t>422</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5</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4078740322"/>
                  </a:ext>
                </a:extLst>
              </a:tr>
              <a:tr h="216770">
                <a:tc>
                  <a:txBody>
                    <a:bodyPr/>
                    <a:lstStyle/>
                    <a:p>
                      <a:pPr marL="0" marR="0" algn="ctr">
                        <a:spcBef>
                          <a:spcPts val="0"/>
                        </a:spcBef>
                        <a:spcAft>
                          <a:spcPts val="0"/>
                        </a:spcAft>
                      </a:pPr>
                      <a:r>
                        <a:rPr lang="en-US" sz="500">
                          <a:solidFill>
                            <a:schemeClr val="accent1"/>
                          </a:solidFill>
                          <a:effectLst/>
                        </a:rPr>
                        <a:t>423</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1</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2575918746"/>
                  </a:ext>
                </a:extLst>
              </a:tr>
              <a:tr h="216770">
                <a:tc>
                  <a:txBody>
                    <a:bodyPr/>
                    <a:lstStyle/>
                    <a:p>
                      <a:pPr marL="0" marR="0" algn="ctr">
                        <a:spcBef>
                          <a:spcPts val="0"/>
                        </a:spcBef>
                        <a:spcAft>
                          <a:spcPts val="0"/>
                        </a:spcAft>
                      </a:pPr>
                      <a:r>
                        <a:rPr lang="en-US" sz="500">
                          <a:solidFill>
                            <a:schemeClr val="accent1"/>
                          </a:solidFill>
                          <a:effectLst/>
                        </a:rPr>
                        <a:t>424</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2</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2707082633"/>
                  </a:ext>
                </a:extLst>
              </a:tr>
              <a:tr h="216770">
                <a:tc>
                  <a:txBody>
                    <a:bodyPr/>
                    <a:lstStyle/>
                    <a:p>
                      <a:pPr marL="0" marR="0" algn="ctr">
                        <a:spcBef>
                          <a:spcPts val="0"/>
                        </a:spcBef>
                        <a:spcAft>
                          <a:spcPts val="0"/>
                        </a:spcAft>
                      </a:pPr>
                      <a:r>
                        <a:rPr lang="en-US" sz="500">
                          <a:solidFill>
                            <a:schemeClr val="accent1"/>
                          </a:solidFill>
                          <a:effectLst/>
                        </a:rPr>
                        <a:t>425</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3</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3942393095"/>
                  </a:ext>
                </a:extLst>
              </a:tr>
              <a:tr h="216770">
                <a:tc>
                  <a:txBody>
                    <a:bodyPr/>
                    <a:lstStyle/>
                    <a:p>
                      <a:pPr marL="0" marR="0" algn="ctr">
                        <a:spcBef>
                          <a:spcPts val="0"/>
                        </a:spcBef>
                        <a:spcAft>
                          <a:spcPts val="0"/>
                        </a:spcAft>
                      </a:pPr>
                      <a:r>
                        <a:rPr lang="en-US" sz="500">
                          <a:solidFill>
                            <a:schemeClr val="accent1"/>
                          </a:solidFill>
                          <a:effectLst/>
                        </a:rPr>
                        <a:t>426</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Workforce Compensation </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Placeholder 4</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a:solidFill>
                            <a:schemeClr val="accent1"/>
                          </a:solidFill>
                          <a:effectLst/>
                        </a:rPr>
                        <a:t>High</a:t>
                      </a:r>
                      <a:endParaRPr lang="en-US" sz="60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tc>
                  <a:txBody>
                    <a:bodyPr/>
                    <a:lstStyle/>
                    <a:p>
                      <a:pPr marL="0" marR="0">
                        <a:spcBef>
                          <a:spcPts val="0"/>
                        </a:spcBef>
                        <a:spcAft>
                          <a:spcPts val="0"/>
                        </a:spcAft>
                      </a:pPr>
                      <a:r>
                        <a:rPr lang="en-US" sz="400" dirty="0">
                          <a:solidFill>
                            <a:schemeClr val="accent1"/>
                          </a:solidFill>
                          <a:effectLst/>
                        </a:rPr>
                        <a:t> </a:t>
                      </a:r>
                      <a:endParaRPr lang="en-US" sz="600" dirty="0">
                        <a:solidFill>
                          <a:schemeClr val="accent1"/>
                        </a:solidFill>
                        <a:effectLst/>
                        <a:latin typeface="Verdana" panose="020B0604030504040204" pitchFamily="34" charset="0"/>
                        <a:ea typeface="Verdana" panose="020B0604030504040204" pitchFamily="34" charset="0"/>
                        <a:cs typeface="Verdana" panose="020B0604030504040204" pitchFamily="34" charset="0"/>
                      </a:endParaRPr>
                    </a:p>
                  </a:txBody>
                  <a:tcPr marL="39558" marR="39558" marT="0" marB="0" anchor="ctr"/>
                </a:tc>
                <a:extLst>
                  <a:ext uri="{0D108BD9-81ED-4DB2-BD59-A6C34878D82A}">
                    <a16:rowId xmlns:a16="http://schemas.microsoft.com/office/drawing/2014/main" val="251233144"/>
                  </a:ext>
                </a:extLst>
              </a:tr>
            </a:tbl>
          </a:graphicData>
        </a:graphic>
      </p:graphicFrame>
    </p:spTree>
    <p:extLst>
      <p:ext uri="{BB962C8B-B14F-4D97-AF65-F5344CB8AC3E}">
        <p14:creationId xmlns:p14="http://schemas.microsoft.com/office/powerpoint/2010/main" val="1864028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ctrTitle"/>
          </p:nvPr>
        </p:nvSpPr>
        <p:spPr/>
        <p:txBody>
          <a:bodyPr/>
          <a:lstStyle/>
          <a:p>
            <a:pPr algn="ctr"/>
            <a:r>
              <a:rPr lang="en-US" sz="4000" dirty="0"/>
              <a:t>Thank You !!!</a:t>
            </a:r>
            <a:endParaRPr lang="en-US" sz="1800" dirty="0"/>
          </a:p>
        </p:txBody>
      </p:sp>
    </p:spTree>
    <p:extLst>
      <p:ext uri="{BB962C8B-B14F-4D97-AF65-F5344CB8AC3E}">
        <p14:creationId xmlns:p14="http://schemas.microsoft.com/office/powerpoint/2010/main" val="37312931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8qQI8YVvUUCIGHXFSogQj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KwnM.iqjF0Grn40mnQDxv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Wt64dHbHPEebH2POvxT1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6J82m16A8UKUjVxouTzJ8Q"/>
</p:tagLst>
</file>

<file path=ppt/tags/tag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heme/theme1.xml><?xml version="1.0" encoding="utf-8"?>
<a:theme xmlns:a="http://schemas.openxmlformats.org/drawingml/2006/main" name="se2 Client Forum 201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2 Client Forum 2013" id="{30A46970-393E-4143-9214-B515A08178D5}" vid="{75EC4069-7031-42D6-943B-155487FC748E}"/>
    </a:ext>
  </a:extLst>
</a:theme>
</file>

<file path=ppt/theme/theme2.xml><?xml version="1.0" encoding="utf-8"?>
<a:theme xmlns:a="http://schemas.openxmlformats.org/drawingml/2006/main" name="Theme1">
  <a:themeElements>
    <a:clrScheme name="Intuit Template_v1_040308 13">
      <a:dk1>
        <a:srgbClr val="000000"/>
      </a:dk1>
      <a:lt1>
        <a:srgbClr val="FFFFFF"/>
      </a:lt1>
      <a:dk2>
        <a:srgbClr val="4E9E19"/>
      </a:dk2>
      <a:lt2>
        <a:srgbClr val="DAD2AE"/>
      </a:lt2>
      <a:accent1>
        <a:srgbClr val="3860B8"/>
      </a:accent1>
      <a:accent2>
        <a:srgbClr val="FEC82A"/>
      </a:accent2>
      <a:accent3>
        <a:srgbClr val="FFFFFF"/>
      </a:accent3>
      <a:accent4>
        <a:srgbClr val="000000"/>
      </a:accent4>
      <a:accent5>
        <a:srgbClr val="AEB6D8"/>
      </a:accent5>
      <a:accent6>
        <a:srgbClr val="E6B525"/>
      </a:accent6>
      <a:hlink>
        <a:srgbClr val="F0640F"/>
      </a:hlink>
      <a:folHlink>
        <a:srgbClr val="D2D246"/>
      </a:folHlink>
    </a:clrScheme>
    <a:fontScheme name="Intuit Template_v1_040308">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sm" len="sm"/>
          <a:tailEnd type="none" w="sm" len="sm"/>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12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sm" len="sm"/>
          <a:tailEnd type="none" w="sm" len="sm"/>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12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Intuit Template_v1_040308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Intuit Template_v1_040308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Intuit Template_v1_040308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Intuit Template_v1_040308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Intuit Template_v1_040308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Intuit Template_v1_040308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Intuit Template_v1_040308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Intuit Template_v1_040308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Intuit Template_v1_040308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Intuit Template_v1_040308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Intuit Template_v1_040308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Intuit Template_v1_040308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Intuit Template_v1_040308 13">
        <a:dk1>
          <a:srgbClr val="000000"/>
        </a:dk1>
        <a:lt1>
          <a:srgbClr val="FFFFFF"/>
        </a:lt1>
        <a:dk2>
          <a:srgbClr val="4E9E19"/>
        </a:dk2>
        <a:lt2>
          <a:srgbClr val="DAD2AE"/>
        </a:lt2>
        <a:accent1>
          <a:srgbClr val="3860B8"/>
        </a:accent1>
        <a:accent2>
          <a:srgbClr val="FEC82A"/>
        </a:accent2>
        <a:accent3>
          <a:srgbClr val="FFFFFF"/>
        </a:accent3>
        <a:accent4>
          <a:srgbClr val="000000"/>
        </a:accent4>
        <a:accent5>
          <a:srgbClr val="AEB6D8"/>
        </a:accent5>
        <a:accent6>
          <a:srgbClr val="E6B525"/>
        </a:accent6>
        <a:hlink>
          <a:srgbClr val="F0640F"/>
        </a:hlink>
        <a:folHlink>
          <a:srgbClr val="D2D246"/>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ATLAS/MAGIC PowerPoint Template">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6_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Deloitte_US_Consulting_Pursuit_Onscreen_Orals">
  <a:themeElements>
    <a:clrScheme name="PCOE_Updated Colors">
      <a:dk1>
        <a:srgbClr val="313131"/>
      </a:dk1>
      <a:lt1>
        <a:srgbClr val="FFFFFF"/>
      </a:lt1>
      <a:dk2>
        <a:srgbClr val="B4B4B4"/>
      </a:dk2>
      <a:lt2>
        <a:srgbClr val="8C8C8C"/>
      </a:lt2>
      <a:accent1>
        <a:srgbClr val="00A1DE"/>
      </a:accent1>
      <a:accent2>
        <a:srgbClr val="90C7E7"/>
      </a:accent2>
      <a:accent3>
        <a:srgbClr val="B8E3F3"/>
      </a:accent3>
      <a:accent4>
        <a:srgbClr val="002776"/>
      </a:accent4>
      <a:accent5>
        <a:srgbClr val="81BC00"/>
      </a:accent5>
      <a:accent6>
        <a:srgbClr val="BDD203"/>
      </a:accent6>
      <a:hlink>
        <a:srgbClr val="262626"/>
      </a:hlink>
      <a:folHlink>
        <a:srgbClr val="26262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Deloitte_US_Consulting_Pursuit_Onscreen_Orals">
  <a:themeElements>
    <a:clrScheme name="PCOE_Updated Colors">
      <a:dk1>
        <a:srgbClr val="313131"/>
      </a:dk1>
      <a:lt1>
        <a:srgbClr val="FFFFFF"/>
      </a:lt1>
      <a:dk2>
        <a:srgbClr val="B4B4B4"/>
      </a:dk2>
      <a:lt2>
        <a:srgbClr val="8C8C8C"/>
      </a:lt2>
      <a:accent1>
        <a:srgbClr val="00A1DE"/>
      </a:accent1>
      <a:accent2>
        <a:srgbClr val="90C7E7"/>
      </a:accent2>
      <a:accent3>
        <a:srgbClr val="B8E3F3"/>
      </a:accent3>
      <a:accent4>
        <a:srgbClr val="002776"/>
      </a:accent4>
      <a:accent5>
        <a:srgbClr val="81BC00"/>
      </a:accent5>
      <a:accent6>
        <a:srgbClr val="BDD203"/>
      </a:accent6>
      <a:hlink>
        <a:srgbClr val="262626"/>
      </a:hlink>
      <a:folHlink>
        <a:srgbClr val="26262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Deloitte_US_Consulting_Pursuit_Onscreen_Orals">
  <a:themeElements>
    <a:clrScheme name="PCOE_Updated Colors">
      <a:dk1>
        <a:srgbClr val="313131"/>
      </a:dk1>
      <a:lt1>
        <a:srgbClr val="FFFFFF"/>
      </a:lt1>
      <a:dk2>
        <a:srgbClr val="B4B4B4"/>
      </a:dk2>
      <a:lt2>
        <a:srgbClr val="8C8C8C"/>
      </a:lt2>
      <a:accent1>
        <a:srgbClr val="00A1DE"/>
      </a:accent1>
      <a:accent2>
        <a:srgbClr val="90C7E7"/>
      </a:accent2>
      <a:accent3>
        <a:srgbClr val="B8E3F3"/>
      </a:accent3>
      <a:accent4>
        <a:srgbClr val="002776"/>
      </a:accent4>
      <a:accent5>
        <a:srgbClr val="81BC00"/>
      </a:accent5>
      <a:accent6>
        <a:srgbClr val="BDD203"/>
      </a:accent6>
      <a:hlink>
        <a:srgbClr val="262626"/>
      </a:hlink>
      <a:folHlink>
        <a:srgbClr val="26262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9_Office Theme">
  <a:themeElements>
    <a:clrScheme name="Custom 53">
      <a:dk1>
        <a:srgbClr val="5C5C5C"/>
      </a:dk1>
      <a:lt1>
        <a:sysClr val="window" lastClr="FFFFFF"/>
      </a:lt1>
      <a:dk2>
        <a:srgbClr val="3F3F3F"/>
      </a:dk2>
      <a:lt2>
        <a:srgbClr val="E7E7E8"/>
      </a:lt2>
      <a:accent1>
        <a:srgbClr val="000000"/>
      </a:accent1>
      <a:accent2>
        <a:srgbClr val="8C8C8C"/>
      </a:accent2>
      <a:accent3>
        <a:srgbClr val="B4B4B4"/>
      </a:accent3>
      <a:accent4>
        <a:srgbClr val="DCDCDC"/>
      </a:accent4>
      <a:accent5>
        <a:srgbClr val="81BC00"/>
      </a:accent5>
      <a:accent6>
        <a:srgbClr val="00A1DE"/>
      </a:accent6>
      <a:hlink>
        <a:srgbClr val="81BC00"/>
      </a:hlink>
      <a:folHlink>
        <a:srgbClr val="81BC00"/>
      </a:folHlink>
    </a:clrScheme>
    <a:fontScheme name="Deloitte Digital">
      <a:majorFont>
        <a:latin typeface="Knockout HTF27-JuniorBantamwt"/>
        <a:ea typeface=""/>
        <a:cs typeface=""/>
      </a:majorFont>
      <a:minorFont>
        <a:latin typeface="Frutiger Nex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9E0147E95513C4BBBD37A49BE1CE86A" ma:contentTypeVersion="" ma:contentTypeDescription="Create a new document." ma:contentTypeScope="" ma:versionID="978c0f31f0a2505f0f96eaed056fc75a">
  <xsd:schema xmlns:xsd="http://www.w3.org/2001/XMLSchema" xmlns:xs="http://www.w3.org/2001/XMLSchema" xmlns:p="http://schemas.microsoft.com/office/2006/metadata/properties" targetNamespace="http://schemas.microsoft.com/office/2006/metadata/properties" ma:root="true" ma:fieldsID="b2384c6cc0088fcedbaf6edaf557def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59CC25-A3C6-4886-91B7-C5C29F2ADDC4}">
  <ds:schemaRefs>
    <ds:schemaRef ds:uri="http://schemas.microsoft.com/sharepoint/v3/contenttype/forms"/>
  </ds:schemaRefs>
</ds:datastoreItem>
</file>

<file path=customXml/itemProps2.xml><?xml version="1.0" encoding="utf-8"?>
<ds:datastoreItem xmlns:ds="http://schemas.openxmlformats.org/officeDocument/2006/customXml" ds:itemID="{B736CDCA-D702-452B-83A4-4465BFFEC82E}">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B00F2FD4-854A-4083-A2E6-925F6BD3CF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56463</TotalTime>
  <Words>6100</Words>
  <Application>Microsoft Office PowerPoint</Application>
  <PresentationFormat>Widescreen</PresentationFormat>
  <Paragraphs>2456</Paragraphs>
  <Slides>24</Slides>
  <Notes>14</Notes>
  <HiddenSlides>0</HiddenSlides>
  <MMClips>0</MMClips>
  <ScaleCrop>false</ScaleCrop>
  <HeadingPairs>
    <vt:vector size="8" baseType="variant">
      <vt:variant>
        <vt:lpstr>Fonts Used</vt:lpstr>
      </vt:variant>
      <vt:variant>
        <vt:i4>18</vt:i4>
      </vt:variant>
      <vt:variant>
        <vt:lpstr>Theme</vt:lpstr>
      </vt:variant>
      <vt:variant>
        <vt:i4>7</vt:i4>
      </vt:variant>
      <vt:variant>
        <vt:lpstr>Embedded OLE Servers</vt:lpstr>
      </vt:variant>
      <vt:variant>
        <vt:i4>1</vt:i4>
      </vt:variant>
      <vt:variant>
        <vt:lpstr>Slide Titles</vt:lpstr>
      </vt:variant>
      <vt:variant>
        <vt:i4>24</vt:i4>
      </vt:variant>
    </vt:vector>
  </HeadingPairs>
  <TitlesOfParts>
    <vt:vector size="50" baseType="lpstr">
      <vt:lpstr>MS PGothic</vt:lpstr>
      <vt:lpstr>MS PGothic</vt:lpstr>
      <vt:lpstr>Arial</vt:lpstr>
      <vt:lpstr>Arial Narrow</vt:lpstr>
      <vt:lpstr>Arial Unicode MS</vt:lpstr>
      <vt:lpstr>Calibri</vt:lpstr>
      <vt:lpstr>Franklin Gothic Book</vt:lpstr>
      <vt:lpstr>Frutiger Next Pro Bold</vt:lpstr>
      <vt:lpstr>Frutiger Next Pro Light</vt:lpstr>
      <vt:lpstr>Frutiger Next Pro Medium</vt:lpstr>
      <vt:lpstr>Knockout HTF27-JuniorBantamwt</vt:lpstr>
      <vt:lpstr>Knockout-HTF27-JuniorBantamwt</vt:lpstr>
      <vt:lpstr>Lucida Grande</vt:lpstr>
      <vt:lpstr>Times</vt:lpstr>
      <vt:lpstr>Times New Roman</vt:lpstr>
      <vt:lpstr>Verdana</vt:lpstr>
      <vt:lpstr>Wingdings</vt:lpstr>
      <vt:lpstr>ヒラギノ角ゴ ProN W6</vt:lpstr>
      <vt:lpstr>se2 Client Forum 2013</vt:lpstr>
      <vt:lpstr>Theme1</vt:lpstr>
      <vt:lpstr>ATLAS/MAGIC PowerPoint Template</vt:lpstr>
      <vt:lpstr>2_Deloitte_US_Consulting_Pursuit_Onscreen_Orals</vt:lpstr>
      <vt:lpstr>3_Deloitte_US_Consulting_Pursuit_Onscreen_Orals</vt:lpstr>
      <vt:lpstr>Deloitte_US_Consulting_Pursuit_Onscreen_Orals</vt:lpstr>
      <vt:lpstr>9_Office Theme</vt:lpstr>
      <vt:lpstr>Worksheet</vt:lpstr>
      <vt:lpstr>PowerPoint Presentation</vt:lpstr>
      <vt:lpstr>Table of Contents</vt:lpstr>
      <vt:lpstr>Objectives</vt:lpstr>
      <vt:lpstr>Objective</vt:lpstr>
      <vt:lpstr>PowerPoint Presentation</vt:lpstr>
      <vt:lpstr>Scope</vt:lpstr>
      <vt:lpstr>PowerPoint Presentation</vt:lpstr>
      <vt:lpstr>PowerPoint Presentation</vt:lpstr>
      <vt:lpstr>PowerPoint Presentation</vt:lpstr>
      <vt:lpstr>Project Timeline, Key Milestones and Deliverables</vt:lpstr>
      <vt:lpstr>RPA Approach</vt:lpstr>
      <vt:lpstr>Project Timelines and Key Milestones</vt:lpstr>
      <vt:lpstr>PowerPoint Presentation</vt:lpstr>
      <vt:lpstr>Project Management</vt:lpstr>
      <vt:lpstr>Program Meeting Cadence</vt:lpstr>
      <vt:lpstr>PowerPoint Presentation</vt:lpstr>
      <vt:lpstr>Appendix</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Akif Ansari</dc:creator>
  <cp:lastModifiedBy>Administrator</cp:lastModifiedBy>
  <cp:revision>3691</cp:revision>
  <dcterms:created xsi:type="dcterms:W3CDTF">2016-06-08T17:43:54Z</dcterms:created>
  <dcterms:modified xsi:type="dcterms:W3CDTF">2018-10-12T14:39:34Z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0x010100A9E0147E95513C4BBBD37A49BE1CE86A</vt:lpwstr>
  </property>
</Properties>
</file>
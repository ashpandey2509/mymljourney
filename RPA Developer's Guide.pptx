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57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2" d="100"/>
          <a:sy n="62" d="100"/>
        </p:scale>
        <p:origin x="64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4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1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1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30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6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2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4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45D1-AF5F-4B82-AF80-05A161CC831C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7999B-11C5-428D-8F0B-A9DD48DA2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3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localhost:808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eclipse.org/downloads/download.php?file=/oomph/epp/photon/R/eclipse-inst-win64.ex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Navigate to Jenkins.io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1737360"/>
            <a:ext cx="91033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78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Download .WAR file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54" y="1495186"/>
            <a:ext cx="6389493" cy="536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3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103" y="411229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Open Command Prompt and follow the commands.</a:t>
            </a:r>
            <a:br>
              <a:rPr lang="en-US" sz="2000" b="1" dirty="0"/>
            </a:br>
            <a:r>
              <a:rPr lang="en-US" sz="1200" b="1" dirty="0"/>
              <a:t>&lt;</a:t>
            </a:r>
            <a:r>
              <a:rPr lang="en-US" sz="1200" b="1" dirty="0" err="1"/>
              <a:t>Jenkins.war</a:t>
            </a:r>
            <a:r>
              <a:rPr lang="en-US" sz="1200" b="1" dirty="0"/>
              <a:t> path&gt; 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b="1" dirty="0"/>
              <a:t>java -</a:t>
            </a:r>
            <a:r>
              <a:rPr lang="en-US" sz="1200" b="1" dirty="0" err="1"/>
              <a:t>Dhudson.model.DirectoryBrowserSupport.CSP</a:t>
            </a:r>
            <a:r>
              <a:rPr lang="en-US" sz="1200" b="1" dirty="0"/>
              <a:t>="sandbox allow-scripts; default-</a:t>
            </a:r>
            <a:r>
              <a:rPr lang="en-US" sz="1200" b="1" dirty="0" err="1"/>
              <a:t>src</a:t>
            </a:r>
            <a:r>
              <a:rPr lang="en-US" sz="1200" b="1" dirty="0"/>
              <a:t> 'self'; script-</a:t>
            </a:r>
            <a:r>
              <a:rPr lang="en-US" sz="1200" b="1" dirty="0" err="1"/>
              <a:t>src</a:t>
            </a:r>
            <a:r>
              <a:rPr lang="en-US" sz="1200" b="1" dirty="0"/>
              <a:t> * 'unsafe-</a:t>
            </a:r>
            <a:r>
              <a:rPr lang="en-US" sz="1200" b="1" dirty="0" err="1"/>
              <a:t>eval</a:t>
            </a:r>
            <a:r>
              <a:rPr lang="en-US" sz="1200" b="1" dirty="0"/>
              <a:t>'; </a:t>
            </a:r>
            <a:r>
              <a:rPr lang="en-US" sz="1200" b="1" dirty="0" err="1"/>
              <a:t>img-src</a:t>
            </a:r>
            <a:r>
              <a:rPr lang="en-US" sz="1200" b="1" dirty="0"/>
              <a:t> *; style-</a:t>
            </a:r>
            <a:r>
              <a:rPr lang="en-US" sz="1200" b="1" dirty="0" err="1"/>
              <a:t>src</a:t>
            </a:r>
            <a:r>
              <a:rPr lang="en-US" sz="1200" b="1" dirty="0"/>
              <a:t> * 'unsafe-inline'; font-</a:t>
            </a:r>
            <a:r>
              <a:rPr lang="en-US" sz="1200" b="1" dirty="0" err="1"/>
              <a:t>src</a:t>
            </a:r>
            <a:r>
              <a:rPr lang="en-US" sz="1200" b="1" dirty="0"/>
              <a:t> *" -jar </a:t>
            </a:r>
            <a:r>
              <a:rPr lang="en-US" sz="1200" b="1" dirty="0" err="1"/>
              <a:t>jenkins.war</a:t>
            </a:r>
            <a:r>
              <a:rPr lang="en-US" sz="1200" b="1" dirty="0"/>
              <a:t> --</a:t>
            </a:r>
            <a:r>
              <a:rPr lang="en-US" sz="1200" b="1" dirty="0" err="1"/>
              <a:t>httpPort</a:t>
            </a:r>
            <a:r>
              <a:rPr lang="en-US" sz="1200" b="1" dirty="0"/>
              <a:t>=8085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45" y="2468880"/>
            <a:ext cx="1134331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8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Wait for it to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847" y="1737360"/>
            <a:ext cx="9102306" cy="51206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177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Copy the password generated for the admin console, do not close the </a:t>
            </a:r>
            <a:r>
              <a:rPr lang="en-US" sz="2000" b="1" dirty="0" err="1"/>
              <a:t>cmd</a:t>
            </a:r>
            <a:r>
              <a:rPr lang="en-US" sz="2000" b="1" dirty="0"/>
              <a:t> prompt.</a:t>
            </a:r>
          </a:p>
        </p:txBody>
      </p:sp>
      <p:pic>
        <p:nvPicPr>
          <p:cNvPr id="1026" name="Picture 2" descr="C:\Users\eagrawal\AppData\Local\Temp\SNAGHTML14eb372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849" y="1728893"/>
            <a:ext cx="9102303" cy="512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25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Open Browser and navigate to </a:t>
            </a:r>
            <a:r>
              <a:rPr lang="en-US" sz="2000" b="1" dirty="0">
                <a:hlinkClick r:id="rId2"/>
              </a:rPr>
              <a:t>localhost:8085/</a:t>
            </a:r>
            <a:r>
              <a:rPr lang="en-US" sz="2000" b="1" dirty="0"/>
              <a:t> and provide with the password from previous step.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809"/>
          <a:stretch/>
        </p:blipFill>
        <p:spPr>
          <a:xfrm>
            <a:off x="1414226" y="1738983"/>
            <a:ext cx="9363547" cy="511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9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Install suggested plugins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76" y="1737360"/>
            <a:ext cx="9715047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9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Wait for plugins to get installed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75" y="1737360"/>
            <a:ext cx="9715049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0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You are Ready to go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75" y="1690688"/>
            <a:ext cx="9715049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7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Download Eclipse Photon from given URL : </a:t>
            </a:r>
            <a:r>
              <a:rPr lang="en-US" sz="2000" b="1" dirty="0">
                <a:hlinkClick r:id="rId2"/>
              </a:rPr>
              <a:t>Download</a:t>
            </a:r>
            <a:br>
              <a:rPr lang="en-US" sz="2000" b="1" dirty="0"/>
            </a:br>
            <a:r>
              <a:rPr lang="en-US" sz="2000" b="1" dirty="0"/>
              <a:t>Open Eclipse and navigate to eclipse marketplace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82616" y="1737360"/>
            <a:ext cx="9226768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03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5158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/>
              <a:t>Follow the navigation </a:t>
            </a:r>
            <a:r>
              <a:rPr lang="en-US" sz="2000" dirty="0">
                <a:sym typeface="Wingdings" panose="05000000000000000000" pitchFamily="2" charset="2"/>
              </a:rPr>
              <a:t> Type- Subversive svn team provider  click on Install</a:t>
            </a:r>
            <a:endParaRPr lang="en-US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6B6F9F-6CE3-4557-A833-9FC57980B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4F1F5-5C57-4DE2-B9D6-3AF5CB449F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11" r="32281" b="13398"/>
          <a:stretch/>
        </p:blipFill>
        <p:spPr>
          <a:xfrm>
            <a:off x="838200" y="1313895"/>
            <a:ext cx="4341181" cy="5228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D87FF9-75D0-4FDF-A275-190467C7F3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11" r="31990" b="13139"/>
          <a:stretch/>
        </p:blipFill>
        <p:spPr>
          <a:xfrm>
            <a:off x="5495278" y="1313895"/>
            <a:ext cx="4376692" cy="522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4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Follow the navigation </a:t>
            </a:r>
            <a:r>
              <a:rPr lang="en-US" sz="2000" dirty="0">
                <a:sym typeface="Wingdings" panose="05000000000000000000" pitchFamily="2" charset="2"/>
              </a:rPr>
              <a:t> Type- </a:t>
            </a:r>
            <a:r>
              <a:rPr lang="en-US" sz="2000" dirty="0" err="1">
                <a:sym typeface="Wingdings" panose="05000000000000000000" pitchFamily="2" charset="2"/>
              </a:rPr>
              <a:t>Testng</a:t>
            </a:r>
            <a:r>
              <a:rPr lang="en-US" sz="2000" dirty="0">
                <a:sym typeface="Wingdings" panose="05000000000000000000" pitchFamily="2" charset="2"/>
              </a:rPr>
              <a:t>  click on install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C681E-C952-4D3C-A4EA-82CE1FA03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FB746D-DD3B-43D9-993E-83872B64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402" y="1307982"/>
            <a:ext cx="3805191" cy="52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8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Follow the navigation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3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Follow the navigation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02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A29A-653F-410B-A00A-A16A3B51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on add New Repository Location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2E0C-AF90-4541-81AC-2C2156F8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46302-253F-4FE2-ADCF-A627A366E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05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FC86-9D9B-42A1-916D-E91DA4AC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the URL, id and password provided below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56E09-ECD4-43E2-B8B4-6B230F6DE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39" t="6860" r="32136" b="32428"/>
          <a:stretch/>
        </p:blipFill>
        <p:spPr>
          <a:xfrm>
            <a:off x="1074198" y="1825625"/>
            <a:ext cx="4367814" cy="416362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C774DC4-87B6-4BF8-A3CA-C2B3751F98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825625"/>
            <a:ext cx="5086164" cy="304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12" tIns="914112" rIns="914112" bIns="91411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URL: https://usmumbhakulka-r.us.deloitte.com/svn/RPA_HGV/OctaOne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User: kartik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1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Pwd: rpa123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912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56A0-2CDD-48A1-AD98-C952A942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After entering repository details, proceed with checkout.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276E-D75F-4487-9A22-9510B4E49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34482-19E5-460B-A76B-354EC799CF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93" t="8413" b="25049"/>
          <a:stretch/>
        </p:blipFill>
        <p:spPr>
          <a:xfrm>
            <a:off x="1212659" y="1690688"/>
            <a:ext cx="9217982" cy="45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76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150</Words>
  <Application>Microsoft Office PowerPoint</Application>
  <PresentationFormat>Widescreen</PresentationFormat>
  <Paragraphs>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Segoe UI</vt:lpstr>
      <vt:lpstr>Wingdings</vt:lpstr>
      <vt:lpstr>Office Theme</vt:lpstr>
      <vt:lpstr>Navigate to Jenkins.io</vt:lpstr>
      <vt:lpstr>Download .WAR file</vt:lpstr>
      <vt:lpstr>Open Command Prompt and follow the commands. &lt;Jenkins.war path&gt;   java -Dhudson.model.DirectoryBrowserSupport.CSP="sandbox allow-scripts; default-src 'self'; script-src * 'unsafe-eval'; img-src *; style-src * 'unsafe-inline'; font-src *" -jar jenkins.war --httpPort=8085</vt:lpstr>
      <vt:lpstr>Wait for it to process</vt:lpstr>
      <vt:lpstr>Copy the password generated for the admin console, do not close the cmd prompt.</vt:lpstr>
      <vt:lpstr>Open Browser and navigate to localhost:8085/ and provide with the password from previous step.</vt:lpstr>
      <vt:lpstr>Install suggested plugins</vt:lpstr>
      <vt:lpstr>Wait for plugins to get installed</vt:lpstr>
      <vt:lpstr>You are Ready to go</vt:lpstr>
      <vt:lpstr>Download Eclipse Photon from given URL : Download Open Eclipse and navigate to eclipse marketplace</vt:lpstr>
      <vt:lpstr>Follow the navigation  Type- Subversive svn team provider  click on Install</vt:lpstr>
      <vt:lpstr>Follow the navigation  Type- Testng  click on install</vt:lpstr>
      <vt:lpstr>Follow the navigation</vt:lpstr>
      <vt:lpstr>Follow the navigation</vt:lpstr>
      <vt:lpstr>Click on add New Repository Location </vt:lpstr>
      <vt:lpstr>Enter the URL, id and password provided below</vt:lpstr>
      <vt:lpstr>After entering repository details, proceed with checkout. 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Open Eclipse and navigate to eclipse marketplace</dc:title>
  <dc:creator>Agrawal, Ekaansh</dc:creator>
  <cp:lastModifiedBy>Pandey, Ashutosh (US - Mumbai)</cp:lastModifiedBy>
  <cp:revision>15</cp:revision>
  <dcterms:created xsi:type="dcterms:W3CDTF">2017-05-29T18:41:43Z</dcterms:created>
  <dcterms:modified xsi:type="dcterms:W3CDTF">2018-10-29T14:06:42Z</dcterms:modified>
</cp:coreProperties>
</file>